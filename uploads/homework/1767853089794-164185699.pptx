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Lexend Deca ExtraBold"/>
      <p:bold r:id="rId34"/>
    </p:embeddedFont>
    <p:embeddedFont>
      <p:font typeface="Raleway SemiBold"/>
      <p:regular r:id="rId35"/>
      <p:bold r:id="rId36"/>
      <p:italic r:id="rId37"/>
      <p:boldItalic r:id="rId38"/>
    </p:embeddedFont>
    <p:embeddedFont>
      <p:font typeface="Raleway"/>
      <p:regular r:id="rId39"/>
      <p:bold r:id="rId40"/>
      <p:italic r:id="rId41"/>
      <p:boldItalic r:id="rId42"/>
    </p:embeddedFont>
    <p:embeddedFont>
      <p:font typeface="Roboto"/>
      <p:regular r:id="rId43"/>
      <p:bold r:id="rId44"/>
      <p:italic r:id="rId45"/>
      <p:boldItalic r:id="rId46"/>
    </p:embeddedFont>
    <p:embeddedFont>
      <p:font typeface="Poppins"/>
      <p:regular r:id="rId47"/>
      <p:bold r:id="rId48"/>
      <p:italic r:id="rId49"/>
      <p:boldItalic r:id="rId50"/>
    </p:embeddedFont>
    <p:embeddedFont>
      <p:font typeface="Bebas Neue"/>
      <p:regular r:id="rId51"/>
    </p:embeddedFont>
    <p:embeddedFont>
      <p:font typeface="Raleway Black"/>
      <p:bold r:id="rId52"/>
      <p:boldItalic r:id="rId53"/>
    </p:embeddedFont>
    <p:embeddedFont>
      <p:font typeface="PT Sans"/>
      <p:regular r:id="rId54"/>
      <p:bold r:id="rId55"/>
      <p:italic r:id="rId56"/>
      <p:boldItalic r:id="rId57"/>
    </p:embeddedFont>
    <p:embeddedFont>
      <p:font typeface="Fira Sans Extra Condensed"/>
      <p:regular r:id="rId58"/>
      <p:bold r:id="rId59"/>
      <p:italic r:id="rId60"/>
      <p:boldItalic r:id="rId61"/>
    </p:embeddedFont>
    <p:embeddedFont>
      <p:font typeface="Lexend Deca"/>
      <p:regular r:id="rId62"/>
      <p:bold r:id="rId63"/>
    </p:embeddedFont>
    <p:embeddedFont>
      <p:font typeface="Sigmar One"/>
      <p:regular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65" roundtripDataSignature="AMtx7mhODoGdluFsYiqqQr2PoAD96AsM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F9E88EB-BACF-42C4-A6FE-88AF1C0E03B7}">
  <a:tblStyle styleId="{BF9E88EB-BACF-42C4-A6FE-88AF1C0E03B7}"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Raleway-bold.fntdata"/><Relationship Id="rId42" Type="http://schemas.openxmlformats.org/officeDocument/2006/relationships/font" Target="fonts/Raleway-boldItalic.fntdata"/><Relationship Id="rId41" Type="http://schemas.openxmlformats.org/officeDocument/2006/relationships/font" Target="fonts/Raleway-italic.fntdata"/><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oppins-bold.fntdata"/><Relationship Id="rId47" Type="http://schemas.openxmlformats.org/officeDocument/2006/relationships/font" Target="fonts/Poppins-regular.fntdata"/><Relationship Id="rId49" Type="http://schemas.openxmlformats.org/officeDocument/2006/relationships/font" Target="fonts/Poppi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font" Target="fonts/RalewaySemiBold-regular.fntdata"/><Relationship Id="rId34" Type="http://schemas.openxmlformats.org/officeDocument/2006/relationships/font" Target="fonts/LexendDecaExtraBold-bold.fntdata"/><Relationship Id="rId37" Type="http://schemas.openxmlformats.org/officeDocument/2006/relationships/font" Target="fonts/RalewaySemiBold-italic.fntdata"/><Relationship Id="rId36" Type="http://schemas.openxmlformats.org/officeDocument/2006/relationships/font" Target="fonts/RalewaySemiBold-bold.fntdata"/><Relationship Id="rId39" Type="http://schemas.openxmlformats.org/officeDocument/2006/relationships/font" Target="fonts/Raleway-regular.fntdata"/><Relationship Id="rId38" Type="http://schemas.openxmlformats.org/officeDocument/2006/relationships/font" Target="fonts/RalewaySemiBold-boldItalic.fntdata"/><Relationship Id="rId62" Type="http://schemas.openxmlformats.org/officeDocument/2006/relationships/font" Target="fonts/LexendDeca-regular.fntdata"/><Relationship Id="rId61" Type="http://schemas.openxmlformats.org/officeDocument/2006/relationships/font" Target="fonts/FiraSansExtraCondensed-boldItalic.fntdata"/><Relationship Id="rId20" Type="http://schemas.openxmlformats.org/officeDocument/2006/relationships/slide" Target="slides/slide15.xml"/><Relationship Id="rId64" Type="http://schemas.openxmlformats.org/officeDocument/2006/relationships/font" Target="fonts/SigmarOne-regular.fntdata"/><Relationship Id="rId63" Type="http://schemas.openxmlformats.org/officeDocument/2006/relationships/font" Target="fonts/LexendDeca-bold.fntdata"/><Relationship Id="rId22" Type="http://schemas.openxmlformats.org/officeDocument/2006/relationships/slide" Target="slides/slide17.xml"/><Relationship Id="rId21" Type="http://schemas.openxmlformats.org/officeDocument/2006/relationships/slide" Target="slides/slide16.xml"/><Relationship Id="rId65"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FiraSansExtraCondense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BebasNeue-regular.fntdata"/><Relationship Id="rId50" Type="http://schemas.openxmlformats.org/officeDocument/2006/relationships/font" Target="fonts/Poppins-boldItalic.fntdata"/><Relationship Id="rId53" Type="http://schemas.openxmlformats.org/officeDocument/2006/relationships/font" Target="fonts/RalewayBlack-boldItalic.fntdata"/><Relationship Id="rId52" Type="http://schemas.openxmlformats.org/officeDocument/2006/relationships/font" Target="fonts/RalewayBlack-bold.fntdata"/><Relationship Id="rId11" Type="http://schemas.openxmlformats.org/officeDocument/2006/relationships/slide" Target="slides/slide6.xml"/><Relationship Id="rId55" Type="http://schemas.openxmlformats.org/officeDocument/2006/relationships/font" Target="fonts/PTSans-bold.fntdata"/><Relationship Id="rId10" Type="http://schemas.openxmlformats.org/officeDocument/2006/relationships/slide" Target="slides/slide5.xml"/><Relationship Id="rId54" Type="http://schemas.openxmlformats.org/officeDocument/2006/relationships/font" Target="fonts/PTSans-regular.fntdata"/><Relationship Id="rId13" Type="http://schemas.openxmlformats.org/officeDocument/2006/relationships/slide" Target="slides/slide8.xml"/><Relationship Id="rId57" Type="http://schemas.openxmlformats.org/officeDocument/2006/relationships/font" Target="fonts/PTSans-boldItalic.fntdata"/><Relationship Id="rId12" Type="http://schemas.openxmlformats.org/officeDocument/2006/relationships/slide" Target="slides/slide7.xml"/><Relationship Id="rId56" Type="http://schemas.openxmlformats.org/officeDocument/2006/relationships/font" Target="fonts/PTSans-italic.fntdata"/><Relationship Id="rId15" Type="http://schemas.openxmlformats.org/officeDocument/2006/relationships/slide" Target="slides/slide10.xml"/><Relationship Id="rId59" Type="http://schemas.openxmlformats.org/officeDocument/2006/relationships/font" Target="fonts/FiraSansExtraCondensed-bold.fntdata"/><Relationship Id="rId14" Type="http://schemas.openxmlformats.org/officeDocument/2006/relationships/slide" Target="slides/slide9.xml"/><Relationship Id="rId58" Type="http://schemas.openxmlformats.org/officeDocument/2006/relationships/font" Target="fonts/FiraSansExtraCondensed-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ordwall.net/play/34890/815/618"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TvhNvumnZ1U"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forms.gle/63Dt9a335JErfTDE7" TargetMode="External"/><Relationship Id="rId3" Type="http://schemas.openxmlformats.org/officeDocument/2006/relationships/hyperlink" Target="https://forms.gle/sGd9o4KYu7t7oi9p6"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FF0000"/>
                </a:solidFill>
              </a:rPr>
              <a:t>Note for Teachers: </a:t>
            </a:r>
            <a:endParaRPr b="1">
              <a:solidFill>
                <a:srgbClr val="FF0000"/>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Stay on this slide until the student joins the class.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Teacher will tell the student that there is an assessment form that you have to fill before leaving the class. The questions will be from the lesson taught today.</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500"/>
              </a:spcBef>
              <a:spcAft>
                <a:spcPts val="0"/>
              </a:spcAft>
              <a:buClr>
                <a:schemeClr val="dk1"/>
              </a:buClr>
              <a:buSzPts val="1100"/>
              <a:buFont typeface="Arial"/>
              <a:buNone/>
            </a:pPr>
            <a:r>
              <a:rPr lang="en">
                <a:solidFill>
                  <a:schemeClr val="dk1"/>
                </a:solidFill>
              </a:rPr>
              <a:t>Time: 30 secs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Time: 30 secs</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Teacher-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Today you will unlock the concept of.. Policy debate.</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No explanation required.</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Time: 3 mins</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Interaction: student individually</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Teacher: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Write this word in your online dictionary.</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Make a sentence in the chat.</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Try to use this word in your lesson when you write.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You can also think of one new word and come to class next time.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If your word is interesting and creative, you will get 2 coins.</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 u="sng">
                <a:solidFill>
                  <a:schemeClr val="hlink"/>
                </a:solidFill>
                <a:hlinkClick r:id="rId2"/>
              </a:rPr>
              <a:t>https://wordwall.net/play/34890/815/618</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
                <a:solidFill>
                  <a:schemeClr val="dk1"/>
                </a:solidFill>
              </a:rPr>
              <a:t>Time: 2 mins</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Pace: Energetic</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Interaction: S-T and T-S</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Teacher:</a:t>
            </a:r>
            <a:endParaRPr>
              <a:solidFill>
                <a:schemeClr val="dk1"/>
              </a:solidFill>
            </a:endParaRPr>
          </a:p>
          <a:p>
            <a:pPr indent="-298450" lvl="0" marL="457200" rtl="0" algn="l">
              <a:lnSpc>
                <a:spcPct val="100000"/>
              </a:lnSpc>
              <a:spcBef>
                <a:spcPts val="0"/>
              </a:spcBef>
              <a:spcAft>
                <a:spcPts val="0"/>
              </a:spcAft>
              <a:buSzPts val="1100"/>
              <a:buChar char="-"/>
            </a:pPr>
            <a:r>
              <a:rPr lang="en"/>
              <a:t>Let us check your understanding with an activity. </a:t>
            </a:r>
            <a:r>
              <a:rPr lang="en">
                <a:solidFill>
                  <a:schemeClr val="dk1"/>
                </a:solidFill>
              </a:rPr>
              <a:t>This is a recap of the previous sessions.</a:t>
            </a:r>
            <a:endParaRPr/>
          </a:p>
          <a:p>
            <a:pPr indent="-298450" lvl="0" marL="457200" rtl="0" algn="l">
              <a:lnSpc>
                <a:spcPct val="100000"/>
              </a:lnSpc>
              <a:spcBef>
                <a:spcPts val="0"/>
              </a:spcBef>
              <a:spcAft>
                <a:spcPts val="0"/>
              </a:spcAft>
              <a:buSzPts val="1100"/>
              <a:buChar char="-"/>
            </a:pPr>
            <a:r>
              <a:rPr lang="en"/>
              <a:t>You learned about these terms in the previous sessions. Let's see how much do you remember.</a:t>
            </a:r>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Teacher shares the link with the student.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Let the student the screen before starting the activity.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You have to use the arrow keys and move the airplane to the correct answer.</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All these terms will be used in our today’s session.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You will get 20 coins if you give all correct answers. </a:t>
            </a:r>
            <a:endParaRPr>
              <a:solidFill>
                <a:schemeClr val="dk1"/>
              </a:solidFill>
            </a:endParaRPr>
          </a:p>
          <a:p>
            <a:pPr indent="0" lvl="0" marL="0" rtl="0" algn="l">
              <a:lnSpc>
                <a:spcPct val="100000"/>
              </a:lnSpc>
              <a:spcBef>
                <a:spcPts val="0"/>
              </a:spcBef>
              <a:spcAft>
                <a:spcPts val="0"/>
              </a:spcAft>
              <a:buSzPts val="1100"/>
              <a:buNone/>
            </a:pPr>
            <a:r>
              <a:rPr b="1" lang="en"/>
              <a:t>Answer for teacher’s reference: </a:t>
            </a:r>
            <a:endParaRPr b="1"/>
          </a:p>
          <a:p>
            <a:pPr indent="-298450" lvl="0" marL="457200" rtl="0" algn="l">
              <a:lnSpc>
                <a:spcPct val="100000"/>
              </a:lnSpc>
              <a:spcBef>
                <a:spcPts val="0"/>
              </a:spcBef>
              <a:spcAft>
                <a:spcPts val="0"/>
              </a:spcAft>
              <a:buSzPts val="1100"/>
              <a:buAutoNum type="arabicPeriod"/>
            </a:pPr>
            <a:r>
              <a:rPr b="1" lang="en">
                <a:highlight>
                  <a:srgbClr val="FFFFFF"/>
                </a:highlight>
              </a:rPr>
              <a:t>Resolution</a:t>
            </a:r>
            <a:r>
              <a:rPr lang="en">
                <a:highlight>
                  <a:srgbClr val="FFFFFF"/>
                </a:highlight>
              </a:rPr>
              <a:t>:  A statement of fact, value, or policy that will be debated. Also known as the topic of debate.</a:t>
            </a:r>
            <a:endParaRPr>
              <a:highlight>
                <a:srgbClr val="FFFFFF"/>
              </a:highlight>
            </a:endParaRPr>
          </a:p>
          <a:p>
            <a:pPr indent="-298450" lvl="0" marL="457200" rtl="0" algn="l">
              <a:lnSpc>
                <a:spcPct val="100000"/>
              </a:lnSpc>
              <a:spcBef>
                <a:spcPts val="0"/>
              </a:spcBef>
              <a:spcAft>
                <a:spcPts val="0"/>
              </a:spcAft>
              <a:buSzPts val="1100"/>
              <a:buAutoNum type="arabicPeriod"/>
            </a:pPr>
            <a:r>
              <a:rPr b="1" lang="en">
                <a:highlight>
                  <a:srgbClr val="FFFFFF"/>
                </a:highlight>
              </a:rPr>
              <a:t>Affirmative Team:</a:t>
            </a:r>
            <a:r>
              <a:rPr lang="en">
                <a:highlight>
                  <a:srgbClr val="FFFFFF"/>
                </a:highlight>
              </a:rPr>
              <a:t> </a:t>
            </a:r>
            <a:r>
              <a:rPr lang="en">
                <a:solidFill>
                  <a:srgbClr val="202124"/>
                </a:solidFill>
                <a:highlight>
                  <a:srgbClr val="FFFFFF"/>
                </a:highlight>
              </a:rPr>
              <a:t>The team which argues for the topic. </a:t>
            </a:r>
            <a:endParaRPr>
              <a:highlight>
                <a:srgbClr val="FFFFFF"/>
              </a:highlight>
            </a:endParaRPr>
          </a:p>
          <a:p>
            <a:pPr indent="-298450" lvl="0" marL="457200" rtl="0" algn="l">
              <a:lnSpc>
                <a:spcPct val="100000"/>
              </a:lnSpc>
              <a:spcBef>
                <a:spcPts val="0"/>
              </a:spcBef>
              <a:spcAft>
                <a:spcPts val="0"/>
              </a:spcAft>
              <a:buSzPts val="1100"/>
              <a:buAutoNum type="arabicPeriod"/>
            </a:pPr>
            <a:r>
              <a:rPr b="1" lang="en">
                <a:highlight>
                  <a:srgbClr val="FFFFFF"/>
                </a:highlight>
              </a:rPr>
              <a:t>Negative Team: </a:t>
            </a:r>
            <a:r>
              <a:rPr lang="en">
                <a:highlight>
                  <a:srgbClr val="FFFFFF"/>
                </a:highlight>
              </a:rPr>
              <a:t> </a:t>
            </a:r>
            <a:r>
              <a:rPr lang="en">
                <a:solidFill>
                  <a:srgbClr val="202124"/>
                </a:solidFill>
                <a:highlight>
                  <a:srgbClr val="FFFFFF"/>
                </a:highlight>
              </a:rPr>
              <a:t>The team arguing against the topic.</a:t>
            </a:r>
            <a:endParaRPr>
              <a:highlight>
                <a:srgbClr val="FFFFFF"/>
              </a:highlight>
            </a:endParaRPr>
          </a:p>
          <a:p>
            <a:pPr indent="-298450" lvl="0" marL="457200" rtl="0" algn="l">
              <a:lnSpc>
                <a:spcPct val="100000"/>
              </a:lnSpc>
              <a:spcBef>
                <a:spcPts val="0"/>
              </a:spcBef>
              <a:spcAft>
                <a:spcPts val="0"/>
              </a:spcAft>
              <a:buSzPts val="1100"/>
              <a:buAutoNum type="arabicPeriod"/>
            </a:pPr>
            <a:r>
              <a:rPr b="1" lang="en">
                <a:extLst>
                  <a:ext uri="http://customooxmlschemas.google.com/">
                    <go:slidesCustomData xmlns:go="http://customooxmlschemas.google.com/" textRoundtripDataId="1"/>
                  </a:ext>
                </a:extLst>
              </a:rPr>
              <a:t>Rebuttal Speech: </a:t>
            </a:r>
            <a:r>
              <a:rPr lang="en">
                <a:extLst>
                  <a:ext uri="http://customooxmlschemas.google.com/">
                    <go:slidesCustomData xmlns:go="http://customooxmlschemas.google.com/" textRoundtripDataId="2"/>
                  </a:ext>
                </a:extLst>
              </a:rPr>
              <a:t>The second set of speeches in which both sides focus on comparing and contrasting arguments already presented in the debate round.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3a5e16543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g13a5e165431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ORAL DISCUSSION!</a:t>
            </a:r>
            <a:endParaRPr/>
          </a:p>
          <a:p>
            <a:pPr indent="0" lvl="0" marL="0" rtl="0" algn="l">
              <a:lnSpc>
                <a:spcPct val="100000"/>
              </a:lnSpc>
              <a:spcBef>
                <a:spcPts val="0"/>
              </a:spcBef>
              <a:spcAft>
                <a:spcPts val="0"/>
              </a:spcAft>
              <a:buClr>
                <a:schemeClr val="dk1"/>
              </a:buClr>
              <a:buSzPts val="1100"/>
              <a:buFont typeface="Arial"/>
              <a:buNone/>
            </a:pPr>
            <a:r>
              <a:rPr lang="en"/>
              <a:t>Time: 3 mins</a:t>
            </a:r>
            <a:endParaRPr/>
          </a:p>
          <a:p>
            <a:pPr indent="0" lvl="0" marL="0" rtl="0" algn="l">
              <a:lnSpc>
                <a:spcPct val="100000"/>
              </a:lnSpc>
              <a:spcBef>
                <a:spcPts val="0"/>
              </a:spcBef>
              <a:spcAft>
                <a:spcPts val="0"/>
              </a:spcAft>
              <a:buClr>
                <a:schemeClr val="dk1"/>
              </a:buClr>
              <a:buSzPts val="1100"/>
              <a:buFont typeface="Arial"/>
              <a:buNone/>
            </a:pPr>
            <a:r>
              <a:rPr lang="en"/>
              <a:t>Pace: Steady</a:t>
            </a:r>
            <a:endParaRPr/>
          </a:p>
          <a:p>
            <a:pPr indent="0" lvl="0" marL="0" rtl="0" algn="l">
              <a:lnSpc>
                <a:spcPct val="100000"/>
              </a:lnSpc>
              <a:spcBef>
                <a:spcPts val="0"/>
              </a:spcBef>
              <a:spcAft>
                <a:spcPts val="0"/>
              </a:spcAft>
              <a:buClr>
                <a:schemeClr val="dk1"/>
              </a:buClr>
              <a:buSzPts val="1100"/>
              <a:buFont typeface="Arial"/>
              <a:buNone/>
            </a:pPr>
            <a:r>
              <a:rPr lang="en"/>
              <a:t>Interaction: S-T and T-S</a:t>
            </a:r>
            <a:endParaRPr/>
          </a:p>
          <a:p>
            <a:pPr indent="0" lvl="0" marL="0" rtl="0" algn="l">
              <a:lnSpc>
                <a:spcPct val="100000"/>
              </a:lnSpc>
              <a:spcBef>
                <a:spcPts val="0"/>
              </a:spcBef>
              <a:spcAft>
                <a:spcPts val="0"/>
              </a:spcAft>
              <a:buClr>
                <a:schemeClr val="dk1"/>
              </a:buClr>
              <a:buSzPts val="1100"/>
              <a:buFont typeface="Arial"/>
              <a:buNone/>
            </a:pPr>
            <a:r>
              <a:rPr lang="en"/>
              <a:t>Teacher: </a:t>
            </a:r>
            <a:endParaRPr/>
          </a:p>
          <a:p>
            <a:pPr indent="-298450" lvl="0" marL="457200" rtl="0" algn="l">
              <a:lnSpc>
                <a:spcPct val="100000"/>
              </a:lnSpc>
              <a:spcBef>
                <a:spcPts val="0"/>
              </a:spcBef>
              <a:spcAft>
                <a:spcPts val="0"/>
              </a:spcAft>
              <a:buSzPts val="1100"/>
              <a:buChar char="-"/>
            </a:pPr>
            <a:r>
              <a:rPr lang="en">
                <a:highlight>
                  <a:srgbClr val="FFFFFF"/>
                </a:highlight>
              </a:rPr>
              <a:t>Teacher reads the situation and takes a response from the student. </a:t>
            </a:r>
            <a:endParaRPr>
              <a:highlight>
                <a:srgbClr val="FFFFFF"/>
              </a:highlight>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6" name="Google Shape;40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
                <a:solidFill>
                  <a:schemeClr val="dk1"/>
                </a:solidFill>
              </a:rPr>
              <a:t>Time: 1 min</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
                <a:solidFill>
                  <a:schemeClr val="dk1"/>
                </a:solidFill>
              </a:rPr>
              <a:t>Pace: Steady</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
                <a:solidFill>
                  <a:schemeClr val="dk1"/>
                </a:solidFill>
              </a:rPr>
              <a:t>Teacher: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Let us learn about policy debate.</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Let the student read the points and explain.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Let us understand this type of debate with an example.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4" name="Google Shape;45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Link: </a:t>
            </a:r>
            <a:r>
              <a:rPr lang="en" sz="1200" u="sng">
                <a:solidFill>
                  <a:srgbClr val="1155CC"/>
                </a:solidFill>
                <a:hlinkClick r:id="rId2">
                  <a:extLst>
                    <a:ext uri="{A12FA001-AC4F-418D-AE19-62706E023703}">
                      <ahyp:hlinkClr val="tx"/>
                    </a:ext>
                  </a:extLst>
                </a:hlinkClick>
              </a:rPr>
              <a:t>https://www.youtube.com/watch?v=TvhNvumnZ1U</a:t>
            </a:r>
            <a:r>
              <a:rPr lang="en" sz="1200">
                <a:solidFill>
                  <a:srgbClr val="202124"/>
                </a:solidFill>
              </a:rPr>
              <a:t>    Time Stamp-  0:22 - 1:18</a:t>
            </a:r>
            <a:endParaRPr b="1">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
                <a:solidFill>
                  <a:schemeClr val="dk1"/>
                </a:solidFill>
              </a:rPr>
              <a:t>Time: 3 mins</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
                <a:solidFill>
                  <a:schemeClr val="dk1"/>
                </a:solidFill>
              </a:rPr>
              <a:t>Pace: Steady</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
                <a:solidFill>
                  <a:schemeClr val="dk1"/>
                </a:solidFill>
              </a:rPr>
              <a:t>Teacher: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Teacher plays the video.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Let the student observe the video carefully and answer the following questions.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Q. What is the topic of discussion in the video?</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Ans: People not wearing seat belts.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Q. Do you think this is an important topic for discussion? Give reason for your answer.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Ans: Answer may vary from student to student.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Q. Do we need any policies to be implemented for this topic?</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Ans: Answer may vary from student to student.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13b6acb253f_1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5" name="Google Shape;465;g13b6acb253f_1_3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Time: 1 min</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Pace: Steady</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Teacher:</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Ask the student to read the points and then tell the student y</a:t>
            </a:r>
            <a:r>
              <a:rPr lang="en">
                <a:solidFill>
                  <a:schemeClr val="dk1"/>
                </a:solidFill>
                <a:highlight>
                  <a:srgbClr val="FFFFFF"/>
                </a:highlight>
              </a:rPr>
              <a:t>ou already learned about cross examination and rebuttal speeches in the previous sessions. Today, we will learn about the other two new concepts.</a:t>
            </a:r>
            <a:r>
              <a:rPr lang="en" sz="1200">
                <a:solidFill>
                  <a:srgbClr val="424242"/>
                </a:solidFill>
                <a:highlight>
                  <a:srgbClr val="FFFFFF"/>
                </a:highlight>
              </a:rPr>
              <a:t>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13b6acb253f_1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8" name="Google Shape;518;g13b6acb253f_1_3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
                <a:solidFill>
                  <a:schemeClr val="dk1"/>
                </a:solidFill>
              </a:rPr>
              <a:t>Time: 1 min</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
                <a:solidFill>
                  <a:schemeClr val="dk1"/>
                </a:solidFill>
              </a:rPr>
              <a:t>Pace: Steady</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
                <a:solidFill>
                  <a:schemeClr val="dk1"/>
                </a:solidFill>
              </a:rPr>
              <a:t>Teacher:</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Now let us understand the format of a policy debate.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Just like each debate has its format, policy debate has 5 steps.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Let the student read the points and explain. Tell the student you know what is a rebuttal, and cross examination.</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Policy debate starts with a constructive speech. They are of two types. You will learn about both the types today.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Cross examination is done to get more clarity on the speech of the affirmative/ negative side. It is done by asking clarification questions.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highlight>
                  <a:srgbClr val="FFFFFF"/>
                </a:highlight>
              </a:rPr>
              <a:t>Rebuttal is </a:t>
            </a:r>
            <a:r>
              <a:rPr b="1" lang="en">
                <a:solidFill>
                  <a:schemeClr val="dk1"/>
                </a:solidFill>
                <a:highlight>
                  <a:srgbClr val="FFFFFF"/>
                </a:highlight>
              </a:rPr>
              <a:t>evidence or arguments introduced to counter, disprove, or contradict the opposing party's evidence or argument,</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highlight>
                  <a:srgbClr val="FFFFFF"/>
                </a:highlight>
              </a:rPr>
              <a:t>Preparation time, also called “prep” or “prep time” is given to each team at the start of each debate round. This time can be used over the course of a debate round to prepare for speeches.</a:t>
            </a:r>
            <a:endParaRPr>
              <a:solidFill>
                <a:schemeClr val="dk1"/>
              </a:solidFill>
              <a:highlight>
                <a:srgbClr val="FFFFFF"/>
              </a:highlight>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Let us understand each step in detail with examples.</a:t>
            </a:r>
            <a:endParaRPr>
              <a:solidFill>
                <a:schemeClr val="dk1"/>
              </a:solidFill>
              <a:highlight>
                <a:srgbClr val="FFFFFF"/>
              </a:highlight>
            </a:endParaRPr>
          </a:p>
          <a:p>
            <a:pPr indent="0" lvl="0" marL="45720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13a622d72ec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1" name="Google Shape;581;g13a622d72ec_0_3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Time: 2 mins</a:t>
            </a:r>
            <a:endParaRPr/>
          </a:p>
          <a:p>
            <a:pPr indent="0" lvl="0" marL="0" rtl="0" algn="l">
              <a:lnSpc>
                <a:spcPct val="100000"/>
              </a:lnSpc>
              <a:spcBef>
                <a:spcPts val="0"/>
              </a:spcBef>
              <a:spcAft>
                <a:spcPts val="0"/>
              </a:spcAft>
              <a:buSzPts val="1100"/>
              <a:buNone/>
            </a:pPr>
            <a:r>
              <a:rPr lang="en"/>
              <a:t>Pace: steady</a:t>
            </a:r>
            <a:endParaRPr/>
          </a:p>
          <a:p>
            <a:pPr indent="0" lvl="0" marL="0" rtl="0" algn="l">
              <a:lnSpc>
                <a:spcPct val="100000"/>
              </a:lnSpc>
              <a:spcBef>
                <a:spcPts val="0"/>
              </a:spcBef>
              <a:spcAft>
                <a:spcPts val="0"/>
              </a:spcAft>
              <a:buSzPts val="1100"/>
              <a:buNone/>
            </a:pPr>
            <a:r>
              <a:rPr lang="en"/>
              <a:t>Teacher: </a:t>
            </a:r>
            <a:endParaRPr/>
          </a:p>
          <a:p>
            <a:pPr indent="-298450" lvl="0" marL="457200" rtl="0" algn="l">
              <a:lnSpc>
                <a:spcPct val="100000"/>
              </a:lnSpc>
              <a:spcBef>
                <a:spcPts val="0"/>
              </a:spcBef>
              <a:spcAft>
                <a:spcPts val="0"/>
              </a:spcAft>
              <a:buSzPts val="1100"/>
              <a:buChar char="-"/>
            </a:pPr>
            <a:r>
              <a:rPr lang="en"/>
              <a:t>Constructive speech is the first step of policy debate. </a:t>
            </a:r>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There are two types of constructive speeches- Affirmative, and Negative.</a:t>
            </a:r>
            <a:endParaRPr/>
          </a:p>
          <a:p>
            <a:pPr indent="-298450" lvl="0" marL="457200" rtl="0" algn="l">
              <a:lnSpc>
                <a:spcPct val="100000"/>
              </a:lnSpc>
              <a:spcBef>
                <a:spcPts val="0"/>
              </a:spcBef>
              <a:spcAft>
                <a:spcPts val="0"/>
              </a:spcAft>
              <a:buSzPts val="1100"/>
              <a:buChar char="-"/>
            </a:pPr>
            <a:r>
              <a:rPr lang="en"/>
              <a:t>Let us see what is a constructive speech. Let the student read and then explain. </a:t>
            </a:r>
            <a:endParaRPr/>
          </a:p>
          <a:p>
            <a:pPr indent="0" lvl="0" marL="457200" rtl="0" algn="l">
              <a:lnSpc>
                <a:spcPct val="100000"/>
              </a:lnSpc>
              <a:spcBef>
                <a:spcPts val="0"/>
              </a:spcBef>
              <a:spcAft>
                <a:spcPts val="0"/>
              </a:spcAft>
              <a:buSzPts val="1100"/>
              <a:buNone/>
            </a:pPr>
            <a:r>
              <a:rPr lang="en"/>
              <a:t>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1422cbf6e00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4" name="Google Shape;594;g1422cbf6e00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rPr>
              <a:t>Time: 3 mins</a:t>
            </a:r>
            <a:endParaRPr>
              <a:solidFill>
                <a:schemeClr val="dk1"/>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rPr>
              <a:t>Pace: Steady</a:t>
            </a:r>
            <a:endParaRPr>
              <a:solidFill>
                <a:schemeClr val="dk1"/>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rPr>
              <a:t>Interaction: S-T and T-S </a:t>
            </a:r>
            <a:endParaRPr>
              <a:solidFill>
                <a:schemeClr val="dk1"/>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rPr>
              <a:t>Teacher: </a:t>
            </a:r>
            <a:endParaRPr>
              <a:solidFill>
                <a:schemeClr val="dk1"/>
              </a:solidFill>
              <a:highlight>
                <a:srgbClr val="FFFFFF"/>
              </a:highlight>
            </a:endParaRPr>
          </a:p>
          <a:p>
            <a:pPr indent="-298450" lvl="0" marL="457200" rtl="0" algn="l">
              <a:lnSpc>
                <a:spcPct val="100000"/>
              </a:lnSpc>
              <a:spcBef>
                <a:spcPts val="0"/>
              </a:spcBef>
              <a:spcAft>
                <a:spcPts val="0"/>
              </a:spcAft>
              <a:buClr>
                <a:schemeClr val="dk1"/>
              </a:buClr>
              <a:buSzPts val="1100"/>
              <a:buChar char="-"/>
            </a:pPr>
            <a:r>
              <a:rPr lang="en">
                <a:solidFill>
                  <a:schemeClr val="dk1"/>
                </a:solidFill>
                <a:highlight>
                  <a:srgbClr val="FFFFFF"/>
                </a:highlight>
              </a:rPr>
              <a:t>Here is an example of affirmative constructive speech. </a:t>
            </a:r>
            <a:endParaRPr>
              <a:solidFill>
                <a:schemeClr val="dk1"/>
              </a:solidFill>
              <a:highlight>
                <a:srgbClr val="FFFFFF"/>
              </a:highlight>
            </a:endParaRPr>
          </a:p>
          <a:p>
            <a:pPr indent="-298450" lvl="0" marL="457200" rtl="0" algn="l">
              <a:lnSpc>
                <a:spcPct val="100000"/>
              </a:lnSpc>
              <a:spcBef>
                <a:spcPts val="0"/>
              </a:spcBef>
              <a:spcAft>
                <a:spcPts val="0"/>
              </a:spcAft>
              <a:buClr>
                <a:schemeClr val="dk1"/>
              </a:buClr>
              <a:buSzPts val="1100"/>
              <a:buChar char="-"/>
            </a:pPr>
            <a:r>
              <a:rPr lang="en">
                <a:solidFill>
                  <a:schemeClr val="dk1"/>
                </a:solidFill>
                <a:highlight>
                  <a:srgbClr val="FFFFFF"/>
                </a:highlight>
              </a:rPr>
              <a:t>The topic of discussion is, </a:t>
            </a:r>
            <a:r>
              <a:rPr b="1" lang="en">
                <a:solidFill>
                  <a:schemeClr val="dk1"/>
                </a:solidFill>
                <a:highlight>
                  <a:srgbClr val="FFFFFF"/>
                </a:highlight>
              </a:rPr>
              <a:t>“All people should have universal basic income.”</a:t>
            </a:r>
            <a:r>
              <a:rPr lang="en">
                <a:solidFill>
                  <a:schemeClr val="dk1"/>
                </a:solidFill>
                <a:highlight>
                  <a:srgbClr val="FFFFFF"/>
                </a:highlight>
              </a:rPr>
              <a:t> </a:t>
            </a:r>
            <a:endParaRPr>
              <a:solidFill>
                <a:schemeClr val="dk1"/>
              </a:solidFill>
              <a:highlight>
                <a:srgbClr val="FFFFFF"/>
              </a:highlight>
            </a:endParaRPr>
          </a:p>
          <a:p>
            <a:pPr indent="-298450" lvl="0" marL="457200" rtl="0" algn="l">
              <a:lnSpc>
                <a:spcPct val="100000"/>
              </a:lnSpc>
              <a:spcBef>
                <a:spcPts val="0"/>
              </a:spcBef>
              <a:spcAft>
                <a:spcPts val="0"/>
              </a:spcAft>
              <a:buClr>
                <a:schemeClr val="dk1"/>
              </a:buClr>
              <a:buSzPts val="1100"/>
              <a:buChar char="-"/>
            </a:pPr>
            <a:r>
              <a:rPr lang="en">
                <a:solidFill>
                  <a:schemeClr val="dk1"/>
                </a:solidFill>
                <a:highlight>
                  <a:srgbClr val="FFFFFF"/>
                </a:highlight>
              </a:rPr>
              <a:t>Let the student read the example. After reading the example, ask the student to cross examine the affirmative case. </a:t>
            </a:r>
            <a:endParaRPr>
              <a:solidFill>
                <a:schemeClr val="dk1"/>
              </a:solidFill>
              <a:highlight>
                <a:srgbClr val="FFFFFF"/>
              </a:highlight>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Cross examination is done by asking clarification questions to get more information about the topic/ argument. </a:t>
            </a:r>
            <a:endParaRPr>
              <a:solidFill>
                <a:schemeClr val="dk1"/>
              </a:solidFill>
              <a:highlight>
                <a:srgbClr val="FFFFFF"/>
              </a:highlight>
            </a:endParaRPr>
          </a:p>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8" name="Google Shape;60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
                <a:solidFill>
                  <a:schemeClr val="dk1"/>
                </a:solidFill>
              </a:rPr>
              <a:t>ORAL DISCUSSION! </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
                <a:solidFill>
                  <a:schemeClr val="dk1"/>
                </a:solidFill>
              </a:rPr>
              <a:t>Time: 3 mins </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
                <a:solidFill>
                  <a:schemeClr val="dk1"/>
                </a:solidFill>
              </a:rPr>
              <a:t>Pace: steady</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
                <a:solidFill>
                  <a:schemeClr val="dk1"/>
                </a:solidFill>
              </a:rPr>
              <a:t>Teacher: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You just heard the affirmative case. She implemented a policy of Universal basic income to reduce unemployment rate.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ASK: What policy you would like to implement for this problem?</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Elicit response from the student.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14704226861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1" name="Google Shape;671;g14704226861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
                <a:solidFill>
                  <a:schemeClr val="dk1"/>
                </a:solidFill>
              </a:rPr>
              <a:t>Time: 2 mins </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
                <a:solidFill>
                  <a:schemeClr val="dk1"/>
                </a:solidFill>
              </a:rPr>
              <a:t>Pace: steady</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
                <a:solidFill>
                  <a:schemeClr val="dk1"/>
                </a:solidFill>
              </a:rPr>
              <a:t>Teacher: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Tell the students this is your topic for today’s debate.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Give a minute to the student think of a policy on the given topic.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Let the student think about the topic and come up with a policy/ solution.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Elicit response from the student, help the student if he/she can’t think of something.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Give points like, </a:t>
            </a:r>
            <a:r>
              <a:rPr b="1" lang="en">
                <a:solidFill>
                  <a:schemeClr val="dk1"/>
                </a:solidFill>
              </a:rPr>
              <a:t>limit the use of mobile phones, create a social media schedule , screen time measuring apps can be used</a:t>
            </a:r>
            <a:r>
              <a:rPr lang="en">
                <a:solidFill>
                  <a:schemeClr val="dk1"/>
                </a:solidFill>
              </a:rPr>
              <a:t>,  etc. </a:t>
            </a:r>
            <a:endParaRPr>
              <a:solidFill>
                <a:schemeClr val="dk1"/>
              </a:solidFill>
            </a:endParaRPr>
          </a:p>
          <a:p>
            <a:pPr indent="0" lvl="0" marL="45720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13a622d72ec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4" name="Google Shape;734;g13a622d72ec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
              <a:t>Time: 5 mins </a:t>
            </a:r>
            <a:endParaRPr/>
          </a:p>
          <a:p>
            <a:pPr indent="0" lvl="0" marL="0" rtl="0" algn="l">
              <a:lnSpc>
                <a:spcPct val="100000"/>
              </a:lnSpc>
              <a:spcBef>
                <a:spcPts val="0"/>
              </a:spcBef>
              <a:spcAft>
                <a:spcPts val="0"/>
              </a:spcAft>
              <a:buClr>
                <a:schemeClr val="dk1"/>
              </a:buClr>
              <a:buSzPts val="1400"/>
              <a:buFont typeface="Arial"/>
              <a:buNone/>
            </a:pPr>
            <a:r>
              <a:rPr lang="en"/>
              <a:t>Pace: Detailed</a:t>
            </a:r>
            <a:endParaRPr/>
          </a:p>
          <a:p>
            <a:pPr indent="0" lvl="0" marL="0" rtl="0" algn="l">
              <a:lnSpc>
                <a:spcPct val="100000"/>
              </a:lnSpc>
              <a:spcBef>
                <a:spcPts val="0"/>
              </a:spcBef>
              <a:spcAft>
                <a:spcPts val="0"/>
              </a:spcAft>
              <a:buClr>
                <a:schemeClr val="dk1"/>
              </a:buClr>
              <a:buSzPts val="1400"/>
              <a:buFont typeface="Arial"/>
              <a:buNone/>
            </a:pPr>
            <a:r>
              <a:rPr lang="en"/>
              <a:t>Interaction: S independently </a:t>
            </a:r>
            <a:endParaRPr/>
          </a:p>
          <a:p>
            <a:pPr indent="0" lvl="0" marL="0" rtl="0" algn="l">
              <a:lnSpc>
                <a:spcPct val="100000"/>
              </a:lnSpc>
              <a:spcBef>
                <a:spcPts val="0"/>
              </a:spcBef>
              <a:spcAft>
                <a:spcPts val="0"/>
              </a:spcAft>
              <a:buClr>
                <a:schemeClr val="dk1"/>
              </a:buClr>
              <a:buSzPts val="1400"/>
              <a:buFont typeface="Arial"/>
              <a:buNone/>
            </a:pPr>
            <a:r>
              <a:rPr lang="en"/>
              <a:t>Teacher: </a:t>
            </a:r>
            <a:endParaRPr/>
          </a:p>
          <a:p>
            <a:pPr indent="-298450" lvl="0" marL="457200" rtl="0" algn="l">
              <a:lnSpc>
                <a:spcPct val="100000"/>
              </a:lnSpc>
              <a:spcBef>
                <a:spcPts val="0"/>
              </a:spcBef>
              <a:spcAft>
                <a:spcPts val="0"/>
              </a:spcAft>
              <a:buSzPts val="1100"/>
              <a:buChar char="-"/>
            </a:pPr>
            <a:r>
              <a:rPr lang="en"/>
              <a:t>Open your student template. </a:t>
            </a:r>
            <a:endParaRPr/>
          </a:p>
          <a:p>
            <a:pPr indent="-298450" lvl="0" marL="457200" rtl="0" algn="l">
              <a:lnSpc>
                <a:spcPct val="100000"/>
              </a:lnSpc>
              <a:spcBef>
                <a:spcPts val="0"/>
              </a:spcBef>
              <a:spcAft>
                <a:spcPts val="0"/>
              </a:spcAft>
              <a:buSzPts val="1100"/>
              <a:buChar char="-"/>
            </a:pPr>
            <a:r>
              <a:rPr lang="en"/>
              <a:t>You already know the topic, think of two points to support your side. </a:t>
            </a:r>
            <a:endParaRPr/>
          </a:p>
          <a:p>
            <a:pPr indent="-298450" lvl="0" marL="457200" rtl="0" algn="l">
              <a:lnSpc>
                <a:spcPct val="100000"/>
              </a:lnSpc>
              <a:spcBef>
                <a:spcPts val="0"/>
              </a:spcBef>
              <a:spcAft>
                <a:spcPts val="0"/>
              </a:spcAft>
              <a:buSzPts val="1100"/>
              <a:buChar char="-"/>
            </a:pPr>
            <a:r>
              <a:rPr lang="en"/>
              <a:t>You have 5 mins to write two points.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14704226861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8" name="Google Shape;798;g14704226861_0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Time: 20 secs</a:t>
            </a:r>
            <a:endParaRPr/>
          </a:p>
          <a:p>
            <a:pPr indent="0" lvl="0" marL="0" rtl="0" algn="l">
              <a:lnSpc>
                <a:spcPct val="100000"/>
              </a:lnSpc>
              <a:spcBef>
                <a:spcPts val="0"/>
              </a:spcBef>
              <a:spcAft>
                <a:spcPts val="0"/>
              </a:spcAft>
              <a:buSzPts val="1100"/>
              <a:buNone/>
            </a:pPr>
            <a:r>
              <a:rPr lang="en"/>
              <a:t>Pace: Steady</a:t>
            </a:r>
            <a:endParaRPr/>
          </a:p>
          <a:p>
            <a:pPr indent="0" lvl="0" marL="0" rtl="0" algn="l">
              <a:lnSpc>
                <a:spcPct val="100000"/>
              </a:lnSpc>
              <a:spcBef>
                <a:spcPts val="0"/>
              </a:spcBef>
              <a:spcAft>
                <a:spcPts val="0"/>
              </a:spcAft>
              <a:buSzPts val="1100"/>
              <a:buNone/>
            </a:pPr>
            <a:r>
              <a:rPr lang="en"/>
              <a:t>Interaction: S-T and T-S</a:t>
            </a:r>
            <a:endParaRPr/>
          </a:p>
          <a:p>
            <a:pPr indent="0" lvl="0" marL="0" rtl="0" algn="l">
              <a:lnSpc>
                <a:spcPct val="100000"/>
              </a:lnSpc>
              <a:spcBef>
                <a:spcPts val="0"/>
              </a:spcBef>
              <a:spcAft>
                <a:spcPts val="0"/>
              </a:spcAft>
              <a:buSzPts val="1100"/>
              <a:buNone/>
            </a:pPr>
            <a:r>
              <a:rPr lang="en"/>
              <a:t>Teacher: </a:t>
            </a:r>
            <a:endParaRPr/>
          </a:p>
          <a:p>
            <a:pPr indent="-298450" lvl="0" marL="457200" rtl="0" algn="l">
              <a:lnSpc>
                <a:spcPct val="100000"/>
              </a:lnSpc>
              <a:spcBef>
                <a:spcPts val="0"/>
              </a:spcBef>
              <a:spcAft>
                <a:spcPts val="0"/>
              </a:spcAft>
              <a:buSzPts val="1100"/>
              <a:buChar char="-"/>
            </a:pPr>
            <a:r>
              <a:rPr lang="en"/>
              <a:t>Now here is the time for an activity.</a:t>
            </a:r>
            <a:endParaRPr/>
          </a:p>
          <a:p>
            <a:pPr indent="-298450" lvl="0" marL="457200" rtl="0" algn="l">
              <a:lnSpc>
                <a:spcPct val="100000"/>
              </a:lnSpc>
              <a:spcBef>
                <a:spcPts val="0"/>
              </a:spcBef>
              <a:spcAft>
                <a:spcPts val="0"/>
              </a:spcAft>
              <a:buSzPts val="1100"/>
              <a:buChar char="-"/>
            </a:pPr>
            <a:r>
              <a:rPr lang="en"/>
              <a:t>Let us play cross examination role play. </a:t>
            </a:r>
            <a:endParaRPr/>
          </a:p>
          <a:p>
            <a:pPr indent="-298450" lvl="0" marL="457200" rtl="0" algn="l">
              <a:lnSpc>
                <a:spcPct val="100000"/>
              </a:lnSpc>
              <a:spcBef>
                <a:spcPts val="0"/>
              </a:spcBef>
              <a:spcAft>
                <a:spcPts val="0"/>
              </a:spcAft>
              <a:buSzPts val="1100"/>
              <a:buChar char="-"/>
            </a:pPr>
            <a:r>
              <a:rPr lang="en"/>
              <a:t>Teacher reads out the rules for the student. The rules are given on the slide. </a:t>
            </a:r>
            <a:endParaRPr/>
          </a:p>
          <a:p>
            <a:pPr indent="-298450" lvl="0" marL="457200" rtl="0" algn="l">
              <a:lnSpc>
                <a:spcPct val="100000"/>
              </a:lnSpc>
              <a:spcBef>
                <a:spcPts val="0"/>
              </a:spcBef>
              <a:spcAft>
                <a:spcPts val="0"/>
              </a:spcAft>
              <a:buSzPts val="1100"/>
              <a:buChar char="-"/>
            </a:pPr>
            <a:r>
              <a:rPr lang="en"/>
              <a:t>Teacher tells the student that he/she will read an argument. Student has to listen to the argument very carefully and then has to cross examine the teacher based on the argument. </a:t>
            </a:r>
            <a:endParaRPr/>
          </a:p>
          <a:p>
            <a:pPr indent="0" lvl="0" marL="0" rtl="0" algn="l">
              <a:lnSpc>
                <a:spcPct val="100000"/>
              </a:lnSpc>
              <a:spcBef>
                <a:spcPts val="0"/>
              </a:spcBef>
              <a:spcAft>
                <a:spcPts val="0"/>
              </a:spcAft>
              <a:buSzPts val="1100"/>
              <a:buNone/>
            </a:pPr>
            <a:r>
              <a:rPr b="1" lang="en"/>
              <a:t>FOR TEACHER: </a:t>
            </a:r>
            <a:r>
              <a:rPr lang="en"/>
              <a:t>This is just a cross-examination activity. The teacher doesn't have to clarify the question asked by the student. This activity is just to test the student’s cross examination skills. </a:t>
            </a:r>
            <a:endParaRPr/>
          </a:p>
          <a:p>
            <a:pPr indent="0" lvl="0" marL="457200" rtl="0" algn="l">
              <a:lnSpc>
                <a:spcPct val="100000"/>
              </a:lnSpc>
              <a:spcBef>
                <a:spcPts val="0"/>
              </a:spcBef>
              <a:spcAft>
                <a:spcPts val="0"/>
              </a:spcAft>
              <a:buSzPts val="1100"/>
              <a:buNone/>
            </a:pPr>
            <a:r>
              <a:t/>
            </a:r>
            <a:endParaRPr/>
          </a:p>
          <a:p>
            <a:pPr indent="0" lvl="0" marL="457200" rtl="0" algn="l">
              <a:lnSpc>
                <a:spcPct val="100000"/>
              </a:lnSpc>
              <a:spcBef>
                <a:spcPts val="0"/>
              </a:spcBef>
              <a:spcAft>
                <a:spcPts val="0"/>
              </a:spcAft>
              <a:buSzPts val="1100"/>
              <a:buNone/>
            </a:pPr>
            <a:r>
              <a:rPr lang="en"/>
              <a:t>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14704226861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5" name="Google Shape;885;g14704226861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Time: 3 mins</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Pace: steady</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Teacher: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Teacher reads out the slide and then let the student cross examine based on the argument made by the teacher. </a:t>
            </a:r>
            <a:endParaRPr>
              <a:solidFill>
                <a:schemeClr val="dk1"/>
              </a:solidFill>
            </a:endParaRPr>
          </a:p>
          <a:p>
            <a:pPr indent="0" lvl="0" marL="0" rtl="0" algn="l">
              <a:lnSpc>
                <a:spcPct val="100000"/>
              </a:lnSpc>
              <a:spcBef>
                <a:spcPts val="0"/>
              </a:spcBef>
              <a:spcAft>
                <a:spcPts val="0"/>
              </a:spcAft>
              <a:buSzPts val="1100"/>
              <a:buNone/>
            </a:pPr>
            <a:r>
              <a:rPr b="1" lang="en">
                <a:solidFill>
                  <a:schemeClr val="dk1"/>
                </a:solidFill>
              </a:rPr>
              <a:t>FOR TEACHER: </a:t>
            </a:r>
            <a:r>
              <a:rPr lang="en">
                <a:solidFill>
                  <a:schemeClr val="dk1"/>
                </a:solidFill>
              </a:rPr>
              <a:t>This is just a cross-examination activity. The teacher doesn't have to clarify the question asked by the student. This activity is just to test the student’s cross examination skills. </a:t>
            </a:r>
            <a:endParaRPr>
              <a:solidFill>
                <a:schemeClr val="dk1"/>
              </a:solidFill>
            </a:endParaRPr>
          </a:p>
          <a:p>
            <a:pPr indent="0" lvl="0" marL="457200" rtl="0" algn="l">
              <a:lnSpc>
                <a:spcPct val="100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13b6acb253f_2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4" name="Google Shape;934;g13b6acb253f_2_3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
                <a:solidFill>
                  <a:schemeClr val="dk1"/>
                </a:solidFill>
              </a:rPr>
              <a:t>Time: 3 mins</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
                <a:solidFill>
                  <a:schemeClr val="dk1"/>
                </a:solidFill>
              </a:rPr>
              <a:t>Teacher: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Let us now watch a negative case study.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Tell the student this is your opponent’s point of view.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Play the video and ask the student to observe it carefully.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Once the video is over, let the student cross examine the opponent by asking a question. </a:t>
            </a:r>
            <a:endParaRPr>
              <a:solidFill>
                <a:schemeClr val="dk1"/>
              </a:solidFill>
            </a:endParaRPr>
          </a:p>
          <a:p>
            <a:pPr indent="0" lvl="0" marL="0" rtl="0" algn="l">
              <a:lnSpc>
                <a:spcPct val="100000"/>
              </a:lnSpc>
              <a:spcBef>
                <a:spcPts val="0"/>
              </a:spcBef>
              <a:spcAft>
                <a:spcPts val="0"/>
              </a:spcAft>
              <a:buSzPts val="1100"/>
              <a:buNone/>
            </a:pPr>
            <a:r>
              <a:rPr b="1" lang="en">
                <a:solidFill>
                  <a:schemeClr val="dk1"/>
                </a:solidFill>
              </a:rPr>
              <a:t>For teacher:</a:t>
            </a:r>
            <a:r>
              <a:rPr lang="en">
                <a:solidFill>
                  <a:schemeClr val="dk1"/>
                </a:solidFill>
              </a:rPr>
              <a:t> This cross examination is just for the student to understand how they can actually cross examine their opponents. Let the student just come up with a question to ask the opponent.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13c0da3d8d0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2" name="Google Shape;952;g13c0da3d8d0_0_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
                <a:solidFill>
                  <a:schemeClr val="dk1"/>
                </a:solidFill>
              </a:rPr>
              <a:t>Time: 20 secs</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
                <a:solidFill>
                  <a:schemeClr val="dk1"/>
                </a:solidFill>
              </a:rPr>
              <a:t>Teacher: </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
                <a:solidFill>
                  <a:schemeClr val="dk1"/>
                </a:solidFill>
              </a:rPr>
              <a:t>Teacher reads the slide and moves to the next slide. </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13fd850ae91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5" name="Google Shape;1045;g13fd850ae91_0_1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highlight>
                  <a:schemeClr val="lt1"/>
                </a:highlight>
              </a:rPr>
              <a:t>Slide 22+23 together can take 3 mins </a:t>
            </a:r>
            <a:endParaRPr b="1">
              <a:solidFill>
                <a:schemeClr val="dk1"/>
              </a:solidFill>
              <a:highlight>
                <a:schemeClr val="lt1"/>
              </a:highlight>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rPr>
              <a:t>Time: 1 min</a:t>
            </a:r>
            <a:endParaRPr>
              <a:solidFill>
                <a:schemeClr val="dk1"/>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rPr>
              <a:t>Pace: Steady</a:t>
            </a:r>
            <a:endParaRPr>
              <a:solidFill>
                <a:schemeClr val="dk1"/>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rPr>
              <a:t>Teacher: </a:t>
            </a:r>
            <a:endParaRPr>
              <a:solidFill>
                <a:schemeClr val="dk1"/>
              </a:solidFill>
              <a:highlight>
                <a:srgbClr val="FFFFFF"/>
              </a:highlight>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Let the student read the example and then explain. </a:t>
            </a:r>
            <a:endParaRPr>
              <a:solidFill>
                <a:schemeClr val="dk1"/>
              </a:solidFill>
            </a:endParaRPr>
          </a:p>
          <a:p>
            <a:pPr indent="0" lvl="0" marL="45720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13fd850ae91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7" name="Google Shape;1057;g13fd850ae91_0_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highlight>
                  <a:srgbClr val="FFFFFF"/>
                </a:highlight>
              </a:rPr>
              <a:t>Slide 22+23 together can take 3 mins </a:t>
            </a:r>
            <a:endParaRPr b="1">
              <a:solidFill>
                <a:schemeClr val="dk1"/>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rPr>
              <a:t>Time: 1 min</a:t>
            </a:r>
            <a:endParaRPr>
              <a:solidFill>
                <a:schemeClr val="dk1"/>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rPr>
              <a:t>Pace: Steady</a:t>
            </a:r>
            <a:endParaRPr>
              <a:solidFill>
                <a:schemeClr val="dk1"/>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rPr>
              <a:t>Teacher: </a:t>
            </a:r>
            <a:endParaRPr>
              <a:solidFill>
                <a:schemeClr val="dk1"/>
              </a:solidFill>
              <a:highlight>
                <a:srgbClr val="FFFFFF"/>
              </a:highlight>
            </a:endParaRPr>
          </a:p>
          <a:p>
            <a:pPr indent="-298450" lvl="0" marL="457200" rtl="0" algn="l">
              <a:lnSpc>
                <a:spcPct val="100000"/>
              </a:lnSpc>
              <a:spcBef>
                <a:spcPts val="0"/>
              </a:spcBef>
              <a:spcAft>
                <a:spcPts val="0"/>
              </a:spcAft>
              <a:buClr>
                <a:srgbClr val="333333"/>
              </a:buClr>
              <a:buSzPts val="1100"/>
              <a:buChar char="-"/>
            </a:pPr>
            <a:r>
              <a:rPr lang="en">
                <a:solidFill>
                  <a:schemeClr val="dk1"/>
                </a:solidFill>
              </a:rPr>
              <a:t>Rebuttal is also done by both the teams. It is basically when you try to prove the other team wrong. </a:t>
            </a:r>
            <a:endParaRPr>
              <a:solidFill>
                <a:schemeClr val="dk1"/>
              </a:solidFill>
            </a:endParaRPr>
          </a:p>
          <a:p>
            <a:pPr indent="-298450" lvl="0" marL="457200" rtl="0" algn="l">
              <a:lnSpc>
                <a:spcPct val="100000"/>
              </a:lnSpc>
              <a:spcBef>
                <a:spcPts val="0"/>
              </a:spcBef>
              <a:spcAft>
                <a:spcPts val="0"/>
              </a:spcAft>
              <a:buClr>
                <a:srgbClr val="333333"/>
              </a:buClr>
              <a:buSzPts val="1100"/>
              <a:buChar char="-"/>
            </a:pPr>
            <a:r>
              <a:rPr lang="en">
                <a:solidFill>
                  <a:schemeClr val="dk1"/>
                </a:solidFill>
              </a:rPr>
              <a:t>Let the student read the example and then explain. </a:t>
            </a:r>
            <a:endParaRPr>
              <a:solidFill>
                <a:schemeClr val="dk1"/>
              </a:solidFill>
            </a:endParaRPr>
          </a:p>
          <a:p>
            <a:pPr indent="0" lvl="0" marL="45720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1470438f48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9" name="Google Shape;1069;g1470438f480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
                <a:solidFill>
                  <a:schemeClr val="dk1"/>
                </a:solidFill>
              </a:rPr>
              <a:t>Time: 3 mins</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
                <a:solidFill>
                  <a:schemeClr val="dk1"/>
                </a:solidFill>
              </a:rPr>
              <a:t>Teacher: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Let us now watch a negative case study.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Tell the student this is your opponent’s point of view.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Play the video and ask the student to observe it carefully.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Once the video is over, let the student write their rebuttal script.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g13fd850ae91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2" name="Google Shape;1082;g13fd850ae91_0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
              <a:t>Time: 5 mins </a:t>
            </a:r>
            <a:endParaRPr/>
          </a:p>
          <a:p>
            <a:pPr indent="0" lvl="0" marL="0" rtl="0" algn="l">
              <a:lnSpc>
                <a:spcPct val="100000"/>
              </a:lnSpc>
              <a:spcBef>
                <a:spcPts val="0"/>
              </a:spcBef>
              <a:spcAft>
                <a:spcPts val="0"/>
              </a:spcAft>
              <a:buClr>
                <a:schemeClr val="dk1"/>
              </a:buClr>
              <a:buSzPts val="1400"/>
              <a:buFont typeface="Arial"/>
              <a:buNone/>
            </a:pPr>
            <a:r>
              <a:rPr lang="en"/>
              <a:t>Pace: Detailed</a:t>
            </a:r>
            <a:endParaRPr/>
          </a:p>
          <a:p>
            <a:pPr indent="0" lvl="0" marL="0" rtl="0" algn="l">
              <a:lnSpc>
                <a:spcPct val="100000"/>
              </a:lnSpc>
              <a:spcBef>
                <a:spcPts val="0"/>
              </a:spcBef>
              <a:spcAft>
                <a:spcPts val="0"/>
              </a:spcAft>
              <a:buClr>
                <a:schemeClr val="dk1"/>
              </a:buClr>
              <a:buSzPts val="1400"/>
              <a:buFont typeface="Arial"/>
              <a:buNone/>
            </a:pPr>
            <a:r>
              <a:rPr lang="en"/>
              <a:t>Interaction: S independently </a:t>
            </a:r>
            <a:endParaRPr/>
          </a:p>
          <a:p>
            <a:pPr indent="0" lvl="0" marL="0" rtl="0" algn="l">
              <a:lnSpc>
                <a:spcPct val="100000"/>
              </a:lnSpc>
              <a:spcBef>
                <a:spcPts val="0"/>
              </a:spcBef>
              <a:spcAft>
                <a:spcPts val="0"/>
              </a:spcAft>
              <a:buClr>
                <a:schemeClr val="dk1"/>
              </a:buClr>
              <a:buSzPts val="1400"/>
              <a:buFont typeface="Arial"/>
              <a:buNone/>
            </a:pPr>
            <a:r>
              <a:rPr lang="en"/>
              <a:t>Teacher: </a:t>
            </a:r>
            <a:endParaRPr/>
          </a:p>
          <a:p>
            <a:pPr indent="-298450" lvl="0" marL="457200" rtl="0" algn="l">
              <a:lnSpc>
                <a:spcPct val="100000"/>
              </a:lnSpc>
              <a:spcBef>
                <a:spcPts val="0"/>
              </a:spcBef>
              <a:spcAft>
                <a:spcPts val="0"/>
              </a:spcAft>
              <a:buSzPts val="1100"/>
              <a:buChar char="-"/>
            </a:pPr>
            <a:r>
              <a:rPr lang="en"/>
              <a:t>Open your student template. </a:t>
            </a:r>
            <a:endParaRPr/>
          </a:p>
          <a:p>
            <a:pPr indent="-298450" lvl="0" marL="457200" rtl="0" algn="l">
              <a:lnSpc>
                <a:spcPct val="100000"/>
              </a:lnSpc>
              <a:spcBef>
                <a:spcPts val="0"/>
              </a:spcBef>
              <a:spcAft>
                <a:spcPts val="0"/>
              </a:spcAft>
              <a:buSzPts val="1100"/>
              <a:buChar char="-"/>
            </a:pPr>
            <a:r>
              <a:rPr lang="en"/>
              <a:t>You have to write a rebuttal script based on the video that you watched of your opponent’s negative speech. </a:t>
            </a:r>
            <a:endParaRPr/>
          </a:p>
          <a:p>
            <a:pPr indent="-298450" lvl="0" marL="457200" rtl="0" algn="l">
              <a:lnSpc>
                <a:spcPct val="100000"/>
              </a:lnSpc>
              <a:spcBef>
                <a:spcPts val="0"/>
              </a:spcBef>
              <a:spcAft>
                <a:spcPts val="0"/>
              </a:spcAft>
              <a:buSzPts val="1100"/>
              <a:buChar char="-"/>
            </a:pPr>
            <a:r>
              <a:rPr lang="en"/>
              <a:t>Write your rebuttal speech and try to prove your opponent wrong. </a:t>
            </a:r>
            <a:endParaRPr/>
          </a:p>
          <a:p>
            <a:pPr indent="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13fbba25656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6" name="Google Shape;1146;g13fbba25656_0_2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Time: 20 secs</a:t>
            </a:r>
            <a:endParaRPr/>
          </a:p>
          <a:p>
            <a:pPr indent="0" lvl="0" marL="0" rtl="0" algn="l">
              <a:lnSpc>
                <a:spcPct val="100000"/>
              </a:lnSpc>
              <a:spcBef>
                <a:spcPts val="0"/>
              </a:spcBef>
              <a:spcAft>
                <a:spcPts val="0"/>
              </a:spcAft>
              <a:buSzPts val="1100"/>
              <a:buNone/>
            </a:pPr>
            <a:r>
              <a:rPr lang="en"/>
              <a:t>Teacher: </a:t>
            </a:r>
            <a:endParaRPr/>
          </a:p>
          <a:p>
            <a:pPr indent="-298450" lvl="0" marL="457200" rtl="0" algn="l">
              <a:lnSpc>
                <a:spcPct val="100000"/>
              </a:lnSpc>
              <a:spcBef>
                <a:spcPts val="0"/>
              </a:spcBef>
              <a:spcAft>
                <a:spcPts val="0"/>
              </a:spcAft>
              <a:buSzPts val="1100"/>
              <a:buChar char="-"/>
            </a:pPr>
            <a:r>
              <a:rPr lang="en"/>
              <a:t>Teacher reads the slide and moves to the next slide. </a:t>
            </a:r>
            <a:endParaRPr/>
          </a:p>
          <a:p>
            <a:pPr indent="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13c1cbfbac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1" name="Google Shape;1231;g13c1cbfbac6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Time: 2 mins</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Pace: Steady</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Teacher: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You are going to present your speech today. </a:t>
            </a:r>
            <a:endParaRPr>
              <a:solidFill>
                <a:schemeClr val="dk1"/>
              </a:solidFill>
            </a:endParaRPr>
          </a:p>
          <a:p>
            <a:pPr indent="-298450" lvl="0" marL="457200" rtl="0" algn="l">
              <a:lnSpc>
                <a:spcPct val="80000"/>
              </a:lnSpc>
              <a:spcBef>
                <a:spcPts val="0"/>
              </a:spcBef>
              <a:spcAft>
                <a:spcPts val="0"/>
              </a:spcAft>
              <a:buClr>
                <a:schemeClr val="dk1"/>
              </a:buClr>
              <a:buSzPts val="1100"/>
              <a:buChar char="-"/>
            </a:pPr>
            <a:r>
              <a:rPr lang="en">
                <a:solidFill>
                  <a:schemeClr val="dk1"/>
                </a:solidFill>
              </a:rPr>
              <a:t>Here are some tips for you before presenting your speech.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g13b6acb253f_7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1" name="Google Shape;1311;g13b6acb253f_7_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Time: 4 mins</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Teacher: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You have already prepared your script for the debate, now you have to present your script using the delivery technique that you learned today.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You will be getting 30 coins if you present yourself beautifully.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Teacher will give a feedback based on the following </a:t>
            </a:r>
            <a:r>
              <a:rPr lang="en">
                <a:solidFill>
                  <a:schemeClr val="dk1"/>
                </a:solidFill>
              </a:rPr>
              <a:t>criteria</a:t>
            </a:r>
            <a:r>
              <a:rPr lang="en">
                <a:solidFill>
                  <a:schemeClr val="dk1"/>
                </a:solidFill>
              </a:rPr>
              <a:t>- </a:t>
            </a:r>
            <a:endParaRPr>
              <a:solidFill>
                <a:schemeClr val="dk1"/>
              </a:solidFill>
            </a:endParaRPr>
          </a:p>
          <a:p>
            <a:pPr indent="-298450" lvl="0" marL="457200" rtl="0" algn="just">
              <a:lnSpc>
                <a:spcPct val="100000"/>
              </a:lnSpc>
              <a:spcBef>
                <a:spcPts val="0"/>
              </a:spcBef>
              <a:spcAft>
                <a:spcPts val="0"/>
              </a:spcAft>
              <a:buClr>
                <a:schemeClr val="dk1"/>
              </a:buClr>
              <a:buSzPts val="1100"/>
              <a:buChar char="●"/>
            </a:pPr>
            <a:r>
              <a:rPr lang="en">
                <a:solidFill>
                  <a:schemeClr val="dk1"/>
                </a:solidFill>
              </a:rPr>
              <a:t>Look at the judges (into the camera)</a:t>
            </a:r>
            <a:endParaRPr>
              <a:solidFill>
                <a:schemeClr val="dk1"/>
              </a:solidFill>
            </a:endParaRPr>
          </a:p>
          <a:p>
            <a:pPr indent="-298450" lvl="0" marL="457200" rtl="0" algn="just">
              <a:lnSpc>
                <a:spcPct val="100000"/>
              </a:lnSpc>
              <a:spcBef>
                <a:spcPts val="0"/>
              </a:spcBef>
              <a:spcAft>
                <a:spcPts val="0"/>
              </a:spcAft>
              <a:buClr>
                <a:schemeClr val="dk1"/>
              </a:buClr>
              <a:buSzPts val="1100"/>
              <a:buChar char="●"/>
            </a:pPr>
            <a:r>
              <a:rPr lang="en">
                <a:solidFill>
                  <a:schemeClr val="dk1"/>
                </a:solidFill>
              </a:rPr>
              <a:t>Stay calm and professional.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Stress on the important words.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4" name="Shape 1394"/>
        <p:cNvGrpSpPr/>
        <p:nvPr/>
      </p:nvGrpSpPr>
      <p:grpSpPr>
        <a:xfrm>
          <a:off x="0" y="0"/>
          <a:ext cx="0" cy="0"/>
          <a:chOff x="0" y="0"/>
          <a:chExt cx="0" cy="0"/>
        </a:xfrm>
      </p:grpSpPr>
      <p:sp>
        <p:nvSpPr>
          <p:cNvPr id="1395" name="Google Shape;1395;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6" name="Google Shape;139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9" name="Google Shape;144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Time: 3 mins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rPr>
              <a:t>It is mandatory for both students and teachers to fill the exit slip.</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EXIT SLIP for students.</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Link: </a:t>
            </a:r>
            <a:r>
              <a:rPr lang="en" u="sng">
                <a:solidFill>
                  <a:schemeClr val="hlink"/>
                </a:solidFill>
                <a:hlinkClick r:id="rId2"/>
              </a:rPr>
              <a:t>https://forms.gle/63Dt9a335JErfTDE7</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Share the link with students and ask them to fill it in class before they leave.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EXIT SLIP for teachers: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While the students are filling their exit slips, teachers will fill the one given below.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Link: </a:t>
            </a:r>
            <a:r>
              <a:rPr lang="en" sz="1150">
                <a:solidFill>
                  <a:schemeClr val="hlink"/>
                </a:solidFill>
                <a:uFill>
                  <a:noFill/>
                </a:uFill>
                <a:hlinkClick r:id="rId3"/>
              </a:rPr>
              <a:t>https://forms.gle/sGd9o4KYu7t7oi9p6</a:t>
            </a:r>
            <a:r>
              <a:rPr lang="en">
                <a:solidFill>
                  <a:schemeClr val="dk1"/>
                </a:solidFill>
              </a:rPr>
              <a:t>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32"/>
          <p:cNvSpPr txBox="1"/>
          <p:nvPr>
            <p:ph type="ctrTitle"/>
          </p:nvPr>
        </p:nvSpPr>
        <p:spPr>
          <a:xfrm>
            <a:off x="457200" y="1511450"/>
            <a:ext cx="4304100" cy="1644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191919"/>
              </a:buClr>
              <a:buSzPts val="5200"/>
              <a:buNone/>
              <a:defRPr sz="53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0" name="Google Shape;10;p32"/>
          <p:cNvSpPr txBox="1"/>
          <p:nvPr>
            <p:ph idx="1" type="subTitle"/>
          </p:nvPr>
        </p:nvSpPr>
        <p:spPr>
          <a:xfrm>
            <a:off x="457200" y="3156250"/>
            <a:ext cx="4304100" cy="475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600"/>
              <a:buNone/>
              <a:defRPr>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 name="Shape 11"/>
        <p:cNvGrpSpPr/>
        <p:nvPr/>
      </p:nvGrpSpPr>
      <p:grpSpPr>
        <a:xfrm>
          <a:off x="0" y="0"/>
          <a:ext cx="0" cy="0"/>
          <a:chOff x="0" y="0"/>
          <a:chExt cx="0" cy="0"/>
        </a:xfrm>
      </p:grpSpPr>
      <p:sp>
        <p:nvSpPr>
          <p:cNvPr id="12" name="Google Shape;12;p33"/>
          <p:cNvSpPr txBox="1"/>
          <p:nvPr>
            <p:ph type="title"/>
          </p:nvPr>
        </p:nvSpPr>
        <p:spPr>
          <a:xfrm>
            <a:off x="720000" y="445025"/>
            <a:ext cx="7704000" cy="433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900"/>
              <a:buNone/>
              <a:defRPr sz="28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4"/>
          <p:cNvSpPr txBox="1"/>
          <p:nvPr>
            <p:ph type="title"/>
          </p:nvPr>
        </p:nvSpPr>
        <p:spPr>
          <a:xfrm>
            <a:off x="720000" y="2314050"/>
            <a:ext cx="50676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34"/>
          <p:cNvSpPr txBox="1"/>
          <p:nvPr>
            <p:ph idx="2" type="title"/>
          </p:nvPr>
        </p:nvSpPr>
        <p:spPr>
          <a:xfrm>
            <a:off x="720000" y="1472250"/>
            <a:ext cx="914400" cy="84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6" name="Google Shape;16;p34"/>
          <p:cNvSpPr txBox="1"/>
          <p:nvPr>
            <p:ph idx="1" type="subTitle"/>
          </p:nvPr>
        </p:nvSpPr>
        <p:spPr>
          <a:xfrm>
            <a:off x="720000" y="3155850"/>
            <a:ext cx="5067600" cy="515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35"/>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9" name="Google Shape;19;p35"/>
          <p:cNvSpPr txBox="1"/>
          <p:nvPr>
            <p:ph idx="1" type="body"/>
          </p:nvPr>
        </p:nvSpPr>
        <p:spPr>
          <a:xfrm>
            <a:off x="720000" y="1215752"/>
            <a:ext cx="7704000" cy="3416400"/>
          </a:xfrm>
          <a:prstGeom prst="rect">
            <a:avLst/>
          </a:prstGeom>
          <a:noFill/>
          <a:ln>
            <a:noFill/>
          </a:ln>
        </p:spPr>
        <p:txBody>
          <a:bodyPr anchorCtr="0" anchor="ctr" bIns="91425" lIns="91425" spcFirstLastPara="1" rIns="91425" wrap="square" tIns="91425">
            <a:noAutofit/>
          </a:bodyPr>
          <a:lstStyle>
            <a:lvl1pPr indent="-304800" lvl="0" marL="457200" algn="l">
              <a:lnSpc>
                <a:spcPct val="100000"/>
              </a:lnSpc>
              <a:spcBef>
                <a:spcPts val="0"/>
              </a:spcBef>
              <a:spcAft>
                <a:spcPts val="0"/>
              </a:spcAft>
              <a:buClr>
                <a:srgbClr val="434343"/>
              </a:buClr>
              <a:buSzPts val="1200"/>
              <a:buAutoNum type="arabicPeriod"/>
              <a:defRPr sz="1250">
                <a:solidFill>
                  <a:srgbClr val="434343"/>
                </a:solidFill>
              </a:defRPr>
            </a:lvl1pPr>
            <a:lvl2pPr indent="-304800" lvl="1" marL="914400" algn="l">
              <a:lnSpc>
                <a:spcPct val="115000"/>
              </a:lnSpc>
              <a:spcBef>
                <a:spcPts val="1600"/>
              </a:spcBef>
              <a:spcAft>
                <a:spcPts val="0"/>
              </a:spcAft>
              <a:buClr>
                <a:srgbClr val="434343"/>
              </a:buClr>
              <a:buSzPts val="1200"/>
              <a:buFont typeface="Roboto Condensed Light"/>
              <a:buAutoNum type="alphaLcPeriod"/>
              <a:defRPr>
                <a:solidFill>
                  <a:srgbClr val="434343"/>
                </a:solidFill>
              </a:defRPr>
            </a:lvl2pPr>
            <a:lvl3pPr indent="-304800" lvl="2" marL="1371600" algn="l">
              <a:lnSpc>
                <a:spcPct val="115000"/>
              </a:lnSpc>
              <a:spcBef>
                <a:spcPts val="1600"/>
              </a:spcBef>
              <a:spcAft>
                <a:spcPts val="0"/>
              </a:spcAft>
              <a:buClr>
                <a:srgbClr val="434343"/>
              </a:buClr>
              <a:buSzPts val="1200"/>
              <a:buFont typeface="Roboto Condensed Light"/>
              <a:buAutoNum type="romanLcPeriod"/>
              <a:defRPr>
                <a:solidFill>
                  <a:srgbClr val="434343"/>
                </a:solidFill>
              </a:defRPr>
            </a:lvl3pPr>
            <a:lvl4pPr indent="-304800" lvl="3" marL="1828800" algn="l">
              <a:lnSpc>
                <a:spcPct val="115000"/>
              </a:lnSpc>
              <a:spcBef>
                <a:spcPts val="1600"/>
              </a:spcBef>
              <a:spcAft>
                <a:spcPts val="0"/>
              </a:spcAft>
              <a:buClr>
                <a:srgbClr val="434343"/>
              </a:buClr>
              <a:buSzPts val="1200"/>
              <a:buFont typeface="Roboto Condensed Light"/>
              <a:buAutoNum type="arabicPeriod"/>
              <a:defRPr>
                <a:solidFill>
                  <a:srgbClr val="434343"/>
                </a:solidFill>
              </a:defRPr>
            </a:lvl4pPr>
            <a:lvl5pPr indent="-304800" lvl="4" marL="2286000" algn="l">
              <a:lnSpc>
                <a:spcPct val="115000"/>
              </a:lnSpc>
              <a:spcBef>
                <a:spcPts val="1600"/>
              </a:spcBef>
              <a:spcAft>
                <a:spcPts val="0"/>
              </a:spcAft>
              <a:buClr>
                <a:srgbClr val="434343"/>
              </a:buClr>
              <a:buSzPts val="1200"/>
              <a:buFont typeface="Roboto Condensed Light"/>
              <a:buAutoNum type="alphaLcPeriod"/>
              <a:defRPr>
                <a:solidFill>
                  <a:srgbClr val="434343"/>
                </a:solidFill>
              </a:defRPr>
            </a:lvl5pPr>
            <a:lvl6pPr indent="-304800" lvl="5" marL="2743200" algn="l">
              <a:lnSpc>
                <a:spcPct val="115000"/>
              </a:lnSpc>
              <a:spcBef>
                <a:spcPts val="1600"/>
              </a:spcBef>
              <a:spcAft>
                <a:spcPts val="0"/>
              </a:spcAft>
              <a:buClr>
                <a:srgbClr val="434343"/>
              </a:buClr>
              <a:buSzPts val="1200"/>
              <a:buFont typeface="Roboto Condensed Light"/>
              <a:buAutoNum type="romanLcPeriod"/>
              <a:defRPr>
                <a:solidFill>
                  <a:srgbClr val="434343"/>
                </a:solidFill>
              </a:defRPr>
            </a:lvl6pPr>
            <a:lvl7pPr indent="-304800" lvl="6" marL="3200400" algn="l">
              <a:lnSpc>
                <a:spcPct val="115000"/>
              </a:lnSpc>
              <a:spcBef>
                <a:spcPts val="1600"/>
              </a:spcBef>
              <a:spcAft>
                <a:spcPts val="0"/>
              </a:spcAft>
              <a:buClr>
                <a:srgbClr val="434343"/>
              </a:buClr>
              <a:buSzPts val="1200"/>
              <a:buFont typeface="Roboto Condensed Light"/>
              <a:buAutoNum type="arabicPeriod"/>
              <a:defRPr>
                <a:solidFill>
                  <a:srgbClr val="434343"/>
                </a:solidFill>
              </a:defRPr>
            </a:lvl7pPr>
            <a:lvl8pPr indent="-304800" lvl="7" marL="3657600" algn="l">
              <a:lnSpc>
                <a:spcPct val="115000"/>
              </a:lnSpc>
              <a:spcBef>
                <a:spcPts val="1600"/>
              </a:spcBef>
              <a:spcAft>
                <a:spcPts val="0"/>
              </a:spcAft>
              <a:buClr>
                <a:srgbClr val="434343"/>
              </a:buClr>
              <a:buSzPts val="1200"/>
              <a:buFont typeface="Roboto Condensed Light"/>
              <a:buAutoNum type="alphaLcPeriod"/>
              <a:defRPr>
                <a:solidFill>
                  <a:srgbClr val="434343"/>
                </a:solidFill>
              </a:defRPr>
            </a:lvl8pPr>
            <a:lvl9pPr indent="-304800" lvl="8" marL="4114800" algn="l">
              <a:lnSpc>
                <a:spcPct val="115000"/>
              </a:lnSpc>
              <a:spcBef>
                <a:spcPts val="1600"/>
              </a:spcBef>
              <a:spcAft>
                <a:spcPts val="1600"/>
              </a:spcAft>
              <a:buClr>
                <a:srgbClr val="434343"/>
              </a:buClr>
              <a:buSzPts val="1200"/>
              <a:buFont typeface="Roboto Condensed Light"/>
              <a:buAutoNum type="romanLcPeriod"/>
              <a:defRPr>
                <a:solidFill>
                  <a:srgbClr val="434343"/>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36"/>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2" name="Google Shape;22;p36"/>
          <p:cNvSpPr txBox="1"/>
          <p:nvPr>
            <p:ph idx="2" type="title"/>
          </p:nvPr>
        </p:nvSpPr>
        <p:spPr>
          <a:xfrm>
            <a:off x="1537425" y="2112197"/>
            <a:ext cx="2742600" cy="55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b="0" sz="2500">
                <a:solidFill>
                  <a:schemeClr val="accent2"/>
                </a:solidFill>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3" name="Google Shape;23;p36"/>
          <p:cNvSpPr txBox="1"/>
          <p:nvPr>
            <p:ph idx="3" type="title"/>
          </p:nvPr>
        </p:nvSpPr>
        <p:spPr>
          <a:xfrm>
            <a:off x="4863972" y="2112197"/>
            <a:ext cx="2742600" cy="55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b="0" sz="2500">
                <a:solidFill>
                  <a:schemeClr val="accent2"/>
                </a:solidFill>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4" name="Google Shape;24;p36"/>
          <p:cNvSpPr txBox="1"/>
          <p:nvPr>
            <p:ph idx="1" type="subTitle"/>
          </p:nvPr>
        </p:nvSpPr>
        <p:spPr>
          <a:xfrm>
            <a:off x="4863975" y="2671100"/>
            <a:ext cx="2742600" cy="1340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b="0"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5" name="Google Shape;25;p36"/>
          <p:cNvSpPr txBox="1"/>
          <p:nvPr>
            <p:ph idx="4" type="subTitle"/>
          </p:nvPr>
        </p:nvSpPr>
        <p:spPr>
          <a:xfrm>
            <a:off x="1537425" y="2671100"/>
            <a:ext cx="2742600" cy="1340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b="0"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6" name="Shape 26"/>
        <p:cNvGrpSpPr/>
        <p:nvPr/>
      </p:nvGrpSpPr>
      <p:grpSpPr>
        <a:xfrm>
          <a:off x="0" y="0"/>
          <a:ext cx="0" cy="0"/>
          <a:chOff x="0" y="0"/>
          <a:chExt cx="0" cy="0"/>
        </a:xfrm>
      </p:grpSpPr>
      <p:sp>
        <p:nvSpPr>
          <p:cNvPr id="27" name="Google Shape;27;p37"/>
          <p:cNvSpPr txBox="1"/>
          <p:nvPr>
            <p:ph idx="1" type="body"/>
          </p:nvPr>
        </p:nvSpPr>
        <p:spPr>
          <a:xfrm>
            <a:off x="720000" y="1843250"/>
            <a:ext cx="3620100" cy="2616600"/>
          </a:xfrm>
          <a:prstGeom prst="rect">
            <a:avLst/>
          </a:prstGeom>
          <a:noFill/>
          <a:ln>
            <a:noFill/>
          </a:ln>
        </p:spPr>
        <p:txBody>
          <a:bodyPr anchorCtr="0" anchor="ctr" bIns="91425" lIns="91425" spcFirstLastPara="1" rIns="91425" wrap="square" tIns="91425">
            <a:noAutofit/>
          </a:bodyPr>
          <a:lstStyle>
            <a:lvl1pPr indent="-292100" lvl="0" marL="457200" algn="l">
              <a:lnSpc>
                <a:spcPct val="100000"/>
              </a:lnSpc>
              <a:spcBef>
                <a:spcPts val="0"/>
              </a:spcBef>
              <a:spcAft>
                <a:spcPts val="0"/>
              </a:spcAft>
              <a:buSzPts val="1000"/>
              <a:buAutoNum type="arabicPeriod"/>
              <a:defRPr>
                <a:solidFill>
                  <a:srgbClr val="434343"/>
                </a:solidFill>
              </a:defRPr>
            </a:lvl1pPr>
            <a:lvl2pPr indent="-330200" lvl="1" marL="914400" algn="l">
              <a:lnSpc>
                <a:spcPct val="115000"/>
              </a:lnSpc>
              <a:spcBef>
                <a:spcPts val="0"/>
              </a:spcBef>
              <a:spcAft>
                <a:spcPts val="0"/>
              </a:spcAft>
              <a:buSzPts val="1600"/>
              <a:buAutoNum type="alphaLcPeriod"/>
              <a:defRPr>
                <a:solidFill>
                  <a:srgbClr val="434343"/>
                </a:solidFill>
              </a:defRPr>
            </a:lvl2pPr>
            <a:lvl3pPr indent="-330200" lvl="2" marL="1371600" algn="l">
              <a:lnSpc>
                <a:spcPct val="115000"/>
              </a:lnSpc>
              <a:spcBef>
                <a:spcPts val="1600"/>
              </a:spcBef>
              <a:spcAft>
                <a:spcPts val="0"/>
              </a:spcAft>
              <a:buSzPts val="1600"/>
              <a:buAutoNum type="romanLcPeriod"/>
              <a:defRPr>
                <a:solidFill>
                  <a:srgbClr val="434343"/>
                </a:solidFill>
              </a:defRPr>
            </a:lvl3pPr>
            <a:lvl4pPr indent="-330200" lvl="3" marL="1828800" algn="l">
              <a:lnSpc>
                <a:spcPct val="115000"/>
              </a:lnSpc>
              <a:spcBef>
                <a:spcPts val="1600"/>
              </a:spcBef>
              <a:spcAft>
                <a:spcPts val="0"/>
              </a:spcAft>
              <a:buSzPts val="1600"/>
              <a:buAutoNum type="arabicPeriod"/>
              <a:defRPr>
                <a:solidFill>
                  <a:srgbClr val="434343"/>
                </a:solidFill>
              </a:defRPr>
            </a:lvl4pPr>
            <a:lvl5pPr indent="-330200" lvl="4" marL="2286000" algn="l">
              <a:lnSpc>
                <a:spcPct val="115000"/>
              </a:lnSpc>
              <a:spcBef>
                <a:spcPts val="1600"/>
              </a:spcBef>
              <a:spcAft>
                <a:spcPts val="0"/>
              </a:spcAft>
              <a:buSzPts val="1600"/>
              <a:buAutoNum type="alphaLcPeriod"/>
              <a:defRPr>
                <a:solidFill>
                  <a:srgbClr val="434343"/>
                </a:solidFill>
              </a:defRPr>
            </a:lvl5pPr>
            <a:lvl6pPr indent="-330200" lvl="5" marL="2743200" algn="l">
              <a:lnSpc>
                <a:spcPct val="115000"/>
              </a:lnSpc>
              <a:spcBef>
                <a:spcPts val="1600"/>
              </a:spcBef>
              <a:spcAft>
                <a:spcPts val="0"/>
              </a:spcAft>
              <a:buSzPts val="1600"/>
              <a:buAutoNum type="romanLcPeriod"/>
              <a:defRPr>
                <a:solidFill>
                  <a:srgbClr val="434343"/>
                </a:solidFill>
              </a:defRPr>
            </a:lvl6pPr>
            <a:lvl7pPr indent="-330200" lvl="6" marL="3200400" algn="l">
              <a:lnSpc>
                <a:spcPct val="115000"/>
              </a:lnSpc>
              <a:spcBef>
                <a:spcPts val="1600"/>
              </a:spcBef>
              <a:spcAft>
                <a:spcPts val="0"/>
              </a:spcAft>
              <a:buSzPts val="1600"/>
              <a:buAutoNum type="arabicPeriod"/>
              <a:defRPr>
                <a:solidFill>
                  <a:srgbClr val="434343"/>
                </a:solidFill>
              </a:defRPr>
            </a:lvl7pPr>
            <a:lvl8pPr indent="-330200" lvl="7" marL="3657600" algn="l">
              <a:lnSpc>
                <a:spcPct val="115000"/>
              </a:lnSpc>
              <a:spcBef>
                <a:spcPts val="1600"/>
              </a:spcBef>
              <a:spcAft>
                <a:spcPts val="0"/>
              </a:spcAft>
              <a:buSzPts val="1600"/>
              <a:buAutoNum type="alphaLcPeriod"/>
              <a:defRPr>
                <a:solidFill>
                  <a:srgbClr val="434343"/>
                </a:solidFill>
              </a:defRPr>
            </a:lvl8pPr>
            <a:lvl9pPr indent="-330200" lvl="8" marL="4114800" algn="l">
              <a:lnSpc>
                <a:spcPct val="115000"/>
              </a:lnSpc>
              <a:spcBef>
                <a:spcPts val="1600"/>
              </a:spcBef>
              <a:spcAft>
                <a:spcPts val="1600"/>
              </a:spcAft>
              <a:buSzPts val="1600"/>
              <a:buAutoNum type="romanLcPeriod"/>
              <a:defRPr>
                <a:solidFill>
                  <a:srgbClr val="434343"/>
                </a:solidFill>
              </a:defRPr>
            </a:lvl9pPr>
          </a:lstStyle>
          <a:p/>
        </p:txBody>
      </p:sp>
      <p:sp>
        <p:nvSpPr>
          <p:cNvPr id="28" name="Google Shape;28;p37"/>
          <p:cNvSpPr txBox="1"/>
          <p:nvPr>
            <p:ph type="title"/>
          </p:nvPr>
        </p:nvSpPr>
        <p:spPr>
          <a:xfrm>
            <a:off x="720000" y="1015750"/>
            <a:ext cx="42948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9" name="Shape 29"/>
        <p:cNvGrpSpPr/>
        <p:nvPr/>
      </p:nvGrpSpPr>
      <p:grpSpPr>
        <a:xfrm>
          <a:off x="0" y="0"/>
          <a:ext cx="0" cy="0"/>
          <a:chOff x="0" y="0"/>
          <a:chExt cx="0" cy="0"/>
        </a:xfrm>
      </p:grpSpPr>
      <p:sp>
        <p:nvSpPr>
          <p:cNvPr id="30" name="Google Shape;30;p38"/>
          <p:cNvSpPr txBox="1"/>
          <p:nvPr>
            <p:ph type="title"/>
          </p:nvPr>
        </p:nvSpPr>
        <p:spPr>
          <a:xfrm>
            <a:off x="2317950" y="1307100"/>
            <a:ext cx="4508100" cy="25293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1" name="Shape 31"/>
        <p:cNvGrpSpPr/>
        <p:nvPr/>
      </p:nvGrpSpPr>
      <p:grpSpPr>
        <a:xfrm>
          <a:off x="0" y="0"/>
          <a:ext cx="0" cy="0"/>
          <a:chOff x="0" y="0"/>
          <a:chExt cx="0" cy="0"/>
        </a:xfrm>
      </p:grpSpPr>
      <p:sp>
        <p:nvSpPr>
          <p:cNvPr id="32" name="Google Shape;32;p39"/>
          <p:cNvSpPr txBox="1"/>
          <p:nvPr>
            <p:ph type="title"/>
          </p:nvPr>
        </p:nvSpPr>
        <p:spPr>
          <a:xfrm>
            <a:off x="2088300" y="1309950"/>
            <a:ext cx="49674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3" name="Google Shape;33;p39"/>
          <p:cNvSpPr txBox="1"/>
          <p:nvPr>
            <p:ph idx="1" type="subTitle"/>
          </p:nvPr>
        </p:nvSpPr>
        <p:spPr>
          <a:xfrm>
            <a:off x="2088300" y="2151750"/>
            <a:ext cx="4967400" cy="168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800"/>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4" name="Shape 34"/>
        <p:cNvGrpSpPr/>
        <p:nvPr/>
      </p:nvGrpSpPr>
      <p:grpSpPr>
        <a:xfrm>
          <a:off x="0" y="0"/>
          <a:ext cx="0" cy="0"/>
          <a:chOff x="0" y="0"/>
          <a:chExt cx="0" cy="0"/>
        </a:xfrm>
      </p:grpSpPr>
      <p:sp>
        <p:nvSpPr>
          <p:cNvPr id="35" name="Google Shape;35;p40"/>
          <p:cNvSpPr txBox="1"/>
          <p:nvPr>
            <p:ph type="title"/>
          </p:nvPr>
        </p:nvSpPr>
        <p:spPr>
          <a:xfrm>
            <a:off x="720000" y="3862050"/>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6" name="Shape 36"/>
        <p:cNvGrpSpPr/>
        <p:nvPr/>
      </p:nvGrpSpPr>
      <p:grpSpPr>
        <a:xfrm>
          <a:off x="0" y="0"/>
          <a:ext cx="0" cy="0"/>
          <a:chOff x="0" y="0"/>
          <a:chExt cx="0" cy="0"/>
        </a:xfrm>
      </p:grpSpPr>
      <p:sp>
        <p:nvSpPr>
          <p:cNvPr id="37" name="Google Shape;37;p41"/>
          <p:cNvSpPr txBox="1"/>
          <p:nvPr>
            <p:ph hasCustomPrompt="1" type="title"/>
          </p:nvPr>
        </p:nvSpPr>
        <p:spPr>
          <a:xfrm>
            <a:off x="1284000" y="1273050"/>
            <a:ext cx="6576000" cy="2100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9600"/>
              <a:buNone/>
              <a:defRPr sz="14900">
                <a:solidFill>
                  <a:srgbClr val="101122"/>
                </a:solidFill>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38" name="Google Shape;38;p41"/>
          <p:cNvSpPr txBox="1"/>
          <p:nvPr>
            <p:ph idx="1" type="subTitle"/>
          </p:nvPr>
        </p:nvSpPr>
        <p:spPr>
          <a:xfrm>
            <a:off x="1284000" y="3373350"/>
            <a:ext cx="6576000" cy="497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8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 name="Shape 3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0" name="Shape 40"/>
        <p:cNvGrpSpPr/>
        <p:nvPr/>
      </p:nvGrpSpPr>
      <p:grpSpPr>
        <a:xfrm>
          <a:off x="0" y="0"/>
          <a:ext cx="0" cy="0"/>
          <a:chOff x="0" y="0"/>
          <a:chExt cx="0" cy="0"/>
        </a:xfrm>
      </p:grpSpPr>
      <p:sp>
        <p:nvSpPr>
          <p:cNvPr id="41" name="Google Shape;41;p43"/>
          <p:cNvSpPr txBox="1"/>
          <p:nvPr>
            <p:ph type="title"/>
          </p:nvPr>
        </p:nvSpPr>
        <p:spPr>
          <a:xfrm>
            <a:off x="720000" y="1742775"/>
            <a:ext cx="23364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sz="2500"/>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42" name="Google Shape;42;p43"/>
          <p:cNvSpPr txBox="1"/>
          <p:nvPr>
            <p:ph idx="2" type="title"/>
          </p:nvPr>
        </p:nvSpPr>
        <p:spPr>
          <a:xfrm>
            <a:off x="720000" y="1149600"/>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3" name="Google Shape;43;p43"/>
          <p:cNvSpPr txBox="1"/>
          <p:nvPr>
            <p:ph idx="1" type="subTitle"/>
          </p:nvPr>
        </p:nvSpPr>
        <p:spPr>
          <a:xfrm>
            <a:off x="720000" y="2270475"/>
            <a:ext cx="2336400" cy="543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44" name="Google Shape;44;p43"/>
          <p:cNvSpPr txBox="1"/>
          <p:nvPr>
            <p:ph idx="3" type="title"/>
          </p:nvPr>
        </p:nvSpPr>
        <p:spPr>
          <a:xfrm>
            <a:off x="3403800" y="1742775"/>
            <a:ext cx="23364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sz="2500"/>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45" name="Google Shape;45;p43"/>
          <p:cNvSpPr txBox="1"/>
          <p:nvPr>
            <p:ph idx="4" type="title"/>
          </p:nvPr>
        </p:nvSpPr>
        <p:spPr>
          <a:xfrm>
            <a:off x="3403800" y="1149600"/>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6" name="Google Shape;46;p43"/>
          <p:cNvSpPr txBox="1"/>
          <p:nvPr>
            <p:ph idx="5" type="subTitle"/>
          </p:nvPr>
        </p:nvSpPr>
        <p:spPr>
          <a:xfrm>
            <a:off x="3403800" y="2270475"/>
            <a:ext cx="2336400" cy="543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47" name="Google Shape;47;p43"/>
          <p:cNvSpPr txBox="1"/>
          <p:nvPr>
            <p:ph idx="6" type="title"/>
          </p:nvPr>
        </p:nvSpPr>
        <p:spPr>
          <a:xfrm>
            <a:off x="6087600" y="1742775"/>
            <a:ext cx="23364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sz="2500"/>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48" name="Google Shape;48;p43"/>
          <p:cNvSpPr txBox="1"/>
          <p:nvPr>
            <p:ph idx="7" type="title"/>
          </p:nvPr>
        </p:nvSpPr>
        <p:spPr>
          <a:xfrm>
            <a:off x="6087600" y="1149600"/>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9" name="Google Shape;49;p43"/>
          <p:cNvSpPr txBox="1"/>
          <p:nvPr>
            <p:ph idx="8" type="subTitle"/>
          </p:nvPr>
        </p:nvSpPr>
        <p:spPr>
          <a:xfrm>
            <a:off x="6087600" y="2270475"/>
            <a:ext cx="2336400" cy="543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50" name="Google Shape;50;p43"/>
          <p:cNvSpPr txBox="1"/>
          <p:nvPr>
            <p:ph idx="9" type="title"/>
          </p:nvPr>
        </p:nvSpPr>
        <p:spPr>
          <a:xfrm>
            <a:off x="720000" y="3532175"/>
            <a:ext cx="23364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sz="2500"/>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51" name="Google Shape;51;p43"/>
          <p:cNvSpPr txBox="1"/>
          <p:nvPr>
            <p:ph idx="13" type="title"/>
          </p:nvPr>
        </p:nvSpPr>
        <p:spPr>
          <a:xfrm>
            <a:off x="720000" y="2939000"/>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sz="2500"/>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52" name="Google Shape;52;p43"/>
          <p:cNvSpPr txBox="1"/>
          <p:nvPr>
            <p:ph idx="14" type="subTitle"/>
          </p:nvPr>
        </p:nvSpPr>
        <p:spPr>
          <a:xfrm>
            <a:off x="720000" y="4059900"/>
            <a:ext cx="2336400" cy="543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53" name="Google Shape;53;p43"/>
          <p:cNvSpPr txBox="1"/>
          <p:nvPr>
            <p:ph idx="15" type="title"/>
          </p:nvPr>
        </p:nvSpPr>
        <p:spPr>
          <a:xfrm>
            <a:off x="3403800" y="3532175"/>
            <a:ext cx="23364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sz="2500"/>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54" name="Google Shape;54;p43"/>
          <p:cNvSpPr txBox="1"/>
          <p:nvPr>
            <p:ph idx="16" type="title"/>
          </p:nvPr>
        </p:nvSpPr>
        <p:spPr>
          <a:xfrm>
            <a:off x="3403800" y="2939000"/>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sz="2500"/>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55" name="Google Shape;55;p43"/>
          <p:cNvSpPr txBox="1"/>
          <p:nvPr>
            <p:ph idx="17" type="subTitle"/>
          </p:nvPr>
        </p:nvSpPr>
        <p:spPr>
          <a:xfrm>
            <a:off x="3403800" y="4059900"/>
            <a:ext cx="2336400" cy="543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56" name="Google Shape;56;p43"/>
          <p:cNvSpPr txBox="1"/>
          <p:nvPr>
            <p:ph idx="18" type="title"/>
          </p:nvPr>
        </p:nvSpPr>
        <p:spPr>
          <a:xfrm>
            <a:off x="6087600" y="3532175"/>
            <a:ext cx="23364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sz="2500"/>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57" name="Google Shape;57;p43"/>
          <p:cNvSpPr txBox="1"/>
          <p:nvPr>
            <p:ph idx="19" type="title"/>
          </p:nvPr>
        </p:nvSpPr>
        <p:spPr>
          <a:xfrm>
            <a:off x="6087600" y="2939000"/>
            <a:ext cx="1275300" cy="59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sz="2500"/>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58" name="Google Shape;58;p43"/>
          <p:cNvSpPr txBox="1"/>
          <p:nvPr>
            <p:ph idx="20" type="subTitle"/>
          </p:nvPr>
        </p:nvSpPr>
        <p:spPr>
          <a:xfrm>
            <a:off x="6087600" y="4059900"/>
            <a:ext cx="2336400" cy="543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59" name="Google Shape;59;p43"/>
          <p:cNvSpPr txBox="1"/>
          <p:nvPr>
            <p:ph idx="21"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
    <p:spTree>
      <p:nvGrpSpPr>
        <p:cNvPr id="60" name="Shape 60"/>
        <p:cNvGrpSpPr/>
        <p:nvPr/>
      </p:nvGrpSpPr>
      <p:grpSpPr>
        <a:xfrm>
          <a:off x="0" y="0"/>
          <a:ext cx="0" cy="0"/>
          <a:chOff x="0" y="0"/>
          <a:chExt cx="0" cy="0"/>
        </a:xfrm>
      </p:grpSpPr>
      <p:sp>
        <p:nvSpPr>
          <p:cNvPr id="61" name="Google Shape;61;p44"/>
          <p:cNvSpPr txBox="1"/>
          <p:nvPr>
            <p:ph type="title"/>
          </p:nvPr>
        </p:nvSpPr>
        <p:spPr>
          <a:xfrm>
            <a:off x="2311800" y="1189100"/>
            <a:ext cx="4520400" cy="1964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sz="150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62" name="Google Shape;62;p44"/>
          <p:cNvSpPr txBox="1"/>
          <p:nvPr>
            <p:ph idx="1" type="subTitle"/>
          </p:nvPr>
        </p:nvSpPr>
        <p:spPr>
          <a:xfrm>
            <a:off x="2158550" y="3153500"/>
            <a:ext cx="4872900" cy="801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63" name="Shape 63"/>
        <p:cNvGrpSpPr/>
        <p:nvPr/>
      </p:nvGrpSpPr>
      <p:grpSpPr>
        <a:xfrm>
          <a:off x="0" y="0"/>
          <a:ext cx="0" cy="0"/>
          <a:chOff x="0" y="0"/>
          <a:chExt cx="0" cy="0"/>
        </a:xfrm>
      </p:grpSpPr>
      <p:sp>
        <p:nvSpPr>
          <p:cNvPr id="64" name="Google Shape;64;p45"/>
          <p:cNvSpPr txBox="1"/>
          <p:nvPr>
            <p:ph type="title"/>
          </p:nvPr>
        </p:nvSpPr>
        <p:spPr>
          <a:xfrm>
            <a:off x="3557400" y="2989727"/>
            <a:ext cx="4360200" cy="6426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65" name="Google Shape;65;p45"/>
          <p:cNvSpPr txBox="1"/>
          <p:nvPr>
            <p:ph idx="1" type="subTitle"/>
          </p:nvPr>
        </p:nvSpPr>
        <p:spPr>
          <a:xfrm>
            <a:off x="1226400" y="1511313"/>
            <a:ext cx="6691200" cy="14784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
    <p:spTree>
      <p:nvGrpSpPr>
        <p:cNvPr id="66" name="Shape 66"/>
        <p:cNvGrpSpPr/>
        <p:nvPr/>
      </p:nvGrpSpPr>
      <p:grpSpPr>
        <a:xfrm>
          <a:off x="0" y="0"/>
          <a:ext cx="0" cy="0"/>
          <a:chOff x="0" y="0"/>
          <a:chExt cx="0" cy="0"/>
        </a:xfrm>
      </p:grpSpPr>
      <p:sp>
        <p:nvSpPr>
          <p:cNvPr id="67" name="Google Shape;67;p46"/>
          <p:cNvSpPr txBox="1"/>
          <p:nvPr>
            <p:ph type="title"/>
          </p:nvPr>
        </p:nvSpPr>
        <p:spPr>
          <a:xfrm>
            <a:off x="720000" y="2936100"/>
            <a:ext cx="77040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68" name="Google Shape;68;p46"/>
          <p:cNvSpPr txBox="1"/>
          <p:nvPr>
            <p:ph idx="1" type="subTitle"/>
          </p:nvPr>
        </p:nvSpPr>
        <p:spPr>
          <a:xfrm>
            <a:off x="720000" y="3508800"/>
            <a:ext cx="4294800" cy="1004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600"/>
              <a:buNone/>
              <a:defRPr/>
            </a:lvl1pPr>
            <a:lvl2pPr lvl="1" algn="ctr">
              <a:lnSpc>
                <a:spcPct val="100000"/>
              </a:lnSpc>
              <a:spcBef>
                <a:spcPts val="160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
    <p:spTree>
      <p:nvGrpSpPr>
        <p:cNvPr id="69" name="Shape 69"/>
        <p:cNvGrpSpPr/>
        <p:nvPr/>
      </p:nvGrpSpPr>
      <p:grpSpPr>
        <a:xfrm>
          <a:off x="0" y="0"/>
          <a:ext cx="0" cy="0"/>
          <a:chOff x="0" y="0"/>
          <a:chExt cx="0" cy="0"/>
        </a:xfrm>
      </p:grpSpPr>
      <p:sp>
        <p:nvSpPr>
          <p:cNvPr id="70" name="Google Shape;70;p47"/>
          <p:cNvSpPr txBox="1"/>
          <p:nvPr>
            <p:ph type="title"/>
          </p:nvPr>
        </p:nvSpPr>
        <p:spPr>
          <a:xfrm>
            <a:off x="720000" y="445025"/>
            <a:ext cx="42948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71" name="Google Shape;71;p47"/>
          <p:cNvSpPr txBox="1"/>
          <p:nvPr>
            <p:ph idx="1" type="subTitle"/>
          </p:nvPr>
        </p:nvSpPr>
        <p:spPr>
          <a:xfrm>
            <a:off x="720000" y="2215050"/>
            <a:ext cx="3360600" cy="1304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600"/>
              <a:buNone/>
              <a:defRPr sz="1800"/>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0">
    <p:spTree>
      <p:nvGrpSpPr>
        <p:cNvPr id="72" name="Shape 72"/>
        <p:cNvGrpSpPr/>
        <p:nvPr/>
      </p:nvGrpSpPr>
      <p:grpSpPr>
        <a:xfrm>
          <a:off x="0" y="0"/>
          <a:ext cx="0" cy="0"/>
          <a:chOff x="0" y="0"/>
          <a:chExt cx="0" cy="0"/>
        </a:xfrm>
      </p:grpSpPr>
      <p:sp>
        <p:nvSpPr>
          <p:cNvPr id="73" name="Google Shape;73;p48"/>
          <p:cNvSpPr txBox="1"/>
          <p:nvPr>
            <p:ph idx="1" type="body"/>
          </p:nvPr>
        </p:nvSpPr>
        <p:spPr>
          <a:xfrm>
            <a:off x="1027100" y="1533450"/>
            <a:ext cx="3422400" cy="30987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rgbClr val="434343"/>
              </a:buClr>
              <a:buSzPts val="1200"/>
              <a:buAutoNum type="arabicPeriod"/>
              <a:defRPr sz="1250">
                <a:solidFill>
                  <a:srgbClr val="434343"/>
                </a:solidFill>
              </a:defRPr>
            </a:lvl1pPr>
            <a:lvl2pPr indent="-304800" lvl="1" marL="914400" algn="l">
              <a:lnSpc>
                <a:spcPct val="115000"/>
              </a:lnSpc>
              <a:spcBef>
                <a:spcPts val="0"/>
              </a:spcBef>
              <a:spcAft>
                <a:spcPts val="0"/>
              </a:spcAft>
              <a:buClr>
                <a:srgbClr val="434343"/>
              </a:buClr>
              <a:buSzPts val="1200"/>
              <a:buFont typeface="Roboto Condensed Light"/>
              <a:buAutoNum type="alphaLcPeriod"/>
              <a:defRPr>
                <a:solidFill>
                  <a:srgbClr val="434343"/>
                </a:solidFill>
              </a:defRPr>
            </a:lvl2pPr>
            <a:lvl3pPr indent="-304800" lvl="2" marL="1371600" algn="l">
              <a:lnSpc>
                <a:spcPct val="115000"/>
              </a:lnSpc>
              <a:spcBef>
                <a:spcPts val="1600"/>
              </a:spcBef>
              <a:spcAft>
                <a:spcPts val="0"/>
              </a:spcAft>
              <a:buClr>
                <a:srgbClr val="434343"/>
              </a:buClr>
              <a:buSzPts val="1200"/>
              <a:buFont typeface="Roboto Condensed Light"/>
              <a:buAutoNum type="romanLcPeriod"/>
              <a:defRPr>
                <a:solidFill>
                  <a:srgbClr val="434343"/>
                </a:solidFill>
              </a:defRPr>
            </a:lvl3pPr>
            <a:lvl4pPr indent="-304800" lvl="3" marL="1828800" algn="l">
              <a:lnSpc>
                <a:spcPct val="115000"/>
              </a:lnSpc>
              <a:spcBef>
                <a:spcPts val="1600"/>
              </a:spcBef>
              <a:spcAft>
                <a:spcPts val="0"/>
              </a:spcAft>
              <a:buClr>
                <a:srgbClr val="434343"/>
              </a:buClr>
              <a:buSzPts val="1200"/>
              <a:buFont typeface="Roboto Condensed Light"/>
              <a:buAutoNum type="arabicPeriod"/>
              <a:defRPr>
                <a:solidFill>
                  <a:srgbClr val="434343"/>
                </a:solidFill>
              </a:defRPr>
            </a:lvl4pPr>
            <a:lvl5pPr indent="-304800" lvl="4" marL="2286000" algn="l">
              <a:lnSpc>
                <a:spcPct val="115000"/>
              </a:lnSpc>
              <a:spcBef>
                <a:spcPts val="1600"/>
              </a:spcBef>
              <a:spcAft>
                <a:spcPts val="0"/>
              </a:spcAft>
              <a:buClr>
                <a:srgbClr val="434343"/>
              </a:buClr>
              <a:buSzPts val="1200"/>
              <a:buFont typeface="Roboto Condensed Light"/>
              <a:buAutoNum type="alphaLcPeriod"/>
              <a:defRPr>
                <a:solidFill>
                  <a:srgbClr val="434343"/>
                </a:solidFill>
              </a:defRPr>
            </a:lvl5pPr>
            <a:lvl6pPr indent="-304800" lvl="5" marL="2743200" algn="l">
              <a:lnSpc>
                <a:spcPct val="115000"/>
              </a:lnSpc>
              <a:spcBef>
                <a:spcPts val="1600"/>
              </a:spcBef>
              <a:spcAft>
                <a:spcPts val="0"/>
              </a:spcAft>
              <a:buClr>
                <a:srgbClr val="434343"/>
              </a:buClr>
              <a:buSzPts val="1200"/>
              <a:buFont typeface="Roboto Condensed Light"/>
              <a:buAutoNum type="romanLcPeriod"/>
              <a:defRPr>
                <a:solidFill>
                  <a:srgbClr val="434343"/>
                </a:solidFill>
              </a:defRPr>
            </a:lvl6pPr>
            <a:lvl7pPr indent="-304800" lvl="6" marL="3200400" algn="l">
              <a:lnSpc>
                <a:spcPct val="115000"/>
              </a:lnSpc>
              <a:spcBef>
                <a:spcPts val="1600"/>
              </a:spcBef>
              <a:spcAft>
                <a:spcPts val="0"/>
              </a:spcAft>
              <a:buClr>
                <a:srgbClr val="434343"/>
              </a:buClr>
              <a:buSzPts val="1200"/>
              <a:buFont typeface="Roboto Condensed Light"/>
              <a:buAutoNum type="arabicPeriod"/>
              <a:defRPr>
                <a:solidFill>
                  <a:srgbClr val="434343"/>
                </a:solidFill>
              </a:defRPr>
            </a:lvl7pPr>
            <a:lvl8pPr indent="-304800" lvl="7" marL="3657600" algn="l">
              <a:lnSpc>
                <a:spcPct val="115000"/>
              </a:lnSpc>
              <a:spcBef>
                <a:spcPts val="1600"/>
              </a:spcBef>
              <a:spcAft>
                <a:spcPts val="0"/>
              </a:spcAft>
              <a:buClr>
                <a:srgbClr val="434343"/>
              </a:buClr>
              <a:buSzPts val="1200"/>
              <a:buFont typeface="Roboto Condensed Light"/>
              <a:buAutoNum type="alphaLcPeriod"/>
              <a:defRPr>
                <a:solidFill>
                  <a:srgbClr val="434343"/>
                </a:solidFill>
              </a:defRPr>
            </a:lvl8pPr>
            <a:lvl9pPr indent="-304800" lvl="8" marL="4114800" algn="l">
              <a:lnSpc>
                <a:spcPct val="115000"/>
              </a:lnSpc>
              <a:spcBef>
                <a:spcPts val="1600"/>
              </a:spcBef>
              <a:spcAft>
                <a:spcPts val="1600"/>
              </a:spcAft>
              <a:buClr>
                <a:srgbClr val="434343"/>
              </a:buClr>
              <a:buSzPts val="1200"/>
              <a:buFont typeface="Roboto Condensed Light"/>
              <a:buAutoNum type="romanLcPeriod"/>
              <a:defRPr>
                <a:solidFill>
                  <a:srgbClr val="434343"/>
                </a:solidFill>
              </a:defRPr>
            </a:lvl9pPr>
          </a:lstStyle>
          <a:p/>
        </p:txBody>
      </p:sp>
      <p:sp>
        <p:nvSpPr>
          <p:cNvPr id="74" name="Google Shape;74;p48"/>
          <p:cNvSpPr txBox="1"/>
          <p:nvPr>
            <p:ph idx="2" type="body"/>
          </p:nvPr>
        </p:nvSpPr>
        <p:spPr>
          <a:xfrm>
            <a:off x="4694500" y="1533450"/>
            <a:ext cx="3422400" cy="30987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rgbClr val="434343"/>
              </a:buClr>
              <a:buSzPts val="1200"/>
              <a:buAutoNum type="arabicPeriod"/>
              <a:defRPr sz="2500">
                <a:solidFill>
                  <a:schemeClr val="dk1"/>
                </a:solidFill>
                <a:latin typeface="Bebas Neue"/>
                <a:ea typeface="Bebas Neue"/>
                <a:cs typeface="Bebas Neue"/>
                <a:sym typeface="Bebas Neue"/>
              </a:defRPr>
            </a:lvl1pPr>
            <a:lvl2pPr indent="-304800" lvl="1" marL="914400" algn="l">
              <a:lnSpc>
                <a:spcPct val="115000"/>
              </a:lnSpc>
              <a:spcBef>
                <a:spcPts val="0"/>
              </a:spcBef>
              <a:spcAft>
                <a:spcPts val="0"/>
              </a:spcAft>
              <a:buClr>
                <a:srgbClr val="434343"/>
              </a:buClr>
              <a:buSzPts val="1200"/>
              <a:buFont typeface="Roboto Condensed Light"/>
              <a:buAutoNum type="alphaLcPeriod"/>
              <a:defRPr>
                <a:solidFill>
                  <a:srgbClr val="434343"/>
                </a:solidFill>
              </a:defRPr>
            </a:lvl2pPr>
            <a:lvl3pPr indent="-304800" lvl="2" marL="1371600" algn="l">
              <a:lnSpc>
                <a:spcPct val="115000"/>
              </a:lnSpc>
              <a:spcBef>
                <a:spcPts val="1600"/>
              </a:spcBef>
              <a:spcAft>
                <a:spcPts val="0"/>
              </a:spcAft>
              <a:buClr>
                <a:srgbClr val="434343"/>
              </a:buClr>
              <a:buSzPts val="1200"/>
              <a:buFont typeface="Roboto Condensed Light"/>
              <a:buAutoNum type="romanLcPeriod"/>
              <a:defRPr>
                <a:solidFill>
                  <a:srgbClr val="434343"/>
                </a:solidFill>
              </a:defRPr>
            </a:lvl3pPr>
            <a:lvl4pPr indent="-304800" lvl="3" marL="1828800" algn="l">
              <a:lnSpc>
                <a:spcPct val="115000"/>
              </a:lnSpc>
              <a:spcBef>
                <a:spcPts val="1600"/>
              </a:spcBef>
              <a:spcAft>
                <a:spcPts val="0"/>
              </a:spcAft>
              <a:buClr>
                <a:srgbClr val="434343"/>
              </a:buClr>
              <a:buSzPts val="1200"/>
              <a:buFont typeface="Roboto Condensed Light"/>
              <a:buAutoNum type="arabicPeriod"/>
              <a:defRPr>
                <a:solidFill>
                  <a:srgbClr val="434343"/>
                </a:solidFill>
              </a:defRPr>
            </a:lvl4pPr>
            <a:lvl5pPr indent="-304800" lvl="4" marL="2286000" algn="l">
              <a:lnSpc>
                <a:spcPct val="115000"/>
              </a:lnSpc>
              <a:spcBef>
                <a:spcPts val="1600"/>
              </a:spcBef>
              <a:spcAft>
                <a:spcPts val="0"/>
              </a:spcAft>
              <a:buClr>
                <a:srgbClr val="434343"/>
              </a:buClr>
              <a:buSzPts val="1200"/>
              <a:buFont typeface="Roboto Condensed Light"/>
              <a:buAutoNum type="alphaLcPeriod"/>
              <a:defRPr>
                <a:solidFill>
                  <a:srgbClr val="434343"/>
                </a:solidFill>
              </a:defRPr>
            </a:lvl5pPr>
            <a:lvl6pPr indent="-304800" lvl="5" marL="2743200" algn="l">
              <a:lnSpc>
                <a:spcPct val="115000"/>
              </a:lnSpc>
              <a:spcBef>
                <a:spcPts val="1600"/>
              </a:spcBef>
              <a:spcAft>
                <a:spcPts val="0"/>
              </a:spcAft>
              <a:buClr>
                <a:srgbClr val="434343"/>
              </a:buClr>
              <a:buSzPts val="1200"/>
              <a:buFont typeface="Roboto Condensed Light"/>
              <a:buAutoNum type="romanLcPeriod"/>
              <a:defRPr>
                <a:solidFill>
                  <a:srgbClr val="434343"/>
                </a:solidFill>
              </a:defRPr>
            </a:lvl6pPr>
            <a:lvl7pPr indent="-304800" lvl="6" marL="3200400" algn="l">
              <a:lnSpc>
                <a:spcPct val="115000"/>
              </a:lnSpc>
              <a:spcBef>
                <a:spcPts val="1600"/>
              </a:spcBef>
              <a:spcAft>
                <a:spcPts val="0"/>
              </a:spcAft>
              <a:buClr>
                <a:srgbClr val="434343"/>
              </a:buClr>
              <a:buSzPts val="1200"/>
              <a:buFont typeface="Roboto Condensed Light"/>
              <a:buAutoNum type="arabicPeriod"/>
              <a:defRPr>
                <a:solidFill>
                  <a:srgbClr val="434343"/>
                </a:solidFill>
              </a:defRPr>
            </a:lvl7pPr>
            <a:lvl8pPr indent="-304800" lvl="7" marL="3657600" algn="l">
              <a:lnSpc>
                <a:spcPct val="115000"/>
              </a:lnSpc>
              <a:spcBef>
                <a:spcPts val="1600"/>
              </a:spcBef>
              <a:spcAft>
                <a:spcPts val="0"/>
              </a:spcAft>
              <a:buClr>
                <a:srgbClr val="434343"/>
              </a:buClr>
              <a:buSzPts val="1200"/>
              <a:buFont typeface="Roboto Condensed Light"/>
              <a:buAutoNum type="alphaLcPeriod"/>
              <a:defRPr>
                <a:solidFill>
                  <a:srgbClr val="434343"/>
                </a:solidFill>
              </a:defRPr>
            </a:lvl8pPr>
            <a:lvl9pPr indent="-304800" lvl="8" marL="4114800" algn="l">
              <a:lnSpc>
                <a:spcPct val="115000"/>
              </a:lnSpc>
              <a:spcBef>
                <a:spcPts val="1600"/>
              </a:spcBef>
              <a:spcAft>
                <a:spcPts val="1600"/>
              </a:spcAft>
              <a:buClr>
                <a:srgbClr val="434343"/>
              </a:buClr>
              <a:buSzPts val="1200"/>
              <a:buFont typeface="Roboto Condensed Light"/>
              <a:buAutoNum type="romanLcPeriod"/>
              <a:defRPr>
                <a:solidFill>
                  <a:srgbClr val="434343"/>
                </a:solidFill>
              </a:defRPr>
            </a:lvl9pPr>
          </a:lstStyle>
          <a:p/>
        </p:txBody>
      </p:sp>
      <p:sp>
        <p:nvSpPr>
          <p:cNvPr id="75" name="Google Shape;75;p48"/>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76" name="Shape 76"/>
        <p:cNvGrpSpPr/>
        <p:nvPr/>
      </p:nvGrpSpPr>
      <p:grpSpPr>
        <a:xfrm>
          <a:off x="0" y="0"/>
          <a:ext cx="0" cy="0"/>
          <a:chOff x="0" y="0"/>
          <a:chExt cx="0" cy="0"/>
        </a:xfrm>
      </p:grpSpPr>
      <p:sp>
        <p:nvSpPr>
          <p:cNvPr id="77" name="Google Shape;77;p49"/>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78" name="Google Shape;78;p49"/>
          <p:cNvSpPr txBox="1"/>
          <p:nvPr>
            <p:ph idx="2" type="title"/>
          </p:nvPr>
        </p:nvSpPr>
        <p:spPr>
          <a:xfrm>
            <a:off x="937700" y="2156725"/>
            <a:ext cx="21753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79" name="Google Shape;79;p49"/>
          <p:cNvSpPr txBox="1"/>
          <p:nvPr>
            <p:ph idx="1" type="subTitle"/>
          </p:nvPr>
        </p:nvSpPr>
        <p:spPr>
          <a:xfrm>
            <a:off x="937700" y="2684425"/>
            <a:ext cx="2175300" cy="869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80" name="Google Shape;80;p49"/>
          <p:cNvSpPr txBox="1"/>
          <p:nvPr>
            <p:ph idx="3" type="title"/>
          </p:nvPr>
        </p:nvSpPr>
        <p:spPr>
          <a:xfrm>
            <a:off x="3484419" y="2156725"/>
            <a:ext cx="21753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81" name="Google Shape;81;p49"/>
          <p:cNvSpPr txBox="1"/>
          <p:nvPr>
            <p:ph idx="4" type="subTitle"/>
          </p:nvPr>
        </p:nvSpPr>
        <p:spPr>
          <a:xfrm>
            <a:off x="3484421" y="2684425"/>
            <a:ext cx="2175300" cy="869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82" name="Google Shape;82;p49"/>
          <p:cNvSpPr txBox="1"/>
          <p:nvPr>
            <p:ph idx="5" type="title"/>
          </p:nvPr>
        </p:nvSpPr>
        <p:spPr>
          <a:xfrm>
            <a:off x="6031146" y="2156725"/>
            <a:ext cx="21753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83" name="Google Shape;83;p49"/>
          <p:cNvSpPr txBox="1"/>
          <p:nvPr>
            <p:ph idx="6" type="subTitle"/>
          </p:nvPr>
        </p:nvSpPr>
        <p:spPr>
          <a:xfrm>
            <a:off x="6031149" y="2684425"/>
            <a:ext cx="2175300" cy="869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84" name="Shape 84"/>
        <p:cNvGrpSpPr/>
        <p:nvPr/>
      </p:nvGrpSpPr>
      <p:grpSpPr>
        <a:xfrm>
          <a:off x="0" y="0"/>
          <a:ext cx="0" cy="0"/>
          <a:chOff x="0" y="0"/>
          <a:chExt cx="0" cy="0"/>
        </a:xfrm>
      </p:grpSpPr>
      <p:sp>
        <p:nvSpPr>
          <p:cNvPr id="85" name="Google Shape;85;p50"/>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86" name="Google Shape;86;p50"/>
          <p:cNvSpPr txBox="1"/>
          <p:nvPr>
            <p:ph idx="2" type="title"/>
          </p:nvPr>
        </p:nvSpPr>
        <p:spPr>
          <a:xfrm>
            <a:off x="2424850" y="1618250"/>
            <a:ext cx="19782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87" name="Google Shape;87;p50"/>
          <p:cNvSpPr txBox="1"/>
          <p:nvPr>
            <p:ph idx="1" type="subTitle"/>
          </p:nvPr>
        </p:nvSpPr>
        <p:spPr>
          <a:xfrm>
            <a:off x="2424850" y="2204775"/>
            <a:ext cx="1978200" cy="665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88" name="Google Shape;88;p50"/>
          <p:cNvSpPr txBox="1"/>
          <p:nvPr>
            <p:ph idx="3" type="title"/>
          </p:nvPr>
        </p:nvSpPr>
        <p:spPr>
          <a:xfrm>
            <a:off x="4740958" y="1618250"/>
            <a:ext cx="19782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89" name="Google Shape;89;p50"/>
          <p:cNvSpPr txBox="1"/>
          <p:nvPr>
            <p:ph idx="4" type="subTitle"/>
          </p:nvPr>
        </p:nvSpPr>
        <p:spPr>
          <a:xfrm>
            <a:off x="4740954" y="2204775"/>
            <a:ext cx="1978200" cy="665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90" name="Google Shape;90;p50"/>
          <p:cNvSpPr txBox="1"/>
          <p:nvPr>
            <p:ph idx="5" type="title"/>
          </p:nvPr>
        </p:nvSpPr>
        <p:spPr>
          <a:xfrm>
            <a:off x="2424850" y="3051650"/>
            <a:ext cx="19782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91" name="Google Shape;91;p50"/>
          <p:cNvSpPr txBox="1"/>
          <p:nvPr>
            <p:ph idx="6" type="subTitle"/>
          </p:nvPr>
        </p:nvSpPr>
        <p:spPr>
          <a:xfrm>
            <a:off x="2424850" y="3638175"/>
            <a:ext cx="1978200" cy="665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92" name="Google Shape;92;p50"/>
          <p:cNvSpPr txBox="1"/>
          <p:nvPr>
            <p:ph idx="7" type="title"/>
          </p:nvPr>
        </p:nvSpPr>
        <p:spPr>
          <a:xfrm>
            <a:off x="4740958" y="3051650"/>
            <a:ext cx="19782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93" name="Google Shape;93;p50"/>
          <p:cNvSpPr txBox="1"/>
          <p:nvPr>
            <p:ph idx="8" type="subTitle"/>
          </p:nvPr>
        </p:nvSpPr>
        <p:spPr>
          <a:xfrm>
            <a:off x="4740954" y="3638175"/>
            <a:ext cx="1978200" cy="665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94" name="Shape 94"/>
        <p:cNvGrpSpPr/>
        <p:nvPr/>
      </p:nvGrpSpPr>
      <p:grpSpPr>
        <a:xfrm>
          <a:off x="0" y="0"/>
          <a:ext cx="0" cy="0"/>
          <a:chOff x="0" y="0"/>
          <a:chExt cx="0" cy="0"/>
        </a:xfrm>
      </p:grpSpPr>
      <p:sp>
        <p:nvSpPr>
          <p:cNvPr id="95" name="Google Shape;95;p51"/>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96" name="Google Shape;96;p51"/>
          <p:cNvSpPr txBox="1"/>
          <p:nvPr>
            <p:ph idx="2" type="title"/>
          </p:nvPr>
        </p:nvSpPr>
        <p:spPr>
          <a:xfrm>
            <a:off x="1101175" y="1682850"/>
            <a:ext cx="19860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97" name="Google Shape;97;p51"/>
          <p:cNvSpPr txBox="1"/>
          <p:nvPr>
            <p:ph idx="1" type="subTitle"/>
          </p:nvPr>
        </p:nvSpPr>
        <p:spPr>
          <a:xfrm>
            <a:off x="1101175" y="2210550"/>
            <a:ext cx="19860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solidFill>
                  <a:srgbClr val="242424"/>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98" name="Google Shape;98;p51"/>
          <p:cNvSpPr txBox="1"/>
          <p:nvPr>
            <p:ph idx="3" type="title"/>
          </p:nvPr>
        </p:nvSpPr>
        <p:spPr>
          <a:xfrm>
            <a:off x="3578948" y="1682850"/>
            <a:ext cx="19860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99" name="Google Shape;99;p51"/>
          <p:cNvSpPr txBox="1"/>
          <p:nvPr>
            <p:ph idx="4" type="subTitle"/>
          </p:nvPr>
        </p:nvSpPr>
        <p:spPr>
          <a:xfrm>
            <a:off x="3579000" y="2210550"/>
            <a:ext cx="19860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solidFill>
                  <a:srgbClr val="242424"/>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100" name="Google Shape;100;p51"/>
          <p:cNvSpPr txBox="1"/>
          <p:nvPr>
            <p:ph idx="5" type="title"/>
          </p:nvPr>
        </p:nvSpPr>
        <p:spPr>
          <a:xfrm>
            <a:off x="1101175" y="3116250"/>
            <a:ext cx="19860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01" name="Google Shape;101;p51"/>
          <p:cNvSpPr txBox="1"/>
          <p:nvPr>
            <p:ph idx="6" type="subTitle"/>
          </p:nvPr>
        </p:nvSpPr>
        <p:spPr>
          <a:xfrm>
            <a:off x="1101175" y="3643950"/>
            <a:ext cx="19860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solidFill>
                  <a:srgbClr val="242424"/>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102" name="Google Shape;102;p51"/>
          <p:cNvSpPr txBox="1"/>
          <p:nvPr>
            <p:ph idx="7" type="title"/>
          </p:nvPr>
        </p:nvSpPr>
        <p:spPr>
          <a:xfrm>
            <a:off x="3578948" y="3116250"/>
            <a:ext cx="19860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03" name="Google Shape;103;p51"/>
          <p:cNvSpPr txBox="1"/>
          <p:nvPr>
            <p:ph idx="8" type="subTitle"/>
          </p:nvPr>
        </p:nvSpPr>
        <p:spPr>
          <a:xfrm>
            <a:off x="3578948" y="3643950"/>
            <a:ext cx="19860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solidFill>
                  <a:srgbClr val="242424"/>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104" name="Google Shape;104;p51"/>
          <p:cNvSpPr txBox="1"/>
          <p:nvPr>
            <p:ph idx="9" type="title"/>
          </p:nvPr>
        </p:nvSpPr>
        <p:spPr>
          <a:xfrm>
            <a:off x="6056727" y="1682850"/>
            <a:ext cx="19860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05" name="Google Shape;105;p51"/>
          <p:cNvSpPr txBox="1"/>
          <p:nvPr>
            <p:ph idx="13" type="subTitle"/>
          </p:nvPr>
        </p:nvSpPr>
        <p:spPr>
          <a:xfrm>
            <a:off x="6056725" y="2210550"/>
            <a:ext cx="19860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solidFill>
                  <a:srgbClr val="242424"/>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106" name="Google Shape;106;p51"/>
          <p:cNvSpPr txBox="1"/>
          <p:nvPr>
            <p:ph idx="14" type="title"/>
          </p:nvPr>
        </p:nvSpPr>
        <p:spPr>
          <a:xfrm>
            <a:off x="6056727" y="3116250"/>
            <a:ext cx="19860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07" name="Google Shape;107;p51"/>
          <p:cNvSpPr txBox="1"/>
          <p:nvPr>
            <p:ph idx="15" type="subTitle"/>
          </p:nvPr>
        </p:nvSpPr>
        <p:spPr>
          <a:xfrm>
            <a:off x="6056727" y="3643950"/>
            <a:ext cx="19860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solidFill>
                  <a:srgbClr val="242424"/>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08" name="Shape 108"/>
        <p:cNvGrpSpPr/>
        <p:nvPr/>
      </p:nvGrpSpPr>
      <p:grpSpPr>
        <a:xfrm>
          <a:off x="0" y="0"/>
          <a:ext cx="0" cy="0"/>
          <a:chOff x="0" y="0"/>
          <a:chExt cx="0" cy="0"/>
        </a:xfrm>
      </p:grpSpPr>
      <p:sp>
        <p:nvSpPr>
          <p:cNvPr id="109" name="Google Shape;109;p52"/>
          <p:cNvSpPr txBox="1"/>
          <p:nvPr>
            <p:ph type="title"/>
          </p:nvPr>
        </p:nvSpPr>
        <p:spPr>
          <a:xfrm>
            <a:off x="713100" y="2324000"/>
            <a:ext cx="22581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4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10" name="Google Shape;110;p52"/>
          <p:cNvSpPr txBox="1"/>
          <p:nvPr>
            <p:ph idx="1" type="subTitle"/>
          </p:nvPr>
        </p:nvSpPr>
        <p:spPr>
          <a:xfrm>
            <a:off x="713100" y="3092902"/>
            <a:ext cx="2258100" cy="598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PT Sans"/>
              <a:buNone/>
              <a:defRPr sz="1600">
                <a:solidFill>
                  <a:srgbClr val="242424"/>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11" name="Google Shape;111;p52"/>
          <p:cNvSpPr txBox="1"/>
          <p:nvPr>
            <p:ph idx="2" type="title"/>
          </p:nvPr>
        </p:nvSpPr>
        <p:spPr>
          <a:xfrm>
            <a:off x="3442950" y="2323990"/>
            <a:ext cx="22581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4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12" name="Google Shape;112;p52"/>
          <p:cNvSpPr txBox="1"/>
          <p:nvPr>
            <p:ph idx="3" type="subTitle"/>
          </p:nvPr>
        </p:nvSpPr>
        <p:spPr>
          <a:xfrm>
            <a:off x="3442950" y="3092876"/>
            <a:ext cx="2258100" cy="598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PT Sans"/>
              <a:buNone/>
              <a:defRPr sz="1600">
                <a:solidFill>
                  <a:srgbClr val="242424"/>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13" name="Google Shape;113;p52"/>
          <p:cNvSpPr txBox="1"/>
          <p:nvPr>
            <p:ph idx="4" type="title"/>
          </p:nvPr>
        </p:nvSpPr>
        <p:spPr>
          <a:xfrm>
            <a:off x="6172800" y="2323996"/>
            <a:ext cx="22581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4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14" name="Google Shape;114;p52"/>
          <p:cNvSpPr txBox="1"/>
          <p:nvPr>
            <p:ph idx="5" type="subTitle"/>
          </p:nvPr>
        </p:nvSpPr>
        <p:spPr>
          <a:xfrm>
            <a:off x="6172800" y="3092873"/>
            <a:ext cx="2258100" cy="598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PT Sans"/>
              <a:buNone/>
              <a:defRPr sz="1600">
                <a:solidFill>
                  <a:srgbClr val="242424"/>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115" name="Shape 115"/>
        <p:cNvGrpSpPr/>
        <p:nvPr/>
      </p:nvGrpSpPr>
      <p:grpSpPr>
        <a:xfrm>
          <a:off x="0" y="0"/>
          <a:ext cx="0" cy="0"/>
          <a:chOff x="0" y="0"/>
          <a:chExt cx="0" cy="0"/>
        </a:xfrm>
      </p:grpSpPr>
      <p:sp>
        <p:nvSpPr>
          <p:cNvPr id="116" name="Google Shape;116;p53"/>
          <p:cNvSpPr txBox="1"/>
          <p:nvPr>
            <p:ph type="title"/>
          </p:nvPr>
        </p:nvSpPr>
        <p:spPr>
          <a:xfrm>
            <a:off x="720000" y="539412"/>
            <a:ext cx="4294800" cy="8730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sz="5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17" name="Google Shape;117;p53"/>
          <p:cNvSpPr txBox="1"/>
          <p:nvPr>
            <p:ph idx="1" type="subTitle"/>
          </p:nvPr>
        </p:nvSpPr>
        <p:spPr>
          <a:xfrm>
            <a:off x="720000" y="2117375"/>
            <a:ext cx="3434700" cy="674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118" name="Google Shape;118;p53"/>
          <p:cNvSpPr txBox="1"/>
          <p:nvPr>
            <p:ph idx="2" type="subTitle"/>
          </p:nvPr>
        </p:nvSpPr>
        <p:spPr>
          <a:xfrm>
            <a:off x="720000" y="1708450"/>
            <a:ext cx="3434700" cy="4089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19" name="Shape 119"/>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20" name="Shape 12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1"/>
          <p:cNvSpPr txBox="1"/>
          <p:nvPr>
            <p:ph type="title"/>
          </p:nvPr>
        </p:nvSpPr>
        <p:spPr>
          <a:xfrm>
            <a:off x="713100" y="445025"/>
            <a:ext cx="7717800" cy="5727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chemeClr val="dk1"/>
              </a:buClr>
              <a:buSzPts val="3500"/>
              <a:buFont typeface="Fira Sans Extra Condensed"/>
              <a:buNone/>
              <a:defRPr b="1" i="0" sz="3500" u="none" cap="none" strike="noStrike">
                <a:solidFill>
                  <a:schemeClr val="dk1"/>
                </a:solidFill>
                <a:latin typeface="Fira Sans Extra Condensed"/>
                <a:ea typeface="Fira Sans Extra Condensed"/>
                <a:cs typeface="Fira Sans Extra Condensed"/>
                <a:sym typeface="Fira Sans Extra Condensed"/>
              </a:defRPr>
            </a:lvl1pPr>
            <a:lvl2pPr lvl="1"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2pPr>
            <a:lvl3pPr lvl="2"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3pPr>
            <a:lvl4pPr lvl="3"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4pPr>
            <a:lvl5pPr lvl="4"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5pPr>
            <a:lvl6pPr lvl="5"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6pPr>
            <a:lvl7pPr lvl="6"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7pPr>
            <a:lvl8pPr lvl="7"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8pPr>
            <a:lvl9pPr lvl="8"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9pPr>
          </a:lstStyle>
          <a:p/>
        </p:txBody>
      </p:sp>
      <p:sp>
        <p:nvSpPr>
          <p:cNvPr id="7" name="Google Shape;7;p31"/>
          <p:cNvSpPr txBox="1"/>
          <p:nvPr>
            <p:ph idx="1" type="body"/>
          </p:nvPr>
        </p:nvSpPr>
        <p:spPr>
          <a:xfrm>
            <a:off x="713100" y="1152475"/>
            <a:ext cx="7717800" cy="3416400"/>
          </a:xfrm>
          <a:prstGeom prst="rect">
            <a:avLst/>
          </a:prstGeom>
          <a:noFill/>
          <a:ln>
            <a:noFill/>
          </a:ln>
        </p:spPr>
        <p:txBody>
          <a:bodyPr anchorCtr="0" anchor="ctr" bIns="91425" lIns="91425" spcFirstLastPara="1" rIns="91425" wrap="square" tIns="91425">
            <a:noAutofit/>
          </a:bodyPr>
          <a:lstStyle>
            <a:lvl1pPr indent="-330200" lvl="0" marL="457200" marR="0" rtl="0" algn="l">
              <a:lnSpc>
                <a:spcPct val="115000"/>
              </a:lnSpc>
              <a:spcBef>
                <a:spcPts val="0"/>
              </a:spcBef>
              <a:spcAft>
                <a:spcPts val="0"/>
              </a:spcAft>
              <a:buClr>
                <a:schemeClr val="dk2"/>
              </a:buClr>
              <a:buSzPts val="1600"/>
              <a:buFont typeface="Roboto"/>
              <a:buChar char="●"/>
              <a:defRPr b="0" i="0" sz="1600" u="none" cap="none" strike="noStrike">
                <a:solidFill>
                  <a:schemeClr val="dk2"/>
                </a:solidFill>
                <a:latin typeface="Roboto"/>
                <a:ea typeface="Roboto"/>
                <a:cs typeface="Roboto"/>
                <a:sym typeface="Roboto"/>
              </a:defRPr>
            </a:lvl1pPr>
            <a:lvl2pPr indent="-330200" lvl="1" marL="914400" marR="0" rtl="0" algn="l">
              <a:lnSpc>
                <a:spcPct val="115000"/>
              </a:lnSpc>
              <a:spcBef>
                <a:spcPts val="1600"/>
              </a:spcBef>
              <a:spcAft>
                <a:spcPts val="0"/>
              </a:spcAft>
              <a:buClr>
                <a:schemeClr val="dk2"/>
              </a:buClr>
              <a:buSzPts val="1600"/>
              <a:buFont typeface="Roboto"/>
              <a:buChar char="○"/>
              <a:defRPr b="0" i="0" sz="1600" u="none" cap="none" strike="noStrike">
                <a:solidFill>
                  <a:schemeClr val="dk2"/>
                </a:solidFill>
                <a:latin typeface="Roboto"/>
                <a:ea typeface="Roboto"/>
                <a:cs typeface="Roboto"/>
                <a:sym typeface="Roboto"/>
              </a:defRPr>
            </a:lvl2pPr>
            <a:lvl3pPr indent="-330200" lvl="2" marL="1371600" marR="0" rtl="0" algn="l">
              <a:lnSpc>
                <a:spcPct val="115000"/>
              </a:lnSpc>
              <a:spcBef>
                <a:spcPts val="1600"/>
              </a:spcBef>
              <a:spcAft>
                <a:spcPts val="0"/>
              </a:spcAft>
              <a:buClr>
                <a:schemeClr val="dk2"/>
              </a:buClr>
              <a:buSzPts val="1600"/>
              <a:buFont typeface="Roboto"/>
              <a:buChar char="■"/>
              <a:defRPr b="0" i="0" sz="1600" u="none" cap="none" strike="noStrike">
                <a:solidFill>
                  <a:schemeClr val="dk2"/>
                </a:solidFill>
                <a:latin typeface="Roboto"/>
                <a:ea typeface="Roboto"/>
                <a:cs typeface="Roboto"/>
                <a:sym typeface="Roboto"/>
              </a:defRPr>
            </a:lvl3pPr>
            <a:lvl4pPr indent="-330200" lvl="3" marL="1828800" marR="0" rtl="0" algn="l">
              <a:lnSpc>
                <a:spcPct val="115000"/>
              </a:lnSpc>
              <a:spcBef>
                <a:spcPts val="1600"/>
              </a:spcBef>
              <a:spcAft>
                <a:spcPts val="0"/>
              </a:spcAft>
              <a:buClr>
                <a:schemeClr val="dk2"/>
              </a:buClr>
              <a:buSzPts val="1600"/>
              <a:buFont typeface="Roboto"/>
              <a:buChar char="●"/>
              <a:defRPr b="0" i="0" sz="1600" u="none" cap="none" strike="noStrike">
                <a:solidFill>
                  <a:schemeClr val="dk2"/>
                </a:solidFill>
                <a:latin typeface="Roboto"/>
                <a:ea typeface="Roboto"/>
                <a:cs typeface="Roboto"/>
                <a:sym typeface="Roboto"/>
              </a:defRPr>
            </a:lvl4pPr>
            <a:lvl5pPr indent="-330200" lvl="4" marL="2286000" marR="0" rtl="0" algn="l">
              <a:lnSpc>
                <a:spcPct val="115000"/>
              </a:lnSpc>
              <a:spcBef>
                <a:spcPts val="1600"/>
              </a:spcBef>
              <a:spcAft>
                <a:spcPts val="0"/>
              </a:spcAft>
              <a:buClr>
                <a:schemeClr val="dk2"/>
              </a:buClr>
              <a:buSzPts val="1600"/>
              <a:buFont typeface="Roboto"/>
              <a:buChar char="○"/>
              <a:defRPr b="0" i="0" sz="1600" u="none" cap="none" strike="noStrike">
                <a:solidFill>
                  <a:schemeClr val="dk2"/>
                </a:solidFill>
                <a:latin typeface="Roboto"/>
                <a:ea typeface="Roboto"/>
                <a:cs typeface="Roboto"/>
                <a:sym typeface="Roboto"/>
              </a:defRPr>
            </a:lvl5pPr>
            <a:lvl6pPr indent="-330200" lvl="5" marL="2743200" marR="0" rtl="0" algn="l">
              <a:lnSpc>
                <a:spcPct val="115000"/>
              </a:lnSpc>
              <a:spcBef>
                <a:spcPts val="1600"/>
              </a:spcBef>
              <a:spcAft>
                <a:spcPts val="0"/>
              </a:spcAft>
              <a:buClr>
                <a:schemeClr val="dk2"/>
              </a:buClr>
              <a:buSzPts val="1600"/>
              <a:buFont typeface="Roboto"/>
              <a:buChar char="■"/>
              <a:defRPr b="0" i="0" sz="1600" u="none" cap="none" strike="noStrike">
                <a:solidFill>
                  <a:schemeClr val="dk2"/>
                </a:solidFill>
                <a:latin typeface="Roboto"/>
                <a:ea typeface="Roboto"/>
                <a:cs typeface="Roboto"/>
                <a:sym typeface="Roboto"/>
              </a:defRPr>
            </a:lvl6pPr>
            <a:lvl7pPr indent="-330200" lvl="6" marL="3200400" marR="0" rtl="0" algn="l">
              <a:lnSpc>
                <a:spcPct val="115000"/>
              </a:lnSpc>
              <a:spcBef>
                <a:spcPts val="1600"/>
              </a:spcBef>
              <a:spcAft>
                <a:spcPts val="0"/>
              </a:spcAft>
              <a:buClr>
                <a:schemeClr val="dk2"/>
              </a:buClr>
              <a:buSzPts val="1600"/>
              <a:buFont typeface="Roboto"/>
              <a:buChar char="●"/>
              <a:defRPr b="0" i="0" sz="1600" u="none" cap="none" strike="noStrike">
                <a:solidFill>
                  <a:schemeClr val="dk2"/>
                </a:solidFill>
                <a:latin typeface="Roboto"/>
                <a:ea typeface="Roboto"/>
                <a:cs typeface="Roboto"/>
                <a:sym typeface="Roboto"/>
              </a:defRPr>
            </a:lvl7pPr>
            <a:lvl8pPr indent="-330200" lvl="7" marL="3657600" marR="0" rtl="0" algn="l">
              <a:lnSpc>
                <a:spcPct val="115000"/>
              </a:lnSpc>
              <a:spcBef>
                <a:spcPts val="1600"/>
              </a:spcBef>
              <a:spcAft>
                <a:spcPts val="0"/>
              </a:spcAft>
              <a:buClr>
                <a:schemeClr val="dk2"/>
              </a:buClr>
              <a:buSzPts val="1600"/>
              <a:buFont typeface="Roboto"/>
              <a:buChar char="○"/>
              <a:defRPr b="0" i="0" sz="1600" u="none" cap="none" strike="noStrike">
                <a:solidFill>
                  <a:schemeClr val="dk2"/>
                </a:solidFill>
                <a:latin typeface="Roboto"/>
                <a:ea typeface="Roboto"/>
                <a:cs typeface="Roboto"/>
                <a:sym typeface="Roboto"/>
              </a:defRPr>
            </a:lvl8pPr>
            <a:lvl9pPr indent="-330200" lvl="8" marL="4114800" marR="0" rtl="0" algn="l">
              <a:lnSpc>
                <a:spcPct val="115000"/>
              </a:lnSpc>
              <a:spcBef>
                <a:spcPts val="1600"/>
              </a:spcBef>
              <a:spcAft>
                <a:spcPts val="1600"/>
              </a:spcAft>
              <a:buClr>
                <a:schemeClr val="dk2"/>
              </a:buClr>
              <a:buSzPts val="1600"/>
              <a:buFont typeface="Roboto"/>
              <a:buChar char="■"/>
              <a:defRPr b="0" i="0" sz="1600" u="none" cap="none" strike="noStrike">
                <a:solidFill>
                  <a:schemeClr val="dk2"/>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58">
          <p15:clr>
            <a:srgbClr val="EA4335"/>
          </p15:clr>
        </p15:guide>
        <p15:guide id="2" pos="288">
          <p15:clr>
            <a:srgbClr val="EA4335"/>
          </p15:clr>
        </p15:guide>
        <p15:guide id="3" pos="5472">
          <p15:clr>
            <a:srgbClr val="EA4335"/>
          </p15:clr>
        </p15:guide>
        <p15:guide id="4" orient="horz" pos="2982">
          <p15:clr>
            <a:srgbClr val="EA4335"/>
          </p15:clr>
        </p15:guide>
        <p15:guide id="5" pos="2880">
          <p15:clr>
            <a:srgbClr val="EA4335"/>
          </p15:clr>
        </p15:guide>
        <p15:guide id="6" orient="horz" pos="162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9.png"/><Relationship Id="rId9"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2.png"/><Relationship Id="rId7" Type="http://schemas.openxmlformats.org/officeDocument/2006/relationships/image" Target="../media/image1.png"/><Relationship Id="rId8" Type="http://schemas.openxmlformats.org/officeDocument/2006/relationships/image" Target="../media/image7.png"/><Relationship Id="rId10"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hyperlink" Target="https://wordwall.net/play/34890/815/618" TargetMode="External"/><Relationship Id="rId7" Type="http://schemas.openxmlformats.org/officeDocument/2006/relationships/hyperlink" Target="https://wordwall.net/play/34890/815/618" TargetMode="External"/><Relationship Id="rId8" Type="http://schemas.openxmlformats.org/officeDocument/2006/relationships/hyperlink" Target="https://wordwall.net/play/34890/815/618"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hyperlink" Target="http://www.youtube.com/watch?v=TvhNvumnZ1U" TargetMode="External"/><Relationship Id="rId6" Type="http://schemas.openxmlformats.org/officeDocument/2006/relationships/image" Target="../media/image1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hyperlink" Target="http://drive.google.com/file/d/1Bz2M7aXykqASsBwN2aQaiNUZCcyyLnpH/view" TargetMode="External"/><Relationship Id="rId6"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hyperlink" Target="http://drive.google.com/file/d/1A7DZ91hbYg97v625vpxyfPQV9ngrsf7k/view" TargetMode="External"/><Relationship Id="rId6"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pn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hyperlink" Target="https://forms.gle/63Dt9a335JErfTDE7" TargetMode="External"/><Relationship Id="rId5"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4" name="Shape 124"/>
        <p:cNvGrpSpPr/>
        <p:nvPr/>
      </p:nvGrpSpPr>
      <p:grpSpPr>
        <a:xfrm>
          <a:off x="0" y="0"/>
          <a:ext cx="0" cy="0"/>
          <a:chOff x="0" y="0"/>
          <a:chExt cx="0" cy="0"/>
        </a:xfrm>
      </p:grpSpPr>
      <p:sp>
        <p:nvSpPr>
          <p:cNvPr id="125" name="Google Shape;125;p1"/>
          <p:cNvSpPr/>
          <p:nvPr/>
        </p:nvSpPr>
        <p:spPr>
          <a:xfrm rot="2700000">
            <a:off x="5314390" y="2329120"/>
            <a:ext cx="4241421" cy="2584514"/>
          </a:xfrm>
          <a:custGeom>
            <a:rect b="b" l="l" r="r" t="t"/>
            <a:pathLst>
              <a:path extrusionOk="0" h="90226" w="148069">
                <a:moveTo>
                  <a:pt x="33761" y="1"/>
                </a:moveTo>
                <a:cubicBezTo>
                  <a:pt x="29668" y="1"/>
                  <a:pt x="25526" y="1169"/>
                  <a:pt x="21822" y="3006"/>
                </a:cubicBezTo>
                <a:cubicBezTo>
                  <a:pt x="9017" y="9397"/>
                  <a:pt x="1096" y="23640"/>
                  <a:pt x="480" y="37951"/>
                </a:cubicBezTo>
                <a:cubicBezTo>
                  <a:pt x="1" y="49181"/>
                  <a:pt x="3630" y="62877"/>
                  <a:pt x="10980" y="71641"/>
                </a:cubicBezTo>
                <a:cubicBezTo>
                  <a:pt x="17622" y="79493"/>
                  <a:pt x="23420" y="87436"/>
                  <a:pt x="34855" y="87551"/>
                </a:cubicBezTo>
                <a:cubicBezTo>
                  <a:pt x="34933" y="87551"/>
                  <a:pt x="35012" y="87552"/>
                  <a:pt x="35090" y="87552"/>
                </a:cubicBezTo>
                <a:cubicBezTo>
                  <a:pt x="42104" y="87552"/>
                  <a:pt x="48811" y="84553"/>
                  <a:pt x="55786" y="83853"/>
                </a:cubicBezTo>
                <a:cubicBezTo>
                  <a:pt x="56928" y="83739"/>
                  <a:pt x="58070" y="83686"/>
                  <a:pt x="59212" y="83686"/>
                </a:cubicBezTo>
                <a:cubicBezTo>
                  <a:pt x="65141" y="83686"/>
                  <a:pt x="71047" y="85099"/>
                  <a:pt x="76808" y="86592"/>
                </a:cubicBezTo>
                <a:cubicBezTo>
                  <a:pt x="83507" y="88344"/>
                  <a:pt x="90270" y="90226"/>
                  <a:pt x="97161" y="90226"/>
                </a:cubicBezTo>
                <a:cubicBezTo>
                  <a:pt x="97361" y="90226"/>
                  <a:pt x="97561" y="90224"/>
                  <a:pt x="97762" y="90221"/>
                </a:cubicBezTo>
                <a:cubicBezTo>
                  <a:pt x="106024" y="90061"/>
                  <a:pt x="113671" y="90198"/>
                  <a:pt x="121637" y="87231"/>
                </a:cubicBezTo>
                <a:cubicBezTo>
                  <a:pt x="128827" y="84538"/>
                  <a:pt x="135286" y="81023"/>
                  <a:pt x="139463" y="74472"/>
                </a:cubicBezTo>
                <a:cubicBezTo>
                  <a:pt x="145900" y="64406"/>
                  <a:pt x="148069" y="51669"/>
                  <a:pt x="142180" y="40804"/>
                </a:cubicBezTo>
                <a:cubicBezTo>
                  <a:pt x="138254" y="33500"/>
                  <a:pt x="130630" y="28639"/>
                  <a:pt x="122573" y="26630"/>
                </a:cubicBezTo>
                <a:cubicBezTo>
                  <a:pt x="118997" y="25749"/>
                  <a:pt x="115336" y="25380"/>
                  <a:pt x="111658" y="25380"/>
                </a:cubicBezTo>
                <a:cubicBezTo>
                  <a:pt x="107047" y="25380"/>
                  <a:pt x="102408" y="25959"/>
                  <a:pt x="97876" y="26835"/>
                </a:cubicBezTo>
                <a:cubicBezTo>
                  <a:pt x="91909" y="27987"/>
                  <a:pt x="85697" y="29628"/>
                  <a:pt x="79708" y="29628"/>
                </a:cubicBezTo>
                <a:cubicBezTo>
                  <a:pt x="76557" y="29628"/>
                  <a:pt x="73467" y="29174"/>
                  <a:pt x="70508" y="27954"/>
                </a:cubicBezTo>
                <a:cubicBezTo>
                  <a:pt x="57657" y="22658"/>
                  <a:pt x="52819" y="5037"/>
                  <a:pt x="39557" y="860"/>
                </a:cubicBezTo>
                <a:cubicBezTo>
                  <a:pt x="37672" y="269"/>
                  <a:pt x="35722" y="1"/>
                  <a:pt x="33761" y="1"/>
                </a:cubicBezTo>
                <a:close/>
              </a:path>
            </a:pathLst>
          </a:custGeom>
          <a:solidFill>
            <a:srgbClr val="F7B681">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6" name="Google Shape;126;p1"/>
          <p:cNvGrpSpPr/>
          <p:nvPr/>
        </p:nvGrpSpPr>
        <p:grpSpPr>
          <a:xfrm>
            <a:off x="5807737" y="660874"/>
            <a:ext cx="2431722" cy="4769821"/>
            <a:chOff x="6523413" y="868700"/>
            <a:chExt cx="2249303" cy="4412007"/>
          </a:xfrm>
        </p:grpSpPr>
        <p:sp>
          <p:nvSpPr>
            <p:cNvPr id="127" name="Google Shape;127;p1"/>
            <p:cNvSpPr/>
            <p:nvPr/>
          </p:nvSpPr>
          <p:spPr>
            <a:xfrm>
              <a:off x="7286861" y="4377432"/>
              <a:ext cx="582554" cy="624435"/>
            </a:xfrm>
            <a:custGeom>
              <a:rect b="b" l="l" r="r" t="t"/>
              <a:pathLst>
                <a:path extrusionOk="0" h="19770" w="18444">
                  <a:moveTo>
                    <a:pt x="18443" y="0"/>
                  </a:moveTo>
                  <a:lnTo>
                    <a:pt x="5593" y="434"/>
                  </a:lnTo>
                  <a:cubicBezTo>
                    <a:pt x="3744" y="5478"/>
                    <a:pt x="1872" y="10523"/>
                    <a:pt x="1" y="15590"/>
                  </a:cubicBezTo>
                  <a:cubicBezTo>
                    <a:pt x="2694" y="17051"/>
                    <a:pt x="5502" y="18329"/>
                    <a:pt x="8378" y="19425"/>
                  </a:cubicBezTo>
                  <a:cubicBezTo>
                    <a:pt x="8834" y="19607"/>
                    <a:pt x="9331" y="19770"/>
                    <a:pt x="9808" y="19770"/>
                  </a:cubicBezTo>
                  <a:cubicBezTo>
                    <a:pt x="10046" y="19770"/>
                    <a:pt x="10280" y="19729"/>
                    <a:pt x="10500" y="19630"/>
                  </a:cubicBezTo>
                  <a:cubicBezTo>
                    <a:pt x="11048" y="19402"/>
                    <a:pt x="11368" y="18854"/>
                    <a:pt x="11664" y="18329"/>
                  </a:cubicBezTo>
                  <a:cubicBezTo>
                    <a:pt x="14883" y="12623"/>
                    <a:pt x="17165" y="6414"/>
                    <a:pt x="18443" y="0"/>
                  </a:cubicBezTo>
                  <a:close/>
                </a:path>
              </a:pathLst>
            </a:custGeom>
            <a:solidFill>
              <a:srgbClr val="E979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
            <p:cNvSpPr/>
            <p:nvPr/>
          </p:nvSpPr>
          <p:spPr>
            <a:xfrm>
              <a:off x="7408712" y="2525897"/>
              <a:ext cx="1141987" cy="793984"/>
            </a:xfrm>
            <a:custGeom>
              <a:rect b="b" l="l" r="r" t="t"/>
              <a:pathLst>
                <a:path extrusionOk="0" h="25138" w="36156">
                  <a:moveTo>
                    <a:pt x="11568" y="1"/>
                  </a:moveTo>
                  <a:cubicBezTo>
                    <a:pt x="9806" y="1"/>
                    <a:pt x="8058" y="259"/>
                    <a:pt x="6437" y="943"/>
                  </a:cubicBezTo>
                  <a:cubicBezTo>
                    <a:pt x="2899" y="2472"/>
                    <a:pt x="91" y="6375"/>
                    <a:pt x="1826" y="10233"/>
                  </a:cubicBezTo>
                  <a:cubicBezTo>
                    <a:pt x="662" y="11420"/>
                    <a:pt x="0" y="13063"/>
                    <a:pt x="23" y="14729"/>
                  </a:cubicBezTo>
                  <a:cubicBezTo>
                    <a:pt x="23" y="16373"/>
                    <a:pt x="708" y="18016"/>
                    <a:pt x="1895" y="19180"/>
                  </a:cubicBezTo>
                  <a:lnTo>
                    <a:pt x="33759" y="25138"/>
                  </a:lnTo>
                  <a:cubicBezTo>
                    <a:pt x="35105" y="21874"/>
                    <a:pt x="35859" y="18359"/>
                    <a:pt x="36018" y="14844"/>
                  </a:cubicBezTo>
                  <a:cubicBezTo>
                    <a:pt x="36155" y="11876"/>
                    <a:pt x="36155" y="7517"/>
                    <a:pt x="33028" y="5942"/>
                  </a:cubicBezTo>
                  <a:cubicBezTo>
                    <a:pt x="32298" y="5554"/>
                    <a:pt x="31431" y="5576"/>
                    <a:pt x="30791" y="5074"/>
                  </a:cubicBezTo>
                  <a:cubicBezTo>
                    <a:pt x="29947" y="4458"/>
                    <a:pt x="29376" y="3773"/>
                    <a:pt x="28372" y="3317"/>
                  </a:cubicBezTo>
                  <a:cubicBezTo>
                    <a:pt x="26386" y="2449"/>
                    <a:pt x="24195" y="2290"/>
                    <a:pt x="22118" y="1787"/>
                  </a:cubicBezTo>
                  <a:cubicBezTo>
                    <a:pt x="19858" y="1240"/>
                    <a:pt x="17576" y="692"/>
                    <a:pt x="15270" y="327"/>
                  </a:cubicBezTo>
                  <a:cubicBezTo>
                    <a:pt x="14055" y="129"/>
                    <a:pt x="12808" y="1"/>
                    <a:pt x="115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
            <p:cNvSpPr/>
            <p:nvPr/>
          </p:nvSpPr>
          <p:spPr>
            <a:xfrm>
              <a:off x="6958861" y="3879726"/>
              <a:ext cx="677688" cy="1222782"/>
            </a:xfrm>
            <a:custGeom>
              <a:rect b="b" l="l" r="r" t="t"/>
              <a:pathLst>
                <a:path extrusionOk="0" h="38714" w="21456">
                  <a:moveTo>
                    <a:pt x="2472" y="0"/>
                  </a:moveTo>
                  <a:cubicBezTo>
                    <a:pt x="2223" y="0"/>
                    <a:pt x="1952" y="135"/>
                    <a:pt x="1872" y="374"/>
                  </a:cubicBezTo>
                  <a:cubicBezTo>
                    <a:pt x="1781" y="671"/>
                    <a:pt x="2009" y="968"/>
                    <a:pt x="2214" y="1196"/>
                  </a:cubicBezTo>
                  <a:cubicBezTo>
                    <a:pt x="3743" y="2816"/>
                    <a:pt x="5798" y="3912"/>
                    <a:pt x="7989" y="4323"/>
                  </a:cubicBezTo>
                  <a:cubicBezTo>
                    <a:pt x="7750" y="4360"/>
                    <a:pt x="7508" y="4378"/>
                    <a:pt x="7267" y="4378"/>
                  </a:cubicBezTo>
                  <a:cubicBezTo>
                    <a:pt x="6332" y="4378"/>
                    <a:pt x="5390" y="4120"/>
                    <a:pt x="4520" y="3775"/>
                  </a:cubicBezTo>
                  <a:cubicBezTo>
                    <a:pt x="3424" y="3364"/>
                    <a:pt x="2374" y="2794"/>
                    <a:pt x="1256" y="2406"/>
                  </a:cubicBezTo>
                  <a:cubicBezTo>
                    <a:pt x="1120" y="2356"/>
                    <a:pt x="964" y="2314"/>
                    <a:pt x="821" y="2314"/>
                  </a:cubicBezTo>
                  <a:cubicBezTo>
                    <a:pt x="699" y="2314"/>
                    <a:pt x="586" y="2344"/>
                    <a:pt x="502" y="2428"/>
                  </a:cubicBezTo>
                  <a:cubicBezTo>
                    <a:pt x="274" y="2680"/>
                    <a:pt x="502" y="3068"/>
                    <a:pt x="731" y="3319"/>
                  </a:cubicBezTo>
                  <a:cubicBezTo>
                    <a:pt x="2328" y="4939"/>
                    <a:pt x="4702" y="5464"/>
                    <a:pt x="6939" y="5921"/>
                  </a:cubicBezTo>
                  <a:cubicBezTo>
                    <a:pt x="4862" y="5715"/>
                    <a:pt x="2808" y="5487"/>
                    <a:pt x="753" y="5259"/>
                  </a:cubicBezTo>
                  <a:cubicBezTo>
                    <a:pt x="692" y="5251"/>
                    <a:pt x="632" y="5246"/>
                    <a:pt x="572" y="5246"/>
                  </a:cubicBezTo>
                  <a:cubicBezTo>
                    <a:pt x="454" y="5246"/>
                    <a:pt x="343" y="5266"/>
                    <a:pt x="251" y="5327"/>
                  </a:cubicBezTo>
                  <a:cubicBezTo>
                    <a:pt x="46" y="5464"/>
                    <a:pt x="0" y="5761"/>
                    <a:pt x="114" y="5989"/>
                  </a:cubicBezTo>
                  <a:cubicBezTo>
                    <a:pt x="228" y="6195"/>
                    <a:pt x="434" y="6354"/>
                    <a:pt x="662" y="6469"/>
                  </a:cubicBezTo>
                  <a:cubicBezTo>
                    <a:pt x="1438" y="6948"/>
                    <a:pt x="2328" y="7245"/>
                    <a:pt x="3241" y="7359"/>
                  </a:cubicBezTo>
                  <a:cubicBezTo>
                    <a:pt x="3972" y="7450"/>
                    <a:pt x="4748" y="7427"/>
                    <a:pt x="5410" y="7747"/>
                  </a:cubicBezTo>
                  <a:cubicBezTo>
                    <a:pt x="6414" y="8272"/>
                    <a:pt x="6551" y="9459"/>
                    <a:pt x="6619" y="10463"/>
                  </a:cubicBezTo>
                  <a:cubicBezTo>
                    <a:pt x="6642" y="10554"/>
                    <a:pt x="6642" y="10623"/>
                    <a:pt x="6642" y="10714"/>
                  </a:cubicBezTo>
                  <a:cubicBezTo>
                    <a:pt x="6711" y="14777"/>
                    <a:pt x="6916" y="18817"/>
                    <a:pt x="7487" y="22903"/>
                  </a:cubicBezTo>
                  <a:cubicBezTo>
                    <a:pt x="7898" y="25870"/>
                    <a:pt x="8445" y="28814"/>
                    <a:pt x="9153" y="31736"/>
                  </a:cubicBezTo>
                  <a:cubicBezTo>
                    <a:pt x="9724" y="34041"/>
                    <a:pt x="10523" y="36461"/>
                    <a:pt x="12600" y="37830"/>
                  </a:cubicBezTo>
                  <a:cubicBezTo>
                    <a:pt x="12645" y="37876"/>
                    <a:pt x="12691" y="37899"/>
                    <a:pt x="12759" y="37922"/>
                  </a:cubicBezTo>
                  <a:cubicBezTo>
                    <a:pt x="13649" y="38474"/>
                    <a:pt x="14588" y="38713"/>
                    <a:pt x="15536" y="38713"/>
                  </a:cubicBezTo>
                  <a:cubicBezTo>
                    <a:pt x="17606" y="38713"/>
                    <a:pt x="19719" y="37575"/>
                    <a:pt x="21456" y="36073"/>
                  </a:cubicBezTo>
                  <a:cubicBezTo>
                    <a:pt x="20794" y="31143"/>
                    <a:pt x="19881" y="26258"/>
                    <a:pt x="18854" y="21396"/>
                  </a:cubicBezTo>
                  <a:cubicBezTo>
                    <a:pt x="18375" y="19068"/>
                    <a:pt x="17827" y="16763"/>
                    <a:pt x="17302" y="14435"/>
                  </a:cubicBezTo>
                  <a:cubicBezTo>
                    <a:pt x="17073" y="13453"/>
                    <a:pt x="16685" y="12540"/>
                    <a:pt x="16526" y="11559"/>
                  </a:cubicBezTo>
                  <a:cubicBezTo>
                    <a:pt x="16366" y="10486"/>
                    <a:pt x="16275" y="9436"/>
                    <a:pt x="16115" y="8386"/>
                  </a:cubicBezTo>
                  <a:cubicBezTo>
                    <a:pt x="15909" y="7062"/>
                    <a:pt x="15590" y="5784"/>
                    <a:pt x="14882" y="4574"/>
                  </a:cubicBezTo>
                  <a:cubicBezTo>
                    <a:pt x="14357" y="3707"/>
                    <a:pt x="13695" y="2953"/>
                    <a:pt x="12919" y="2314"/>
                  </a:cubicBezTo>
                  <a:cubicBezTo>
                    <a:pt x="11435" y="1118"/>
                    <a:pt x="9543" y="395"/>
                    <a:pt x="7617" y="395"/>
                  </a:cubicBezTo>
                  <a:cubicBezTo>
                    <a:pt x="7559" y="395"/>
                    <a:pt x="7500" y="396"/>
                    <a:pt x="7441" y="397"/>
                  </a:cubicBezTo>
                  <a:cubicBezTo>
                    <a:pt x="7167" y="397"/>
                    <a:pt x="6848" y="465"/>
                    <a:pt x="6779" y="717"/>
                  </a:cubicBezTo>
                  <a:cubicBezTo>
                    <a:pt x="6734" y="990"/>
                    <a:pt x="7053" y="1196"/>
                    <a:pt x="7304" y="1310"/>
                  </a:cubicBezTo>
                  <a:cubicBezTo>
                    <a:pt x="8309" y="1721"/>
                    <a:pt x="9313" y="2132"/>
                    <a:pt x="10317" y="2543"/>
                  </a:cubicBezTo>
                  <a:cubicBezTo>
                    <a:pt x="9842" y="2725"/>
                    <a:pt x="9338" y="2806"/>
                    <a:pt x="8830" y="2806"/>
                  </a:cubicBezTo>
                  <a:cubicBezTo>
                    <a:pt x="8068" y="2806"/>
                    <a:pt x="7295" y="2625"/>
                    <a:pt x="6597" y="2337"/>
                  </a:cubicBezTo>
                  <a:cubicBezTo>
                    <a:pt x="5410" y="1858"/>
                    <a:pt x="4383" y="1105"/>
                    <a:pt x="3355" y="374"/>
                  </a:cubicBezTo>
                  <a:cubicBezTo>
                    <a:pt x="3104" y="214"/>
                    <a:pt x="2853" y="55"/>
                    <a:pt x="2579" y="9"/>
                  </a:cubicBezTo>
                  <a:cubicBezTo>
                    <a:pt x="2545" y="3"/>
                    <a:pt x="2509" y="0"/>
                    <a:pt x="2472" y="0"/>
                  </a:cubicBezTo>
                  <a:close/>
                </a:path>
              </a:pathLst>
            </a:custGeom>
            <a:solidFill>
              <a:srgbClr val="E979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
            <p:cNvSpPr/>
            <p:nvPr/>
          </p:nvSpPr>
          <p:spPr>
            <a:xfrm>
              <a:off x="7413734" y="2611680"/>
              <a:ext cx="1321516" cy="2669027"/>
            </a:xfrm>
            <a:custGeom>
              <a:rect b="b" l="l" r="r" t="t"/>
              <a:pathLst>
                <a:path extrusionOk="0" h="84503" w="41840">
                  <a:moveTo>
                    <a:pt x="18391" y="1"/>
                  </a:moveTo>
                  <a:cubicBezTo>
                    <a:pt x="18226" y="1"/>
                    <a:pt x="18061" y="3"/>
                    <a:pt x="17896" y="7"/>
                  </a:cubicBezTo>
                  <a:cubicBezTo>
                    <a:pt x="14518" y="99"/>
                    <a:pt x="11162" y="1034"/>
                    <a:pt x="8195" y="2678"/>
                  </a:cubicBezTo>
                  <a:cubicBezTo>
                    <a:pt x="6894" y="3385"/>
                    <a:pt x="5228" y="4321"/>
                    <a:pt x="4292" y="5508"/>
                  </a:cubicBezTo>
                  <a:cubicBezTo>
                    <a:pt x="3265" y="6832"/>
                    <a:pt x="2740" y="8749"/>
                    <a:pt x="2398" y="10370"/>
                  </a:cubicBezTo>
                  <a:cubicBezTo>
                    <a:pt x="1895" y="12858"/>
                    <a:pt x="1804" y="15414"/>
                    <a:pt x="1485" y="17948"/>
                  </a:cubicBezTo>
                  <a:cubicBezTo>
                    <a:pt x="1119" y="20984"/>
                    <a:pt x="754" y="24111"/>
                    <a:pt x="1302" y="27147"/>
                  </a:cubicBezTo>
                  <a:cubicBezTo>
                    <a:pt x="1804" y="29977"/>
                    <a:pt x="2717" y="32305"/>
                    <a:pt x="5365" y="33629"/>
                  </a:cubicBezTo>
                  <a:cubicBezTo>
                    <a:pt x="7217" y="34541"/>
                    <a:pt x="9189" y="34772"/>
                    <a:pt x="11198" y="34772"/>
                  </a:cubicBezTo>
                  <a:cubicBezTo>
                    <a:pt x="12457" y="34772"/>
                    <a:pt x="13730" y="34681"/>
                    <a:pt x="14997" y="34610"/>
                  </a:cubicBezTo>
                  <a:cubicBezTo>
                    <a:pt x="15248" y="35957"/>
                    <a:pt x="15454" y="37281"/>
                    <a:pt x="15591" y="38628"/>
                  </a:cubicBezTo>
                  <a:cubicBezTo>
                    <a:pt x="15654" y="39413"/>
                    <a:pt x="15027" y="40100"/>
                    <a:pt x="14259" y="40100"/>
                  </a:cubicBezTo>
                  <a:cubicBezTo>
                    <a:pt x="14201" y="40100"/>
                    <a:pt x="14143" y="40096"/>
                    <a:pt x="14084" y="40088"/>
                  </a:cubicBezTo>
                  <a:cubicBezTo>
                    <a:pt x="13819" y="40056"/>
                    <a:pt x="13552" y="40040"/>
                    <a:pt x="13285" y="40040"/>
                  </a:cubicBezTo>
                  <a:cubicBezTo>
                    <a:pt x="12033" y="40040"/>
                    <a:pt x="10778" y="40389"/>
                    <a:pt x="9724" y="41047"/>
                  </a:cubicBezTo>
                  <a:cubicBezTo>
                    <a:pt x="7807" y="42257"/>
                    <a:pt x="6620" y="44950"/>
                    <a:pt x="5525" y="46868"/>
                  </a:cubicBezTo>
                  <a:cubicBezTo>
                    <a:pt x="3584" y="50269"/>
                    <a:pt x="1781" y="53761"/>
                    <a:pt x="1" y="57276"/>
                  </a:cubicBezTo>
                  <a:cubicBezTo>
                    <a:pt x="2626" y="59764"/>
                    <a:pt x="6757" y="61476"/>
                    <a:pt x="10318" y="62092"/>
                  </a:cubicBezTo>
                  <a:lnTo>
                    <a:pt x="10318" y="62092"/>
                  </a:lnTo>
                  <a:cubicBezTo>
                    <a:pt x="10314" y="62091"/>
                    <a:pt x="10310" y="62091"/>
                    <a:pt x="10306" y="62091"/>
                  </a:cubicBezTo>
                  <a:cubicBezTo>
                    <a:pt x="9900" y="62091"/>
                    <a:pt x="8445" y="65360"/>
                    <a:pt x="8286" y="65767"/>
                  </a:cubicBezTo>
                  <a:cubicBezTo>
                    <a:pt x="7716" y="67205"/>
                    <a:pt x="7214" y="68689"/>
                    <a:pt x="6780" y="70172"/>
                  </a:cubicBezTo>
                  <a:cubicBezTo>
                    <a:pt x="6369" y="71610"/>
                    <a:pt x="6027" y="73048"/>
                    <a:pt x="5776" y="74509"/>
                  </a:cubicBezTo>
                  <a:cubicBezTo>
                    <a:pt x="5593" y="75513"/>
                    <a:pt x="4840" y="77750"/>
                    <a:pt x="5251" y="78686"/>
                  </a:cubicBezTo>
                  <a:cubicBezTo>
                    <a:pt x="5570" y="79462"/>
                    <a:pt x="7054" y="80170"/>
                    <a:pt x="7990" y="80603"/>
                  </a:cubicBezTo>
                  <a:cubicBezTo>
                    <a:pt x="9245" y="81197"/>
                    <a:pt x="10523" y="81699"/>
                    <a:pt x="11847" y="82110"/>
                  </a:cubicBezTo>
                  <a:cubicBezTo>
                    <a:pt x="17129" y="83701"/>
                    <a:pt x="22196" y="84502"/>
                    <a:pt x="27501" y="84502"/>
                  </a:cubicBezTo>
                  <a:cubicBezTo>
                    <a:pt x="29119" y="84502"/>
                    <a:pt x="30760" y="84428"/>
                    <a:pt x="32436" y="84278"/>
                  </a:cubicBezTo>
                  <a:cubicBezTo>
                    <a:pt x="33189" y="84210"/>
                    <a:pt x="33988" y="84118"/>
                    <a:pt x="34650" y="83730"/>
                  </a:cubicBezTo>
                  <a:cubicBezTo>
                    <a:pt x="36316" y="82772"/>
                    <a:pt x="37297" y="79964"/>
                    <a:pt x="37708" y="78207"/>
                  </a:cubicBezTo>
                  <a:cubicBezTo>
                    <a:pt x="37868" y="77453"/>
                    <a:pt x="37845" y="76700"/>
                    <a:pt x="37982" y="75947"/>
                  </a:cubicBezTo>
                  <a:cubicBezTo>
                    <a:pt x="38188" y="74806"/>
                    <a:pt x="38690" y="73733"/>
                    <a:pt x="39055" y="72660"/>
                  </a:cubicBezTo>
                  <a:cubicBezTo>
                    <a:pt x="39260" y="72021"/>
                    <a:pt x="39466" y="71382"/>
                    <a:pt x="39671" y="70743"/>
                  </a:cubicBezTo>
                  <a:cubicBezTo>
                    <a:pt x="40972" y="66474"/>
                    <a:pt x="41840" y="62024"/>
                    <a:pt x="41657" y="57573"/>
                  </a:cubicBezTo>
                  <a:cubicBezTo>
                    <a:pt x="41543" y="54765"/>
                    <a:pt x="41109" y="51866"/>
                    <a:pt x="40607" y="49150"/>
                  </a:cubicBezTo>
                  <a:cubicBezTo>
                    <a:pt x="39945" y="45612"/>
                    <a:pt x="37800" y="42782"/>
                    <a:pt x="34787" y="40842"/>
                  </a:cubicBezTo>
                  <a:cubicBezTo>
                    <a:pt x="32725" y="39507"/>
                    <a:pt x="30208" y="39050"/>
                    <a:pt x="27728" y="39050"/>
                  </a:cubicBezTo>
                  <a:cubicBezTo>
                    <a:pt x="27325" y="39050"/>
                    <a:pt x="26923" y="39062"/>
                    <a:pt x="26524" y="39084"/>
                  </a:cubicBezTo>
                  <a:cubicBezTo>
                    <a:pt x="26496" y="39086"/>
                    <a:pt x="26469" y="39087"/>
                    <a:pt x="26442" y="39087"/>
                  </a:cubicBezTo>
                  <a:cubicBezTo>
                    <a:pt x="25746" y="39087"/>
                    <a:pt x="25153" y="38532"/>
                    <a:pt x="25109" y="37829"/>
                  </a:cubicBezTo>
                  <a:cubicBezTo>
                    <a:pt x="24995" y="36094"/>
                    <a:pt x="24744" y="34519"/>
                    <a:pt x="24789" y="32784"/>
                  </a:cubicBezTo>
                  <a:cubicBezTo>
                    <a:pt x="24789" y="32784"/>
                    <a:pt x="26821" y="31780"/>
                    <a:pt x="27003" y="31643"/>
                  </a:cubicBezTo>
                  <a:cubicBezTo>
                    <a:pt x="28692" y="30411"/>
                    <a:pt x="29651" y="28311"/>
                    <a:pt x="30199" y="26348"/>
                  </a:cubicBezTo>
                  <a:cubicBezTo>
                    <a:pt x="30747" y="24408"/>
                    <a:pt x="30039" y="22490"/>
                    <a:pt x="30450" y="20459"/>
                  </a:cubicBezTo>
                  <a:cubicBezTo>
                    <a:pt x="30724" y="19249"/>
                    <a:pt x="31294" y="18176"/>
                    <a:pt x="31637" y="16989"/>
                  </a:cubicBezTo>
                  <a:cubicBezTo>
                    <a:pt x="32367" y="14479"/>
                    <a:pt x="32618" y="11785"/>
                    <a:pt x="32025" y="9229"/>
                  </a:cubicBezTo>
                  <a:cubicBezTo>
                    <a:pt x="30581" y="2852"/>
                    <a:pt x="24422" y="1"/>
                    <a:pt x="18391" y="1"/>
                  </a:cubicBezTo>
                  <a:close/>
                </a:path>
              </a:pathLst>
            </a:custGeom>
            <a:solidFill>
              <a:srgbClr val="F684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1"/>
            <p:cNvSpPr/>
            <p:nvPr/>
          </p:nvSpPr>
          <p:spPr>
            <a:xfrm>
              <a:off x="7485114" y="4273614"/>
              <a:ext cx="114654" cy="528480"/>
            </a:xfrm>
            <a:custGeom>
              <a:rect b="b" l="l" r="r" t="t"/>
              <a:pathLst>
                <a:path extrusionOk="0" h="16732" w="3630">
                  <a:moveTo>
                    <a:pt x="23" y="1"/>
                  </a:moveTo>
                  <a:cubicBezTo>
                    <a:pt x="1" y="23"/>
                    <a:pt x="69" y="252"/>
                    <a:pt x="206" y="662"/>
                  </a:cubicBezTo>
                  <a:cubicBezTo>
                    <a:pt x="389" y="1256"/>
                    <a:pt x="571" y="1849"/>
                    <a:pt x="754" y="2420"/>
                  </a:cubicBezTo>
                  <a:cubicBezTo>
                    <a:pt x="1188" y="3904"/>
                    <a:pt x="1781" y="5958"/>
                    <a:pt x="2283" y="8263"/>
                  </a:cubicBezTo>
                  <a:cubicBezTo>
                    <a:pt x="2762" y="10569"/>
                    <a:pt x="3082" y="12691"/>
                    <a:pt x="3287" y="14244"/>
                  </a:cubicBezTo>
                  <a:cubicBezTo>
                    <a:pt x="3356" y="14814"/>
                    <a:pt x="3424" y="15430"/>
                    <a:pt x="3516" y="16047"/>
                  </a:cubicBezTo>
                  <a:cubicBezTo>
                    <a:pt x="3561" y="16480"/>
                    <a:pt x="3584" y="16731"/>
                    <a:pt x="3607" y="16731"/>
                  </a:cubicBezTo>
                  <a:cubicBezTo>
                    <a:pt x="3630" y="16731"/>
                    <a:pt x="3630" y="16480"/>
                    <a:pt x="3630" y="16047"/>
                  </a:cubicBezTo>
                  <a:cubicBezTo>
                    <a:pt x="3607" y="15613"/>
                    <a:pt x="3561" y="14974"/>
                    <a:pt x="3493" y="14221"/>
                  </a:cubicBezTo>
                  <a:cubicBezTo>
                    <a:pt x="3356" y="12669"/>
                    <a:pt x="3059" y="10523"/>
                    <a:pt x="2557" y="8218"/>
                  </a:cubicBezTo>
                  <a:cubicBezTo>
                    <a:pt x="2055" y="5889"/>
                    <a:pt x="1461" y="3812"/>
                    <a:pt x="936" y="2352"/>
                  </a:cubicBezTo>
                  <a:cubicBezTo>
                    <a:pt x="685" y="1621"/>
                    <a:pt x="480" y="1028"/>
                    <a:pt x="297" y="617"/>
                  </a:cubicBezTo>
                  <a:cubicBezTo>
                    <a:pt x="138" y="229"/>
                    <a:pt x="46" y="1"/>
                    <a:pt x="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
            <p:cNvSpPr/>
            <p:nvPr/>
          </p:nvSpPr>
          <p:spPr>
            <a:xfrm>
              <a:off x="7566569" y="4581308"/>
              <a:ext cx="61338" cy="116991"/>
            </a:xfrm>
            <a:custGeom>
              <a:rect b="b" l="l" r="r" t="t"/>
              <a:pathLst>
                <a:path extrusionOk="0" h="3704" w="1942">
                  <a:moveTo>
                    <a:pt x="82" y="0"/>
                  </a:moveTo>
                  <a:cubicBezTo>
                    <a:pt x="77" y="0"/>
                    <a:pt x="72" y="2"/>
                    <a:pt x="69" y="5"/>
                  </a:cubicBezTo>
                  <a:cubicBezTo>
                    <a:pt x="1" y="51"/>
                    <a:pt x="571" y="804"/>
                    <a:pt x="1051" y="1808"/>
                  </a:cubicBezTo>
                  <a:cubicBezTo>
                    <a:pt x="1547" y="2822"/>
                    <a:pt x="1775" y="3703"/>
                    <a:pt x="1869" y="3703"/>
                  </a:cubicBezTo>
                  <a:cubicBezTo>
                    <a:pt x="1870" y="3703"/>
                    <a:pt x="1871" y="3703"/>
                    <a:pt x="1873" y="3703"/>
                  </a:cubicBezTo>
                  <a:cubicBezTo>
                    <a:pt x="1941" y="3703"/>
                    <a:pt x="1827" y="2744"/>
                    <a:pt x="1325" y="1694"/>
                  </a:cubicBezTo>
                  <a:cubicBezTo>
                    <a:pt x="824" y="671"/>
                    <a:pt x="198" y="0"/>
                    <a:pt x="8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1"/>
            <p:cNvSpPr/>
            <p:nvPr/>
          </p:nvSpPr>
          <p:spPr>
            <a:xfrm>
              <a:off x="8058964" y="3081212"/>
              <a:ext cx="279748" cy="489031"/>
            </a:xfrm>
            <a:custGeom>
              <a:rect b="b" l="l" r="r" t="t"/>
              <a:pathLst>
                <a:path extrusionOk="0" h="15483" w="8857">
                  <a:moveTo>
                    <a:pt x="3561" y="1"/>
                  </a:moveTo>
                  <a:cubicBezTo>
                    <a:pt x="2055" y="1165"/>
                    <a:pt x="1028" y="2899"/>
                    <a:pt x="685" y="4771"/>
                  </a:cubicBezTo>
                  <a:cubicBezTo>
                    <a:pt x="366" y="6643"/>
                    <a:pt x="1" y="8697"/>
                    <a:pt x="389" y="10591"/>
                  </a:cubicBezTo>
                  <a:cubicBezTo>
                    <a:pt x="799" y="12440"/>
                    <a:pt x="1918" y="14175"/>
                    <a:pt x="3630" y="14997"/>
                  </a:cubicBezTo>
                  <a:cubicBezTo>
                    <a:pt x="4276" y="15320"/>
                    <a:pt x="5005" y="15482"/>
                    <a:pt x="5731" y="15482"/>
                  </a:cubicBezTo>
                  <a:cubicBezTo>
                    <a:pt x="6903" y="15482"/>
                    <a:pt x="8067" y="15058"/>
                    <a:pt x="8857" y="14198"/>
                  </a:cubicBezTo>
                  <a:lnTo>
                    <a:pt x="3561" y="1"/>
                  </a:lnTo>
                  <a:close/>
                </a:path>
              </a:pathLst>
            </a:custGeom>
            <a:solidFill>
              <a:srgbClr val="F684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1"/>
            <p:cNvSpPr/>
            <p:nvPr/>
          </p:nvSpPr>
          <p:spPr>
            <a:xfrm>
              <a:off x="7413734" y="3845331"/>
              <a:ext cx="1321516" cy="1435349"/>
            </a:xfrm>
            <a:custGeom>
              <a:rect b="b" l="l" r="r" t="t"/>
              <a:pathLst>
                <a:path extrusionOk="0" h="45444" w="41840">
                  <a:moveTo>
                    <a:pt x="27887" y="0"/>
                  </a:moveTo>
                  <a:cubicBezTo>
                    <a:pt x="27561" y="0"/>
                    <a:pt x="27236" y="9"/>
                    <a:pt x="26912" y="25"/>
                  </a:cubicBezTo>
                  <a:cubicBezTo>
                    <a:pt x="25497" y="1669"/>
                    <a:pt x="23488" y="2855"/>
                    <a:pt x="21320" y="3198"/>
                  </a:cubicBezTo>
                  <a:cubicBezTo>
                    <a:pt x="20896" y="3260"/>
                    <a:pt x="20470" y="3291"/>
                    <a:pt x="20043" y="3291"/>
                  </a:cubicBezTo>
                  <a:cubicBezTo>
                    <a:pt x="17823" y="3291"/>
                    <a:pt x="15605" y="2465"/>
                    <a:pt x="13902" y="1029"/>
                  </a:cubicBezTo>
                  <a:cubicBezTo>
                    <a:pt x="13682" y="1009"/>
                    <a:pt x="13463" y="999"/>
                    <a:pt x="13244" y="999"/>
                  </a:cubicBezTo>
                  <a:cubicBezTo>
                    <a:pt x="12001" y="999"/>
                    <a:pt x="10772" y="1328"/>
                    <a:pt x="9724" y="1988"/>
                  </a:cubicBezTo>
                  <a:cubicBezTo>
                    <a:pt x="7807" y="3198"/>
                    <a:pt x="6620" y="5891"/>
                    <a:pt x="5525" y="7809"/>
                  </a:cubicBezTo>
                  <a:cubicBezTo>
                    <a:pt x="3584" y="11210"/>
                    <a:pt x="1781" y="14702"/>
                    <a:pt x="1" y="18217"/>
                  </a:cubicBezTo>
                  <a:cubicBezTo>
                    <a:pt x="2626" y="20705"/>
                    <a:pt x="6757" y="22417"/>
                    <a:pt x="10318" y="23033"/>
                  </a:cubicBezTo>
                  <a:lnTo>
                    <a:pt x="10318" y="23033"/>
                  </a:lnTo>
                  <a:cubicBezTo>
                    <a:pt x="10314" y="23032"/>
                    <a:pt x="10310" y="23032"/>
                    <a:pt x="10306" y="23032"/>
                  </a:cubicBezTo>
                  <a:cubicBezTo>
                    <a:pt x="9900" y="23032"/>
                    <a:pt x="8445" y="26301"/>
                    <a:pt x="8286" y="26708"/>
                  </a:cubicBezTo>
                  <a:cubicBezTo>
                    <a:pt x="7716" y="28146"/>
                    <a:pt x="7214" y="29630"/>
                    <a:pt x="6780" y="31113"/>
                  </a:cubicBezTo>
                  <a:cubicBezTo>
                    <a:pt x="6369" y="32551"/>
                    <a:pt x="6027" y="33989"/>
                    <a:pt x="5776" y="35450"/>
                  </a:cubicBezTo>
                  <a:cubicBezTo>
                    <a:pt x="5593" y="36454"/>
                    <a:pt x="4840" y="38691"/>
                    <a:pt x="5251" y="39627"/>
                  </a:cubicBezTo>
                  <a:cubicBezTo>
                    <a:pt x="5570" y="40403"/>
                    <a:pt x="7054" y="41111"/>
                    <a:pt x="7990" y="41544"/>
                  </a:cubicBezTo>
                  <a:cubicBezTo>
                    <a:pt x="9245" y="42138"/>
                    <a:pt x="10523" y="42640"/>
                    <a:pt x="11847" y="43051"/>
                  </a:cubicBezTo>
                  <a:cubicBezTo>
                    <a:pt x="17129" y="44642"/>
                    <a:pt x="22196" y="45443"/>
                    <a:pt x="27501" y="45443"/>
                  </a:cubicBezTo>
                  <a:cubicBezTo>
                    <a:pt x="29119" y="45443"/>
                    <a:pt x="30760" y="45369"/>
                    <a:pt x="32436" y="45219"/>
                  </a:cubicBezTo>
                  <a:cubicBezTo>
                    <a:pt x="33189" y="45151"/>
                    <a:pt x="33988" y="45059"/>
                    <a:pt x="34650" y="44671"/>
                  </a:cubicBezTo>
                  <a:cubicBezTo>
                    <a:pt x="36316" y="43713"/>
                    <a:pt x="37297" y="40905"/>
                    <a:pt x="37708" y="39148"/>
                  </a:cubicBezTo>
                  <a:cubicBezTo>
                    <a:pt x="37868" y="38394"/>
                    <a:pt x="37845" y="37641"/>
                    <a:pt x="37982" y="36888"/>
                  </a:cubicBezTo>
                  <a:cubicBezTo>
                    <a:pt x="38188" y="35747"/>
                    <a:pt x="38690" y="34674"/>
                    <a:pt x="39055" y="33601"/>
                  </a:cubicBezTo>
                  <a:cubicBezTo>
                    <a:pt x="39260" y="32962"/>
                    <a:pt x="39466" y="32323"/>
                    <a:pt x="39671" y="31684"/>
                  </a:cubicBezTo>
                  <a:cubicBezTo>
                    <a:pt x="40972" y="27415"/>
                    <a:pt x="41840" y="22965"/>
                    <a:pt x="41657" y="18514"/>
                  </a:cubicBezTo>
                  <a:cubicBezTo>
                    <a:pt x="41543" y="15706"/>
                    <a:pt x="41109" y="12807"/>
                    <a:pt x="40607" y="10091"/>
                  </a:cubicBezTo>
                  <a:cubicBezTo>
                    <a:pt x="39945" y="6553"/>
                    <a:pt x="37800" y="3723"/>
                    <a:pt x="34787" y="1783"/>
                  </a:cubicBezTo>
                  <a:cubicBezTo>
                    <a:pt x="32754" y="475"/>
                    <a:pt x="30313" y="0"/>
                    <a:pt x="2788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1"/>
            <p:cNvSpPr/>
            <p:nvPr/>
          </p:nvSpPr>
          <p:spPr>
            <a:xfrm>
              <a:off x="7525478" y="2708138"/>
              <a:ext cx="818304" cy="470080"/>
            </a:xfrm>
            <a:custGeom>
              <a:rect b="b" l="l" r="r" t="t"/>
              <a:pathLst>
                <a:path extrusionOk="0" h="14883" w="25908">
                  <a:moveTo>
                    <a:pt x="18639" y="0"/>
                  </a:moveTo>
                  <a:cubicBezTo>
                    <a:pt x="17337" y="0"/>
                    <a:pt x="15997" y="220"/>
                    <a:pt x="14723" y="446"/>
                  </a:cubicBezTo>
                  <a:lnTo>
                    <a:pt x="1" y="1952"/>
                  </a:lnTo>
                  <a:cubicBezTo>
                    <a:pt x="526" y="5901"/>
                    <a:pt x="5319" y="6677"/>
                    <a:pt x="8629" y="6951"/>
                  </a:cubicBezTo>
                  <a:cubicBezTo>
                    <a:pt x="9238" y="7000"/>
                    <a:pt x="9850" y="7024"/>
                    <a:pt x="10463" y="7024"/>
                  </a:cubicBezTo>
                  <a:cubicBezTo>
                    <a:pt x="12950" y="7024"/>
                    <a:pt x="15451" y="6633"/>
                    <a:pt x="17850" y="5992"/>
                  </a:cubicBezTo>
                  <a:lnTo>
                    <a:pt x="17850" y="5992"/>
                  </a:lnTo>
                  <a:cubicBezTo>
                    <a:pt x="17439" y="9416"/>
                    <a:pt x="19357" y="12999"/>
                    <a:pt x="22438" y="14552"/>
                  </a:cubicBezTo>
                  <a:cubicBezTo>
                    <a:pt x="22816" y="14723"/>
                    <a:pt x="23233" y="14882"/>
                    <a:pt x="23639" y="14882"/>
                  </a:cubicBezTo>
                  <a:cubicBezTo>
                    <a:pt x="23773" y="14882"/>
                    <a:pt x="23906" y="14865"/>
                    <a:pt x="24036" y="14825"/>
                  </a:cubicBezTo>
                  <a:cubicBezTo>
                    <a:pt x="24926" y="14552"/>
                    <a:pt x="25177" y="13456"/>
                    <a:pt x="25314" y="12543"/>
                  </a:cubicBezTo>
                  <a:cubicBezTo>
                    <a:pt x="25611" y="10443"/>
                    <a:pt x="25908" y="8297"/>
                    <a:pt x="25588" y="6198"/>
                  </a:cubicBezTo>
                  <a:cubicBezTo>
                    <a:pt x="25268" y="4098"/>
                    <a:pt x="24218" y="2021"/>
                    <a:pt x="22415" y="925"/>
                  </a:cubicBezTo>
                  <a:cubicBezTo>
                    <a:pt x="21271" y="232"/>
                    <a:pt x="19975" y="0"/>
                    <a:pt x="18639" y="0"/>
                  </a:cubicBezTo>
                  <a:close/>
                </a:path>
              </a:pathLst>
            </a:custGeom>
            <a:solidFill>
              <a:srgbClr val="F684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
            <p:cNvSpPr/>
            <p:nvPr/>
          </p:nvSpPr>
          <p:spPr>
            <a:xfrm>
              <a:off x="7198900" y="4388676"/>
              <a:ext cx="1554393" cy="769663"/>
            </a:xfrm>
            <a:custGeom>
              <a:rect b="b" l="l" r="r" t="t"/>
              <a:pathLst>
                <a:path extrusionOk="0" h="24368" w="49213">
                  <a:moveTo>
                    <a:pt x="45310" y="0"/>
                  </a:moveTo>
                  <a:cubicBezTo>
                    <a:pt x="44086" y="0"/>
                    <a:pt x="42807" y="255"/>
                    <a:pt x="41794" y="626"/>
                  </a:cubicBezTo>
                  <a:cubicBezTo>
                    <a:pt x="40584" y="1082"/>
                    <a:pt x="39649" y="1927"/>
                    <a:pt x="38621" y="2703"/>
                  </a:cubicBezTo>
                  <a:cubicBezTo>
                    <a:pt x="38051" y="3114"/>
                    <a:pt x="37457" y="3479"/>
                    <a:pt x="36818" y="3776"/>
                  </a:cubicBezTo>
                  <a:cubicBezTo>
                    <a:pt x="35905" y="4164"/>
                    <a:pt x="34810" y="4164"/>
                    <a:pt x="33919" y="4552"/>
                  </a:cubicBezTo>
                  <a:cubicBezTo>
                    <a:pt x="33440" y="4757"/>
                    <a:pt x="33554" y="4666"/>
                    <a:pt x="33463" y="5214"/>
                  </a:cubicBezTo>
                  <a:cubicBezTo>
                    <a:pt x="33417" y="5488"/>
                    <a:pt x="33417" y="5807"/>
                    <a:pt x="33417" y="6081"/>
                  </a:cubicBezTo>
                  <a:cubicBezTo>
                    <a:pt x="33372" y="6675"/>
                    <a:pt x="33326" y="7268"/>
                    <a:pt x="33303" y="7861"/>
                  </a:cubicBezTo>
                  <a:cubicBezTo>
                    <a:pt x="33257" y="9003"/>
                    <a:pt x="33417" y="10144"/>
                    <a:pt x="33349" y="11285"/>
                  </a:cubicBezTo>
                  <a:cubicBezTo>
                    <a:pt x="32156" y="11276"/>
                    <a:pt x="30964" y="11271"/>
                    <a:pt x="29772" y="11271"/>
                  </a:cubicBezTo>
                  <a:cubicBezTo>
                    <a:pt x="25128" y="11271"/>
                    <a:pt x="20492" y="11341"/>
                    <a:pt x="15842" y="11468"/>
                  </a:cubicBezTo>
                  <a:lnTo>
                    <a:pt x="15819" y="11422"/>
                  </a:lnTo>
                  <a:cubicBezTo>
                    <a:pt x="13719" y="11377"/>
                    <a:pt x="11619" y="11194"/>
                    <a:pt x="9519" y="10874"/>
                  </a:cubicBezTo>
                  <a:cubicBezTo>
                    <a:pt x="8675" y="10760"/>
                    <a:pt x="7830" y="10532"/>
                    <a:pt x="6963" y="10441"/>
                  </a:cubicBezTo>
                  <a:cubicBezTo>
                    <a:pt x="6644" y="10405"/>
                    <a:pt x="6265" y="10358"/>
                    <a:pt x="5895" y="10358"/>
                  </a:cubicBezTo>
                  <a:cubicBezTo>
                    <a:pt x="5547" y="10358"/>
                    <a:pt x="5207" y="10400"/>
                    <a:pt x="4931" y="10532"/>
                  </a:cubicBezTo>
                  <a:cubicBezTo>
                    <a:pt x="4543" y="10737"/>
                    <a:pt x="4612" y="11057"/>
                    <a:pt x="4954" y="11285"/>
                  </a:cubicBezTo>
                  <a:cubicBezTo>
                    <a:pt x="5411" y="11582"/>
                    <a:pt x="6050" y="11673"/>
                    <a:pt x="6575" y="11856"/>
                  </a:cubicBezTo>
                  <a:cubicBezTo>
                    <a:pt x="7396" y="12153"/>
                    <a:pt x="8218" y="12381"/>
                    <a:pt x="9040" y="12678"/>
                  </a:cubicBezTo>
                  <a:cubicBezTo>
                    <a:pt x="8690" y="12556"/>
                    <a:pt x="8228" y="12546"/>
                    <a:pt x="7797" y="12546"/>
                  </a:cubicBezTo>
                  <a:cubicBezTo>
                    <a:pt x="7711" y="12546"/>
                    <a:pt x="7626" y="12546"/>
                    <a:pt x="7543" y="12546"/>
                  </a:cubicBezTo>
                  <a:cubicBezTo>
                    <a:pt x="7419" y="12546"/>
                    <a:pt x="7300" y="12545"/>
                    <a:pt x="7191" y="12541"/>
                  </a:cubicBezTo>
                  <a:cubicBezTo>
                    <a:pt x="6529" y="12495"/>
                    <a:pt x="5867" y="12495"/>
                    <a:pt x="5205" y="12495"/>
                  </a:cubicBezTo>
                  <a:cubicBezTo>
                    <a:pt x="4041" y="12518"/>
                    <a:pt x="2831" y="12541"/>
                    <a:pt x="1759" y="13066"/>
                  </a:cubicBezTo>
                  <a:cubicBezTo>
                    <a:pt x="1622" y="13134"/>
                    <a:pt x="1485" y="13248"/>
                    <a:pt x="1485" y="13385"/>
                  </a:cubicBezTo>
                  <a:cubicBezTo>
                    <a:pt x="1507" y="13545"/>
                    <a:pt x="1667" y="13613"/>
                    <a:pt x="1804" y="13682"/>
                  </a:cubicBezTo>
                  <a:cubicBezTo>
                    <a:pt x="2626" y="13979"/>
                    <a:pt x="3493" y="14024"/>
                    <a:pt x="4361" y="14138"/>
                  </a:cubicBezTo>
                  <a:cubicBezTo>
                    <a:pt x="5045" y="14207"/>
                    <a:pt x="5753" y="14298"/>
                    <a:pt x="6438" y="14367"/>
                  </a:cubicBezTo>
                  <a:cubicBezTo>
                    <a:pt x="6963" y="14435"/>
                    <a:pt x="7419" y="14595"/>
                    <a:pt x="7944" y="14618"/>
                  </a:cubicBezTo>
                  <a:cubicBezTo>
                    <a:pt x="7332" y="14596"/>
                    <a:pt x="6710" y="14577"/>
                    <a:pt x="6087" y="14577"/>
                  </a:cubicBezTo>
                  <a:cubicBezTo>
                    <a:pt x="4109" y="14577"/>
                    <a:pt x="2114" y="14771"/>
                    <a:pt x="343" y="15691"/>
                  </a:cubicBezTo>
                  <a:cubicBezTo>
                    <a:pt x="184" y="15782"/>
                    <a:pt x="1" y="15896"/>
                    <a:pt x="24" y="16079"/>
                  </a:cubicBezTo>
                  <a:cubicBezTo>
                    <a:pt x="24" y="16238"/>
                    <a:pt x="184" y="16352"/>
                    <a:pt x="343" y="16421"/>
                  </a:cubicBezTo>
                  <a:cubicBezTo>
                    <a:pt x="744" y="16579"/>
                    <a:pt x="1165" y="16630"/>
                    <a:pt x="1594" y="16630"/>
                  </a:cubicBezTo>
                  <a:cubicBezTo>
                    <a:pt x="2092" y="16630"/>
                    <a:pt x="2602" y="16561"/>
                    <a:pt x="3105" y="16512"/>
                  </a:cubicBezTo>
                  <a:cubicBezTo>
                    <a:pt x="3661" y="16454"/>
                    <a:pt x="4219" y="16426"/>
                    <a:pt x="4778" y="16426"/>
                  </a:cubicBezTo>
                  <a:cubicBezTo>
                    <a:pt x="5759" y="16426"/>
                    <a:pt x="6742" y="16512"/>
                    <a:pt x="7716" y="16672"/>
                  </a:cubicBezTo>
                  <a:cubicBezTo>
                    <a:pt x="5821" y="16786"/>
                    <a:pt x="3858" y="17083"/>
                    <a:pt x="2192" y="18019"/>
                  </a:cubicBezTo>
                  <a:cubicBezTo>
                    <a:pt x="1918" y="18201"/>
                    <a:pt x="1599" y="18475"/>
                    <a:pt x="1713" y="18795"/>
                  </a:cubicBezTo>
                  <a:cubicBezTo>
                    <a:pt x="1781" y="19023"/>
                    <a:pt x="2032" y="19114"/>
                    <a:pt x="2283" y="19160"/>
                  </a:cubicBezTo>
                  <a:cubicBezTo>
                    <a:pt x="2507" y="19195"/>
                    <a:pt x="2731" y="19208"/>
                    <a:pt x="2954" y="19208"/>
                  </a:cubicBezTo>
                  <a:cubicBezTo>
                    <a:pt x="3648" y="19208"/>
                    <a:pt x="4342" y="19081"/>
                    <a:pt x="5037" y="19081"/>
                  </a:cubicBezTo>
                  <a:cubicBezTo>
                    <a:pt x="5146" y="19081"/>
                    <a:pt x="5255" y="19084"/>
                    <a:pt x="5365" y="19092"/>
                  </a:cubicBezTo>
                  <a:cubicBezTo>
                    <a:pt x="6415" y="19137"/>
                    <a:pt x="7419" y="19525"/>
                    <a:pt x="8309" y="20027"/>
                  </a:cubicBezTo>
                  <a:cubicBezTo>
                    <a:pt x="9108" y="20484"/>
                    <a:pt x="9907" y="21009"/>
                    <a:pt x="10638" y="21557"/>
                  </a:cubicBezTo>
                  <a:cubicBezTo>
                    <a:pt x="11117" y="21922"/>
                    <a:pt x="11573" y="22127"/>
                    <a:pt x="12098" y="22264"/>
                  </a:cubicBezTo>
                  <a:cubicBezTo>
                    <a:pt x="12098" y="22287"/>
                    <a:pt x="12121" y="22287"/>
                    <a:pt x="12144" y="22287"/>
                  </a:cubicBezTo>
                  <a:cubicBezTo>
                    <a:pt x="12372" y="22356"/>
                    <a:pt x="12623" y="22401"/>
                    <a:pt x="12897" y="22470"/>
                  </a:cubicBezTo>
                  <a:cubicBezTo>
                    <a:pt x="14061" y="22721"/>
                    <a:pt x="15088" y="23177"/>
                    <a:pt x="16275" y="23383"/>
                  </a:cubicBezTo>
                  <a:cubicBezTo>
                    <a:pt x="17170" y="23529"/>
                    <a:pt x="18080" y="23602"/>
                    <a:pt x="18980" y="23602"/>
                  </a:cubicBezTo>
                  <a:cubicBezTo>
                    <a:pt x="19205" y="23602"/>
                    <a:pt x="19430" y="23597"/>
                    <a:pt x="19654" y="23588"/>
                  </a:cubicBezTo>
                  <a:cubicBezTo>
                    <a:pt x="23077" y="24045"/>
                    <a:pt x="26524" y="24296"/>
                    <a:pt x="29971" y="24341"/>
                  </a:cubicBezTo>
                  <a:cubicBezTo>
                    <a:pt x="30857" y="24356"/>
                    <a:pt x="31744" y="24368"/>
                    <a:pt x="32630" y="24368"/>
                  </a:cubicBezTo>
                  <a:cubicBezTo>
                    <a:pt x="34574" y="24368"/>
                    <a:pt x="36518" y="24310"/>
                    <a:pt x="38462" y="24090"/>
                  </a:cubicBezTo>
                  <a:cubicBezTo>
                    <a:pt x="40950" y="23816"/>
                    <a:pt x="43574" y="23839"/>
                    <a:pt x="45629" y="22150"/>
                  </a:cubicBezTo>
                  <a:cubicBezTo>
                    <a:pt x="48162" y="20027"/>
                    <a:pt x="47957" y="15348"/>
                    <a:pt x="48254" y="12335"/>
                  </a:cubicBezTo>
                  <a:cubicBezTo>
                    <a:pt x="48413" y="10532"/>
                    <a:pt x="48528" y="8706"/>
                    <a:pt x="48573" y="6903"/>
                  </a:cubicBezTo>
                  <a:cubicBezTo>
                    <a:pt x="48619" y="5533"/>
                    <a:pt x="49212" y="2863"/>
                    <a:pt x="48505" y="1333"/>
                  </a:cubicBezTo>
                  <a:cubicBezTo>
                    <a:pt x="48276" y="854"/>
                    <a:pt x="47934" y="466"/>
                    <a:pt x="47386" y="306"/>
                  </a:cubicBezTo>
                  <a:cubicBezTo>
                    <a:pt x="46761" y="92"/>
                    <a:pt x="46046" y="0"/>
                    <a:pt x="45310" y="0"/>
                  </a:cubicBezTo>
                  <a:close/>
                </a:path>
              </a:pathLst>
            </a:custGeom>
            <a:solidFill>
              <a:srgbClr val="F684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
            <p:cNvSpPr/>
            <p:nvPr/>
          </p:nvSpPr>
          <p:spPr>
            <a:xfrm>
              <a:off x="7551440" y="3127325"/>
              <a:ext cx="69234" cy="121192"/>
            </a:xfrm>
            <a:custGeom>
              <a:rect b="b" l="l" r="r" t="t"/>
              <a:pathLst>
                <a:path extrusionOk="0" h="3837" w="2192">
                  <a:moveTo>
                    <a:pt x="1141" y="1"/>
                  </a:moveTo>
                  <a:cubicBezTo>
                    <a:pt x="558" y="1"/>
                    <a:pt x="68" y="837"/>
                    <a:pt x="23" y="1896"/>
                  </a:cubicBezTo>
                  <a:cubicBezTo>
                    <a:pt x="1" y="2946"/>
                    <a:pt x="434" y="3813"/>
                    <a:pt x="1028" y="3836"/>
                  </a:cubicBezTo>
                  <a:cubicBezTo>
                    <a:pt x="1036" y="3836"/>
                    <a:pt x="1043" y="3836"/>
                    <a:pt x="1051" y="3836"/>
                  </a:cubicBezTo>
                  <a:cubicBezTo>
                    <a:pt x="1634" y="3836"/>
                    <a:pt x="2124" y="3000"/>
                    <a:pt x="2169" y="1964"/>
                  </a:cubicBezTo>
                  <a:cubicBezTo>
                    <a:pt x="2192" y="892"/>
                    <a:pt x="1758" y="24"/>
                    <a:pt x="1165" y="1"/>
                  </a:cubicBezTo>
                  <a:cubicBezTo>
                    <a:pt x="1157" y="1"/>
                    <a:pt x="1149" y="1"/>
                    <a:pt x="114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
            <p:cNvSpPr/>
            <p:nvPr/>
          </p:nvSpPr>
          <p:spPr>
            <a:xfrm>
              <a:off x="7867217" y="3138158"/>
              <a:ext cx="69961" cy="121160"/>
            </a:xfrm>
            <a:custGeom>
              <a:rect b="b" l="l" r="r" t="t"/>
              <a:pathLst>
                <a:path extrusionOk="0" h="3836" w="2215">
                  <a:moveTo>
                    <a:pt x="1141" y="0"/>
                  </a:moveTo>
                  <a:cubicBezTo>
                    <a:pt x="580" y="0"/>
                    <a:pt x="68" y="836"/>
                    <a:pt x="46" y="1872"/>
                  </a:cubicBezTo>
                  <a:cubicBezTo>
                    <a:pt x="0" y="2945"/>
                    <a:pt x="457" y="3813"/>
                    <a:pt x="1050" y="3835"/>
                  </a:cubicBezTo>
                  <a:cubicBezTo>
                    <a:pt x="1643" y="3835"/>
                    <a:pt x="2146" y="3014"/>
                    <a:pt x="2191" y="1941"/>
                  </a:cubicBezTo>
                  <a:cubicBezTo>
                    <a:pt x="2214" y="891"/>
                    <a:pt x="1758" y="24"/>
                    <a:pt x="1164" y="1"/>
                  </a:cubicBezTo>
                  <a:cubicBezTo>
                    <a:pt x="1157" y="0"/>
                    <a:pt x="1149" y="0"/>
                    <a:pt x="11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
            <p:cNvSpPr/>
            <p:nvPr/>
          </p:nvSpPr>
          <p:spPr>
            <a:xfrm>
              <a:off x="7529805" y="2917890"/>
              <a:ext cx="147818" cy="77762"/>
            </a:xfrm>
            <a:custGeom>
              <a:rect b="b" l="l" r="r" t="t"/>
              <a:pathLst>
                <a:path extrusionOk="0" h="2462" w="4680">
                  <a:moveTo>
                    <a:pt x="3129" y="0"/>
                  </a:moveTo>
                  <a:cubicBezTo>
                    <a:pt x="2791" y="0"/>
                    <a:pt x="2416" y="49"/>
                    <a:pt x="2032" y="150"/>
                  </a:cubicBezTo>
                  <a:cubicBezTo>
                    <a:pt x="845" y="492"/>
                    <a:pt x="1" y="1246"/>
                    <a:pt x="161" y="1839"/>
                  </a:cubicBezTo>
                  <a:cubicBezTo>
                    <a:pt x="268" y="2238"/>
                    <a:pt x="808" y="2461"/>
                    <a:pt x="1511" y="2461"/>
                  </a:cubicBezTo>
                  <a:cubicBezTo>
                    <a:pt x="1854" y="2461"/>
                    <a:pt x="2236" y="2408"/>
                    <a:pt x="2626" y="2296"/>
                  </a:cubicBezTo>
                  <a:cubicBezTo>
                    <a:pt x="3835" y="1976"/>
                    <a:pt x="4680" y="1223"/>
                    <a:pt x="4520" y="629"/>
                  </a:cubicBezTo>
                  <a:cubicBezTo>
                    <a:pt x="4411" y="224"/>
                    <a:pt x="3856" y="0"/>
                    <a:pt x="312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
            <p:cNvSpPr/>
            <p:nvPr/>
          </p:nvSpPr>
          <p:spPr>
            <a:xfrm>
              <a:off x="7869365" y="2927365"/>
              <a:ext cx="147818" cy="81363"/>
            </a:xfrm>
            <a:custGeom>
              <a:rect b="b" l="l" r="r" t="t"/>
              <a:pathLst>
                <a:path extrusionOk="0" h="2576" w="4680">
                  <a:moveTo>
                    <a:pt x="1407" y="1"/>
                  </a:moveTo>
                  <a:cubicBezTo>
                    <a:pt x="795" y="1"/>
                    <a:pt x="331" y="187"/>
                    <a:pt x="206" y="535"/>
                  </a:cubicBezTo>
                  <a:cubicBezTo>
                    <a:pt x="0" y="1128"/>
                    <a:pt x="799" y="1927"/>
                    <a:pt x="1963" y="2338"/>
                  </a:cubicBezTo>
                  <a:cubicBezTo>
                    <a:pt x="2427" y="2499"/>
                    <a:pt x="2881" y="2575"/>
                    <a:pt x="3274" y="2575"/>
                  </a:cubicBezTo>
                  <a:cubicBezTo>
                    <a:pt x="3885" y="2575"/>
                    <a:pt x="4349" y="2389"/>
                    <a:pt x="4474" y="2041"/>
                  </a:cubicBezTo>
                  <a:cubicBezTo>
                    <a:pt x="4680" y="1448"/>
                    <a:pt x="3881" y="649"/>
                    <a:pt x="2717" y="238"/>
                  </a:cubicBezTo>
                  <a:cubicBezTo>
                    <a:pt x="2253" y="77"/>
                    <a:pt x="1799" y="1"/>
                    <a:pt x="140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
            <p:cNvSpPr/>
            <p:nvPr/>
          </p:nvSpPr>
          <p:spPr>
            <a:xfrm>
              <a:off x="7659584" y="3301102"/>
              <a:ext cx="203344" cy="134678"/>
            </a:xfrm>
            <a:custGeom>
              <a:rect b="b" l="l" r="r" t="t"/>
              <a:pathLst>
                <a:path extrusionOk="0" h="4264" w="6438">
                  <a:moveTo>
                    <a:pt x="5935" y="0"/>
                  </a:moveTo>
                  <a:cubicBezTo>
                    <a:pt x="4879" y="994"/>
                    <a:pt x="3465" y="1523"/>
                    <a:pt x="2022" y="1523"/>
                  </a:cubicBezTo>
                  <a:cubicBezTo>
                    <a:pt x="1343" y="1523"/>
                    <a:pt x="658" y="1405"/>
                    <a:pt x="0" y="1164"/>
                  </a:cubicBezTo>
                  <a:lnTo>
                    <a:pt x="0" y="1164"/>
                  </a:lnTo>
                  <a:cubicBezTo>
                    <a:pt x="0" y="1370"/>
                    <a:pt x="23" y="1598"/>
                    <a:pt x="69" y="1803"/>
                  </a:cubicBezTo>
                  <a:cubicBezTo>
                    <a:pt x="368" y="3261"/>
                    <a:pt x="1645" y="4264"/>
                    <a:pt x="3075" y="4264"/>
                  </a:cubicBezTo>
                  <a:cubicBezTo>
                    <a:pt x="3280" y="4264"/>
                    <a:pt x="3489" y="4243"/>
                    <a:pt x="3698" y="4200"/>
                  </a:cubicBezTo>
                  <a:cubicBezTo>
                    <a:pt x="5364" y="3858"/>
                    <a:pt x="6437" y="2237"/>
                    <a:pt x="6118" y="571"/>
                  </a:cubicBezTo>
                  <a:cubicBezTo>
                    <a:pt x="6072" y="365"/>
                    <a:pt x="6003" y="183"/>
                    <a:pt x="59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
            <p:cNvSpPr/>
            <p:nvPr/>
          </p:nvSpPr>
          <p:spPr>
            <a:xfrm>
              <a:off x="7704275" y="3373904"/>
              <a:ext cx="137016" cy="62096"/>
            </a:xfrm>
            <a:custGeom>
              <a:rect b="b" l="l" r="r" t="t"/>
              <a:pathLst>
                <a:path extrusionOk="0" h="1966" w="4338">
                  <a:moveTo>
                    <a:pt x="2717" y="1"/>
                  </a:moveTo>
                  <a:cubicBezTo>
                    <a:pt x="1575" y="1"/>
                    <a:pt x="594" y="594"/>
                    <a:pt x="0" y="1461"/>
                  </a:cubicBezTo>
                  <a:cubicBezTo>
                    <a:pt x="490" y="1782"/>
                    <a:pt x="1054" y="1965"/>
                    <a:pt x="1647" y="1965"/>
                  </a:cubicBezTo>
                  <a:cubicBezTo>
                    <a:pt x="1856" y="1965"/>
                    <a:pt x="2069" y="1943"/>
                    <a:pt x="2283" y="1895"/>
                  </a:cubicBezTo>
                  <a:cubicBezTo>
                    <a:pt x="3173" y="1713"/>
                    <a:pt x="3904" y="1165"/>
                    <a:pt x="4337" y="434"/>
                  </a:cubicBezTo>
                  <a:cubicBezTo>
                    <a:pt x="3858" y="160"/>
                    <a:pt x="3310" y="1"/>
                    <a:pt x="2717"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
            <p:cNvSpPr/>
            <p:nvPr/>
          </p:nvSpPr>
          <p:spPr>
            <a:xfrm>
              <a:off x="7660310" y="2975973"/>
              <a:ext cx="100219" cy="322767"/>
            </a:xfrm>
            <a:custGeom>
              <a:rect b="b" l="l" r="r" t="t"/>
              <a:pathLst>
                <a:path extrusionOk="0" h="10219" w="3173">
                  <a:moveTo>
                    <a:pt x="2602" y="0"/>
                  </a:moveTo>
                  <a:lnTo>
                    <a:pt x="2602" y="0"/>
                  </a:lnTo>
                  <a:cubicBezTo>
                    <a:pt x="2557" y="23"/>
                    <a:pt x="2648" y="730"/>
                    <a:pt x="2739" y="1895"/>
                  </a:cubicBezTo>
                  <a:cubicBezTo>
                    <a:pt x="2785" y="2488"/>
                    <a:pt x="2830" y="3173"/>
                    <a:pt x="2853" y="3949"/>
                  </a:cubicBezTo>
                  <a:cubicBezTo>
                    <a:pt x="2876" y="4337"/>
                    <a:pt x="2876" y="4748"/>
                    <a:pt x="2876" y="5159"/>
                  </a:cubicBezTo>
                  <a:cubicBezTo>
                    <a:pt x="2876" y="5547"/>
                    <a:pt x="2762" y="5957"/>
                    <a:pt x="2420" y="6140"/>
                  </a:cubicBezTo>
                  <a:cubicBezTo>
                    <a:pt x="2054" y="6345"/>
                    <a:pt x="1621" y="6368"/>
                    <a:pt x="1187" y="6551"/>
                  </a:cubicBezTo>
                  <a:cubicBezTo>
                    <a:pt x="776" y="6756"/>
                    <a:pt x="457" y="7076"/>
                    <a:pt x="274" y="7441"/>
                  </a:cubicBezTo>
                  <a:cubicBezTo>
                    <a:pt x="91" y="7829"/>
                    <a:pt x="0" y="8217"/>
                    <a:pt x="46" y="8582"/>
                  </a:cubicBezTo>
                  <a:cubicBezTo>
                    <a:pt x="91" y="8970"/>
                    <a:pt x="251" y="9290"/>
                    <a:pt x="457" y="9518"/>
                  </a:cubicBezTo>
                  <a:cubicBezTo>
                    <a:pt x="845" y="9998"/>
                    <a:pt x="1347" y="10180"/>
                    <a:pt x="1689" y="10203"/>
                  </a:cubicBezTo>
                  <a:cubicBezTo>
                    <a:pt x="1775" y="10214"/>
                    <a:pt x="1850" y="10219"/>
                    <a:pt x="1916" y="10219"/>
                  </a:cubicBezTo>
                  <a:cubicBezTo>
                    <a:pt x="2111" y="10219"/>
                    <a:pt x="2214" y="10180"/>
                    <a:pt x="2214" y="10180"/>
                  </a:cubicBezTo>
                  <a:cubicBezTo>
                    <a:pt x="2191" y="10157"/>
                    <a:pt x="2009" y="10180"/>
                    <a:pt x="1712" y="10089"/>
                  </a:cubicBezTo>
                  <a:cubicBezTo>
                    <a:pt x="1415" y="10020"/>
                    <a:pt x="959" y="9838"/>
                    <a:pt x="616" y="9381"/>
                  </a:cubicBezTo>
                  <a:cubicBezTo>
                    <a:pt x="457" y="9176"/>
                    <a:pt x="320" y="8879"/>
                    <a:pt x="297" y="8560"/>
                  </a:cubicBezTo>
                  <a:cubicBezTo>
                    <a:pt x="274" y="8240"/>
                    <a:pt x="343" y="7898"/>
                    <a:pt x="502" y="7578"/>
                  </a:cubicBezTo>
                  <a:cubicBezTo>
                    <a:pt x="685" y="7259"/>
                    <a:pt x="959" y="6985"/>
                    <a:pt x="1301" y="6825"/>
                  </a:cubicBezTo>
                  <a:cubicBezTo>
                    <a:pt x="1666" y="6665"/>
                    <a:pt x="2123" y="6642"/>
                    <a:pt x="2557" y="6391"/>
                  </a:cubicBezTo>
                  <a:cubicBezTo>
                    <a:pt x="2785" y="6277"/>
                    <a:pt x="2967" y="6072"/>
                    <a:pt x="3059" y="5843"/>
                  </a:cubicBezTo>
                  <a:cubicBezTo>
                    <a:pt x="3150" y="5615"/>
                    <a:pt x="3173" y="5364"/>
                    <a:pt x="3173" y="5159"/>
                  </a:cubicBezTo>
                  <a:cubicBezTo>
                    <a:pt x="3173" y="4725"/>
                    <a:pt x="3150" y="4314"/>
                    <a:pt x="3127" y="3926"/>
                  </a:cubicBezTo>
                  <a:cubicBezTo>
                    <a:pt x="3104" y="3150"/>
                    <a:pt x="3036" y="2465"/>
                    <a:pt x="2945" y="1872"/>
                  </a:cubicBezTo>
                  <a:cubicBezTo>
                    <a:pt x="2876" y="1301"/>
                    <a:pt x="2785" y="822"/>
                    <a:pt x="2716" y="502"/>
                  </a:cubicBezTo>
                  <a:cubicBezTo>
                    <a:pt x="2671" y="183"/>
                    <a:pt x="2602" y="0"/>
                    <a:pt x="260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1"/>
            <p:cNvSpPr/>
            <p:nvPr/>
          </p:nvSpPr>
          <p:spPr>
            <a:xfrm>
              <a:off x="7744640" y="3267559"/>
              <a:ext cx="25268" cy="21320"/>
            </a:xfrm>
            <a:custGeom>
              <a:rect b="b" l="l" r="r" t="t"/>
              <a:pathLst>
                <a:path extrusionOk="0" h="675" w="800">
                  <a:moveTo>
                    <a:pt x="694" y="1"/>
                  </a:moveTo>
                  <a:cubicBezTo>
                    <a:pt x="615" y="1"/>
                    <a:pt x="448" y="86"/>
                    <a:pt x="297" y="218"/>
                  </a:cubicBezTo>
                  <a:cubicBezTo>
                    <a:pt x="115" y="400"/>
                    <a:pt x="1" y="583"/>
                    <a:pt x="46" y="651"/>
                  </a:cubicBezTo>
                  <a:cubicBezTo>
                    <a:pt x="62" y="667"/>
                    <a:pt x="83" y="674"/>
                    <a:pt x="109" y="674"/>
                  </a:cubicBezTo>
                  <a:cubicBezTo>
                    <a:pt x="198" y="674"/>
                    <a:pt x="344" y="587"/>
                    <a:pt x="503" y="446"/>
                  </a:cubicBezTo>
                  <a:cubicBezTo>
                    <a:pt x="685" y="263"/>
                    <a:pt x="800" y="81"/>
                    <a:pt x="731" y="12"/>
                  </a:cubicBezTo>
                  <a:cubicBezTo>
                    <a:pt x="723" y="4"/>
                    <a:pt x="710" y="1"/>
                    <a:pt x="69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
            <p:cNvSpPr/>
            <p:nvPr/>
          </p:nvSpPr>
          <p:spPr>
            <a:xfrm>
              <a:off x="7776382" y="3845015"/>
              <a:ext cx="553685" cy="169927"/>
            </a:xfrm>
            <a:custGeom>
              <a:rect b="b" l="l" r="r" t="t"/>
              <a:pathLst>
                <a:path extrusionOk="0" h="5380" w="17530">
                  <a:moveTo>
                    <a:pt x="16480" y="1"/>
                  </a:moveTo>
                  <a:cubicBezTo>
                    <a:pt x="16132" y="1"/>
                    <a:pt x="15784" y="12"/>
                    <a:pt x="15430" y="35"/>
                  </a:cubicBezTo>
                  <a:cubicBezTo>
                    <a:pt x="14015" y="1679"/>
                    <a:pt x="12006" y="2865"/>
                    <a:pt x="9838" y="3208"/>
                  </a:cubicBezTo>
                  <a:cubicBezTo>
                    <a:pt x="9414" y="3270"/>
                    <a:pt x="8988" y="3301"/>
                    <a:pt x="8561" y="3301"/>
                  </a:cubicBezTo>
                  <a:cubicBezTo>
                    <a:pt x="6341" y="3301"/>
                    <a:pt x="4123" y="2475"/>
                    <a:pt x="2420" y="1039"/>
                  </a:cubicBezTo>
                  <a:cubicBezTo>
                    <a:pt x="2191" y="1013"/>
                    <a:pt x="1961" y="1000"/>
                    <a:pt x="1730" y="1000"/>
                  </a:cubicBezTo>
                  <a:cubicBezTo>
                    <a:pt x="1153" y="1000"/>
                    <a:pt x="571" y="1082"/>
                    <a:pt x="0" y="1245"/>
                  </a:cubicBezTo>
                  <a:cubicBezTo>
                    <a:pt x="2005" y="3809"/>
                    <a:pt x="5247" y="5380"/>
                    <a:pt x="8503" y="5380"/>
                  </a:cubicBezTo>
                  <a:cubicBezTo>
                    <a:pt x="9102" y="5380"/>
                    <a:pt x="9702" y="5326"/>
                    <a:pt x="10294" y="5216"/>
                  </a:cubicBezTo>
                  <a:cubicBezTo>
                    <a:pt x="13307" y="4669"/>
                    <a:pt x="15978" y="2683"/>
                    <a:pt x="17530" y="35"/>
                  </a:cubicBezTo>
                  <a:cubicBezTo>
                    <a:pt x="17176" y="12"/>
                    <a:pt x="16828" y="1"/>
                    <a:pt x="1648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
            <p:cNvSpPr/>
            <p:nvPr/>
          </p:nvSpPr>
          <p:spPr>
            <a:xfrm>
              <a:off x="7687694" y="4050123"/>
              <a:ext cx="56253" cy="530660"/>
            </a:xfrm>
            <a:custGeom>
              <a:rect b="b" l="l" r="r" t="t"/>
              <a:pathLst>
                <a:path extrusionOk="0" h="16801" w="1781">
                  <a:moveTo>
                    <a:pt x="731" y="1"/>
                  </a:moveTo>
                  <a:cubicBezTo>
                    <a:pt x="708" y="1"/>
                    <a:pt x="662" y="229"/>
                    <a:pt x="571" y="663"/>
                  </a:cubicBezTo>
                  <a:cubicBezTo>
                    <a:pt x="480" y="1074"/>
                    <a:pt x="389" y="1690"/>
                    <a:pt x="297" y="2466"/>
                  </a:cubicBezTo>
                  <a:cubicBezTo>
                    <a:pt x="115" y="3995"/>
                    <a:pt x="1" y="6118"/>
                    <a:pt x="137" y="8469"/>
                  </a:cubicBezTo>
                  <a:cubicBezTo>
                    <a:pt x="297" y="10820"/>
                    <a:pt x="662" y="12920"/>
                    <a:pt x="1028" y="14426"/>
                  </a:cubicBezTo>
                  <a:cubicBezTo>
                    <a:pt x="1210" y="15180"/>
                    <a:pt x="1393" y="15773"/>
                    <a:pt x="1530" y="16184"/>
                  </a:cubicBezTo>
                  <a:cubicBezTo>
                    <a:pt x="1667" y="16595"/>
                    <a:pt x="1735" y="16800"/>
                    <a:pt x="1758" y="16800"/>
                  </a:cubicBezTo>
                  <a:cubicBezTo>
                    <a:pt x="1781" y="16800"/>
                    <a:pt x="1735" y="16572"/>
                    <a:pt x="1644" y="16138"/>
                  </a:cubicBezTo>
                  <a:cubicBezTo>
                    <a:pt x="1530" y="15727"/>
                    <a:pt x="1393" y="15134"/>
                    <a:pt x="1233" y="14381"/>
                  </a:cubicBezTo>
                  <a:cubicBezTo>
                    <a:pt x="936" y="12874"/>
                    <a:pt x="594" y="10797"/>
                    <a:pt x="434" y="8469"/>
                  </a:cubicBezTo>
                  <a:cubicBezTo>
                    <a:pt x="297" y="6118"/>
                    <a:pt x="389" y="4018"/>
                    <a:pt x="503" y="2489"/>
                  </a:cubicBezTo>
                  <a:cubicBezTo>
                    <a:pt x="571" y="1713"/>
                    <a:pt x="640" y="1096"/>
                    <a:pt x="685" y="685"/>
                  </a:cubicBezTo>
                  <a:cubicBezTo>
                    <a:pt x="731" y="252"/>
                    <a:pt x="754" y="24"/>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
            <p:cNvSpPr/>
            <p:nvPr/>
          </p:nvSpPr>
          <p:spPr>
            <a:xfrm>
              <a:off x="7643823" y="4101322"/>
              <a:ext cx="56885" cy="193269"/>
            </a:xfrm>
            <a:custGeom>
              <a:rect b="b" l="l" r="r" t="t"/>
              <a:pathLst>
                <a:path extrusionOk="0" h="6119" w="1801">
                  <a:moveTo>
                    <a:pt x="361" y="0"/>
                  </a:moveTo>
                  <a:cubicBezTo>
                    <a:pt x="289" y="0"/>
                    <a:pt x="0" y="1452"/>
                    <a:pt x="385" y="3196"/>
                  </a:cubicBezTo>
                  <a:cubicBezTo>
                    <a:pt x="766" y="4921"/>
                    <a:pt x="1631" y="6119"/>
                    <a:pt x="1706" y="6119"/>
                  </a:cubicBezTo>
                  <a:cubicBezTo>
                    <a:pt x="1707" y="6119"/>
                    <a:pt x="1708" y="6118"/>
                    <a:pt x="1709" y="6117"/>
                  </a:cubicBezTo>
                  <a:cubicBezTo>
                    <a:pt x="1800" y="6072"/>
                    <a:pt x="1047" y="4839"/>
                    <a:pt x="682" y="3127"/>
                  </a:cubicBezTo>
                  <a:cubicBezTo>
                    <a:pt x="294" y="1438"/>
                    <a:pt x="454" y="23"/>
                    <a:pt x="362" y="0"/>
                  </a:cubicBezTo>
                  <a:cubicBezTo>
                    <a:pt x="362" y="0"/>
                    <a:pt x="361" y="0"/>
                    <a:pt x="36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
            <p:cNvSpPr/>
            <p:nvPr/>
          </p:nvSpPr>
          <p:spPr>
            <a:xfrm>
              <a:off x="7432495" y="4373105"/>
              <a:ext cx="290550" cy="134836"/>
            </a:xfrm>
            <a:custGeom>
              <a:rect b="b" l="l" r="r" t="t"/>
              <a:pathLst>
                <a:path extrusionOk="0" h="4269" w="9199">
                  <a:moveTo>
                    <a:pt x="183" y="0"/>
                  </a:moveTo>
                  <a:lnTo>
                    <a:pt x="0" y="320"/>
                  </a:lnTo>
                  <a:cubicBezTo>
                    <a:pt x="411" y="594"/>
                    <a:pt x="868" y="868"/>
                    <a:pt x="1347" y="1142"/>
                  </a:cubicBezTo>
                  <a:cubicBezTo>
                    <a:pt x="2329" y="1712"/>
                    <a:pt x="3424" y="2283"/>
                    <a:pt x="4611" y="2785"/>
                  </a:cubicBezTo>
                  <a:cubicBezTo>
                    <a:pt x="5821" y="3287"/>
                    <a:pt x="7008" y="3698"/>
                    <a:pt x="8081" y="3995"/>
                  </a:cubicBezTo>
                  <a:cubicBezTo>
                    <a:pt x="8469" y="4109"/>
                    <a:pt x="8834" y="4200"/>
                    <a:pt x="9199" y="4269"/>
                  </a:cubicBezTo>
                  <a:cubicBezTo>
                    <a:pt x="9153" y="4155"/>
                    <a:pt x="9108" y="4018"/>
                    <a:pt x="9085" y="3881"/>
                  </a:cubicBezTo>
                  <a:cubicBezTo>
                    <a:pt x="8788" y="3789"/>
                    <a:pt x="8491" y="3721"/>
                    <a:pt x="8195" y="3630"/>
                  </a:cubicBezTo>
                  <a:cubicBezTo>
                    <a:pt x="7122" y="3287"/>
                    <a:pt x="5981" y="2899"/>
                    <a:pt x="4794" y="2397"/>
                  </a:cubicBezTo>
                  <a:cubicBezTo>
                    <a:pt x="3607" y="1895"/>
                    <a:pt x="2511" y="1347"/>
                    <a:pt x="1530" y="799"/>
                  </a:cubicBezTo>
                  <a:cubicBezTo>
                    <a:pt x="1050" y="525"/>
                    <a:pt x="594" y="274"/>
                    <a:pt x="18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
            <p:cNvSpPr/>
            <p:nvPr/>
          </p:nvSpPr>
          <p:spPr>
            <a:xfrm>
              <a:off x="7512497" y="2586475"/>
              <a:ext cx="931505" cy="700239"/>
            </a:xfrm>
            <a:custGeom>
              <a:rect b="b" l="l" r="r" t="t"/>
              <a:pathLst>
                <a:path extrusionOk="0" h="22170" w="29492">
                  <a:moveTo>
                    <a:pt x="16125" y="0"/>
                  </a:moveTo>
                  <a:cubicBezTo>
                    <a:pt x="15463" y="0"/>
                    <a:pt x="14789" y="41"/>
                    <a:pt x="14107" y="98"/>
                  </a:cubicBezTo>
                  <a:cubicBezTo>
                    <a:pt x="12190" y="258"/>
                    <a:pt x="10204" y="280"/>
                    <a:pt x="8309" y="714"/>
                  </a:cubicBezTo>
                  <a:cubicBezTo>
                    <a:pt x="5730" y="1330"/>
                    <a:pt x="3288" y="2563"/>
                    <a:pt x="1325" y="4366"/>
                  </a:cubicBezTo>
                  <a:cubicBezTo>
                    <a:pt x="868" y="4800"/>
                    <a:pt x="412" y="5302"/>
                    <a:pt x="298" y="5918"/>
                  </a:cubicBezTo>
                  <a:cubicBezTo>
                    <a:pt x="1" y="7813"/>
                    <a:pt x="4543" y="8360"/>
                    <a:pt x="5799" y="8566"/>
                  </a:cubicBezTo>
                  <a:cubicBezTo>
                    <a:pt x="7697" y="8895"/>
                    <a:pt x="9626" y="9111"/>
                    <a:pt x="11546" y="9111"/>
                  </a:cubicBezTo>
                  <a:cubicBezTo>
                    <a:pt x="12950" y="9111"/>
                    <a:pt x="14349" y="8996"/>
                    <a:pt x="15728" y="8726"/>
                  </a:cubicBezTo>
                  <a:cubicBezTo>
                    <a:pt x="17303" y="8406"/>
                    <a:pt x="18855" y="7881"/>
                    <a:pt x="20270" y="7128"/>
                  </a:cubicBezTo>
                  <a:lnTo>
                    <a:pt x="20270" y="7128"/>
                  </a:lnTo>
                  <a:cubicBezTo>
                    <a:pt x="20064" y="8840"/>
                    <a:pt x="20087" y="10575"/>
                    <a:pt x="20384" y="12264"/>
                  </a:cubicBezTo>
                  <a:cubicBezTo>
                    <a:pt x="21023" y="15870"/>
                    <a:pt x="22963" y="19317"/>
                    <a:pt x="25931" y="21462"/>
                  </a:cubicBezTo>
                  <a:cubicBezTo>
                    <a:pt x="26319" y="21736"/>
                    <a:pt x="26729" y="22010"/>
                    <a:pt x="27186" y="22170"/>
                  </a:cubicBezTo>
                  <a:cubicBezTo>
                    <a:pt x="27232" y="21873"/>
                    <a:pt x="27277" y="21576"/>
                    <a:pt x="27323" y="21257"/>
                  </a:cubicBezTo>
                  <a:cubicBezTo>
                    <a:pt x="27597" y="20047"/>
                    <a:pt x="28167" y="18974"/>
                    <a:pt x="28510" y="17787"/>
                  </a:cubicBezTo>
                  <a:cubicBezTo>
                    <a:pt x="29240" y="15277"/>
                    <a:pt x="29491" y="12583"/>
                    <a:pt x="28898" y="10027"/>
                  </a:cubicBezTo>
                  <a:cubicBezTo>
                    <a:pt x="28601" y="8657"/>
                    <a:pt x="28053" y="7356"/>
                    <a:pt x="27254" y="6215"/>
                  </a:cubicBezTo>
                  <a:cubicBezTo>
                    <a:pt x="25657" y="3932"/>
                    <a:pt x="23283" y="2860"/>
                    <a:pt x="21046" y="1330"/>
                  </a:cubicBezTo>
                  <a:cubicBezTo>
                    <a:pt x="19539" y="287"/>
                    <a:pt x="17875" y="0"/>
                    <a:pt x="161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a:off x="8250015" y="4388676"/>
              <a:ext cx="503244" cy="355742"/>
            </a:xfrm>
            <a:custGeom>
              <a:rect b="b" l="l" r="r" t="t"/>
              <a:pathLst>
                <a:path extrusionOk="0" h="11263" w="15933">
                  <a:moveTo>
                    <a:pt x="12030" y="0"/>
                  </a:moveTo>
                  <a:cubicBezTo>
                    <a:pt x="10806" y="0"/>
                    <a:pt x="9527" y="255"/>
                    <a:pt x="8514" y="626"/>
                  </a:cubicBezTo>
                  <a:cubicBezTo>
                    <a:pt x="7304" y="1082"/>
                    <a:pt x="6369" y="1927"/>
                    <a:pt x="5341" y="2703"/>
                  </a:cubicBezTo>
                  <a:cubicBezTo>
                    <a:pt x="4771" y="3114"/>
                    <a:pt x="4177" y="3479"/>
                    <a:pt x="3538" y="3776"/>
                  </a:cubicBezTo>
                  <a:cubicBezTo>
                    <a:pt x="2625" y="4164"/>
                    <a:pt x="1530" y="4164"/>
                    <a:pt x="639" y="4552"/>
                  </a:cubicBezTo>
                  <a:cubicBezTo>
                    <a:pt x="160" y="4757"/>
                    <a:pt x="274" y="4666"/>
                    <a:pt x="183" y="5214"/>
                  </a:cubicBezTo>
                  <a:cubicBezTo>
                    <a:pt x="137" y="5488"/>
                    <a:pt x="137" y="5807"/>
                    <a:pt x="137" y="6081"/>
                  </a:cubicBezTo>
                  <a:cubicBezTo>
                    <a:pt x="92" y="6675"/>
                    <a:pt x="46" y="7268"/>
                    <a:pt x="23" y="7861"/>
                  </a:cubicBezTo>
                  <a:cubicBezTo>
                    <a:pt x="0" y="8478"/>
                    <a:pt x="23" y="9094"/>
                    <a:pt x="46" y="9710"/>
                  </a:cubicBezTo>
                  <a:cubicBezTo>
                    <a:pt x="3059" y="10646"/>
                    <a:pt x="6209" y="11125"/>
                    <a:pt x="9359" y="11240"/>
                  </a:cubicBezTo>
                  <a:cubicBezTo>
                    <a:pt x="9790" y="11255"/>
                    <a:pt x="10221" y="11262"/>
                    <a:pt x="10650" y="11262"/>
                  </a:cubicBezTo>
                  <a:cubicBezTo>
                    <a:pt x="12129" y="11262"/>
                    <a:pt x="13597" y="11176"/>
                    <a:pt x="15065" y="11034"/>
                  </a:cubicBezTo>
                  <a:cubicBezTo>
                    <a:pt x="15179" y="9665"/>
                    <a:pt x="15248" y="8272"/>
                    <a:pt x="15293" y="6903"/>
                  </a:cubicBezTo>
                  <a:cubicBezTo>
                    <a:pt x="15339" y="5533"/>
                    <a:pt x="15932" y="2863"/>
                    <a:pt x="15225" y="1333"/>
                  </a:cubicBezTo>
                  <a:cubicBezTo>
                    <a:pt x="14996" y="854"/>
                    <a:pt x="14654" y="466"/>
                    <a:pt x="14106" y="306"/>
                  </a:cubicBezTo>
                  <a:cubicBezTo>
                    <a:pt x="13481" y="92"/>
                    <a:pt x="12766" y="0"/>
                    <a:pt x="12030" y="0"/>
                  </a:cubicBezTo>
                  <a:close/>
                </a:path>
              </a:pathLst>
            </a:custGeom>
            <a:solidFill>
              <a:srgbClr val="F684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
            <p:cNvSpPr/>
            <p:nvPr/>
          </p:nvSpPr>
          <p:spPr>
            <a:xfrm>
              <a:off x="8231981" y="3885253"/>
              <a:ext cx="540735" cy="721465"/>
            </a:xfrm>
            <a:custGeom>
              <a:rect b="b" l="l" r="r" t="t"/>
              <a:pathLst>
                <a:path extrusionOk="0" h="22842" w="17120">
                  <a:moveTo>
                    <a:pt x="7119" y="0"/>
                  </a:moveTo>
                  <a:cubicBezTo>
                    <a:pt x="6005" y="0"/>
                    <a:pt x="4911" y="317"/>
                    <a:pt x="3904" y="884"/>
                  </a:cubicBezTo>
                  <a:cubicBezTo>
                    <a:pt x="1918" y="1980"/>
                    <a:pt x="1324" y="5152"/>
                    <a:pt x="891" y="7343"/>
                  </a:cubicBezTo>
                  <a:cubicBezTo>
                    <a:pt x="1" y="11863"/>
                    <a:pt x="275" y="16656"/>
                    <a:pt x="138" y="21267"/>
                  </a:cubicBezTo>
                  <a:cubicBezTo>
                    <a:pt x="138" y="21586"/>
                    <a:pt x="138" y="21883"/>
                    <a:pt x="160" y="22180"/>
                  </a:cubicBezTo>
                  <a:cubicBezTo>
                    <a:pt x="3014" y="22842"/>
                    <a:pt x="6209" y="22751"/>
                    <a:pt x="8811" y="22796"/>
                  </a:cubicBezTo>
                  <a:cubicBezTo>
                    <a:pt x="9261" y="22804"/>
                    <a:pt x="9712" y="22808"/>
                    <a:pt x="10164" y="22808"/>
                  </a:cubicBezTo>
                  <a:cubicBezTo>
                    <a:pt x="12486" y="22808"/>
                    <a:pt x="14827" y="22692"/>
                    <a:pt x="17120" y="22271"/>
                  </a:cubicBezTo>
                  <a:cubicBezTo>
                    <a:pt x="17074" y="21358"/>
                    <a:pt x="16983" y="20468"/>
                    <a:pt x="17005" y="19578"/>
                  </a:cubicBezTo>
                  <a:cubicBezTo>
                    <a:pt x="17051" y="17432"/>
                    <a:pt x="16914" y="15355"/>
                    <a:pt x="16458" y="13278"/>
                  </a:cubicBezTo>
                  <a:cubicBezTo>
                    <a:pt x="16070" y="11475"/>
                    <a:pt x="15750" y="9466"/>
                    <a:pt x="15088" y="7777"/>
                  </a:cubicBezTo>
                  <a:cubicBezTo>
                    <a:pt x="13833" y="4604"/>
                    <a:pt x="11870" y="1089"/>
                    <a:pt x="8629" y="199"/>
                  </a:cubicBezTo>
                  <a:cubicBezTo>
                    <a:pt x="8126" y="65"/>
                    <a:pt x="7620" y="0"/>
                    <a:pt x="711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
            <p:cNvSpPr/>
            <p:nvPr/>
          </p:nvSpPr>
          <p:spPr>
            <a:xfrm>
              <a:off x="8237034" y="4523762"/>
              <a:ext cx="532807" cy="26531"/>
            </a:xfrm>
            <a:custGeom>
              <a:rect b="b" l="l" r="r" t="t"/>
              <a:pathLst>
                <a:path extrusionOk="0" h="840" w="16869">
                  <a:moveTo>
                    <a:pt x="16845" y="1"/>
                  </a:moveTo>
                  <a:cubicBezTo>
                    <a:pt x="15065" y="161"/>
                    <a:pt x="13148" y="298"/>
                    <a:pt x="11139" y="389"/>
                  </a:cubicBezTo>
                  <a:cubicBezTo>
                    <a:pt x="10202" y="418"/>
                    <a:pt x="9285" y="430"/>
                    <a:pt x="8393" y="430"/>
                  </a:cubicBezTo>
                  <a:cubicBezTo>
                    <a:pt x="7156" y="430"/>
                    <a:pt x="5967" y="406"/>
                    <a:pt x="4839" y="366"/>
                  </a:cubicBezTo>
                  <a:cubicBezTo>
                    <a:pt x="3036" y="298"/>
                    <a:pt x="1393" y="184"/>
                    <a:pt x="0" y="69"/>
                  </a:cubicBezTo>
                  <a:cubicBezTo>
                    <a:pt x="0" y="161"/>
                    <a:pt x="0" y="275"/>
                    <a:pt x="0" y="366"/>
                  </a:cubicBezTo>
                  <a:cubicBezTo>
                    <a:pt x="1393" y="526"/>
                    <a:pt x="3013" y="663"/>
                    <a:pt x="4817" y="754"/>
                  </a:cubicBezTo>
                  <a:cubicBezTo>
                    <a:pt x="6005" y="809"/>
                    <a:pt x="7252" y="840"/>
                    <a:pt x="8553" y="840"/>
                  </a:cubicBezTo>
                  <a:cubicBezTo>
                    <a:pt x="9401" y="840"/>
                    <a:pt x="10271" y="827"/>
                    <a:pt x="11162" y="800"/>
                  </a:cubicBezTo>
                  <a:cubicBezTo>
                    <a:pt x="13171" y="731"/>
                    <a:pt x="15088" y="572"/>
                    <a:pt x="16868" y="389"/>
                  </a:cubicBezTo>
                  <a:cubicBezTo>
                    <a:pt x="16845" y="252"/>
                    <a:pt x="16845" y="115"/>
                    <a:pt x="1684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p:nvPr/>
          </p:nvSpPr>
          <p:spPr>
            <a:xfrm>
              <a:off x="6523413" y="868700"/>
              <a:ext cx="1502467" cy="1586704"/>
            </a:xfrm>
            <a:custGeom>
              <a:rect b="b" l="l" r="r" t="t"/>
              <a:pathLst>
                <a:path extrusionOk="0" h="50236" w="47569">
                  <a:moveTo>
                    <a:pt x="23785" y="1"/>
                  </a:moveTo>
                  <a:cubicBezTo>
                    <a:pt x="10660" y="1"/>
                    <a:pt x="1" y="10637"/>
                    <a:pt x="1" y="23762"/>
                  </a:cubicBezTo>
                  <a:cubicBezTo>
                    <a:pt x="1" y="36909"/>
                    <a:pt x="10660" y="47546"/>
                    <a:pt x="23785" y="47546"/>
                  </a:cubicBezTo>
                  <a:cubicBezTo>
                    <a:pt x="26158" y="47546"/>
                    <a:pt x="28441" y="47203"/>
                    <a:pt x="30609" y="46542"/>
                  </a:cubicBezTo>
                  <a:cubicBezTo>
                    <a:pt x="32664" y="48810"/>
                    <a:pt x="35661" y="50236"/>
                    <a:pt x="38717" y="50236"/>
                  </a:cubicBezTo>
                  <a:cubicBezTo>
                    <a:pt x="38921" y="50236"/>
                    <a:pt x="39125" y="50229"/>
                    <a:pt x="39329" y="50216"/>
                  </a:cubicBezTo>
                  <a:cubicBezTo>
                    <a:pt x="39785" y="50194"/>
                    <a:pt x="40287" y="50102"/>
                    <a:pt x="40516" y="49737"/>
                  </a:cubicBezTo>
                  <a:cubicBezTo>
                    <a:pt x="40858" y="49166"/>
                    <a:pt x="40379" y="48482"/>
                    <a:pt x="39922" y="47980"/>
                  </a:cubicBezTo>
                  <a:cubicBezTo>
                    <a:pt x="38758" y="46633"/>
                    <a:pt x="37822" y="45104"/>
                    <a:pt x="37137" y="43437"/>
                  </a:cubicBezTo>
                  <a:cubicBezTo>
                    <a:pt x="43414" y="39169"/>
                    <a:pt x="47569" y="31956"/>
                    <a:pt x="47569" y="23762"/>
                  </a:cubicBezTo>
                  <a:cubicBezTo>
                    <a:pt x="47569" y="10637"/>
                    <a:pt x="36909" y="1"/>
                    <a:pt x="2378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
            <p:cNvSpPr/>
            <p:nvPr/>
          </p:nvSpPr>
          <p:spPr>
            <a:xfrm>
              <a:off x="6872353" y="1510335"/>
              <a:ext cx="206218" cy="205492"/>
            </a:xfrm>
            <a:custGeom>
              <a:rect b="b" l="l" r="r" t="t"/>
              <a:pathLst>
                <a:path extrusionOk="0" h="6506" w="6529">
                  <a:moveTo>
                    <a:pt x="3264" y="0"/>
                  </a:moveTo>
                  <a:cubicBezTo>
                    <a:pt x="1461" y="0"/>
                    <a:pt x="0" y="1461"/>
                    <a:pt x="0" y="3242"/>
                  </a:cubicBezTo>
                  <a:cubicBezTo>
                    <a:pt x="0" y="5045"/>
                    <a:pt x="1461" y="6506"/>
                    <a:pt x="3264" y="6506"/>
                  </a:cubicBezTo>
                  <a:cubicBezTo>
                    <a:pt x="5067" y="6506"/>
                    <a:pt x="6528" y="5045"/>
                    <a:pt x="6528" y="3242"/>
                  </a:cubicBezTo>
                  <a:cubicBezTo>
                    <a:pt x="6528" y="1461"/>
                    <a:pt x="5067" y="0"/>
                    <a:pt x="3264"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
            <p:cNvSpPr/>
            <p:nvPr/>
          </p:nvSpPr>
          <p:spPr>
            <a:xfrm>
              <a:off x="7199626" y="1510335"/>
              <a:ext cx="206218" cy="205492"/>
            </a:xfrm>
            <a:custGeom>
              <a:rect b="b" l="l" r="r" t="t"/>
              <a:pathLst>
                <a:path extrusionOk="0" h="6506" w="6529">
                  <a:moveTo>
                    <a:pt x="3265" y="0"/>
                  </a:moveTo>
                  <a:cubicBezTo>
                    <a:pt x="1462" y="0"/>
                    <a:pt x="1" y="1461"/>
                    <a:pt x="1" y="3242"/>
                  </a:cubicBezTo>
                  <a:cubicBezTo>
                    <a:pt x="1" y="5045"/>
                    <a:pt x="1462" y="6506"/>
                    <a:pt x="3265" y="6506"/>
                  </a:cubicBezTo>
                  <a:cubicBezTo>
                    <a:pt x="5068" y="6506"/>
                    <a:pt x="6529" y="5045"/>
                    <a:pt x="6529" y="3242"/>
                  </a:cubicBezTo>
                  <a:cubicBezTo>
                    <a:pt x="6529" y="1461"/>
                    <a:pt x="5068" y="0"/>
                    <a:pt x="3265"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
            <p:cNvSpPr/>
            <p:nvPr/>
          </p:nvSpPr>
          <p:spPr>
            <a:xfrm>
              <a:off x="7527658" y="1510335"/>
              <a:ext cx="205492" cy="205492"/>
            </a:xfrm>
            <a:custGeom>
              <a:rect b="b" l="l" r="r" t="t"/>
              <a:pathLst>
                <a:path extrusionOk="0" h="6506" w="6506">
                  <a:moveTo>
                    <a:pt x="3264" y="0"/>
                  </a:moveTo>
                  <a:cubicBezTo>
                    <a:pt x="1461" y="0"/>
                    <a:pt x="0" y="1461"/>
                    <a:pt x="0" y="3242"/>
                  </a:cubicBezTo>
                  <a:cubicBezTo>
                    <a:pt x="0" y="5045"/>
                    <a:pt x="1461" y="6506"/>
                    <a:pt x="3264" y="6506"/>
                  </a:cubicBezTo>
                  <a:cubicBezTo>
                    <a:pt x="5045" y="6506"/>
                    <a:pt x="6506" y="5045"/>
                    <a:pt x="6506" y="3242"/>
                  </a:cubicBezTo>
                  <a:cubicBezTo>
                    <a:pt x="6506" y="1461"/>
                    <a:pt x="5045" y="0"/>
                    <a:pt x="3264"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7" name="Google Shape;157;p1"/>
          <p:cNvGrpSpPr/>
          <p:nvPr/>
        </p:nvGrpSpPr>
        <p:grpSpPr>
          <a:xfrm rot="-4500040">
            <a:off x="5998985" y="2905155"/>
            <a:ext cx="492427" cy="372939"/>
            <a:chOff x="6709411" y="2736501"/>
            <a:chExt cx="492442" cy="372950"/>
          </a:xfrm>
        </p:grpSpPr>
        <p:sp>
          <p:nvSpPr>
            <p:cNvPr id="158" name="Google Shape;158;p1"/>
            <p:cNvSpPr/>
            <p:nvPr/>
          </p:nvSpPr>
          <p:spPr>
            <a:xfrm>
              <a:off x="6759882" y="2978942"/>
              <a:ext cx="225675" cy="130509"/>
            </a:xfrm>
            <a:custGeom>
              <a:rect b="b" l="l" r="r" t="t"/>
              <a:pathLst>
                <a:path extrusionOk="0" h="4132" w="7145">
                  <a:moveTo>
                    <a:pt x="1910" y="0"/>
                  </a:moveTo>
                  <a:cubicBezTo>
                    <a:pt x="1681" y="0"/>
                    <a:pt x="1468" y="16"/>
                    <a:pt x="1279" y="43"/>
                  </a:cubicBezTo>
                  <a:cubicBezTo>
                    <a:pt x="457" y="157"/>
                    <a:pt x="0" y="431"/>
                    <a:pt x="23" y="500"/>
                  </a:cubicBezTo>
                  <a:cubicBezTo>
                    <a:pt x="32" y="546"/>
                    <a:pt x="121" y="558"/>
                    <a:pt x="273" y="558"/>
                  </a:cubicBezTo>
                  <a:cubicBezTo>
                    <a:pt x="450" y="558"/>
                    <a:pt x="714" y="541"/>
                    <a:pt x="1041" y="541"/>
                  </a:cubicBezTo>
                  <a:cubicBezTo>
                    <a:pt x="1124" y="541"/>
                    <a:pt x="1211" y="542"/>
                    <a:pt x="1301" y="545"/>
                  </a:cubicBezTo>
                  <a:cubicBezTo>
                    <a:pt x="2055" y="568"/>
                    <a:pt x="3082" y="728"/>
                    <a:pt x="4109" y="1253"/>
                  </a:cubicBezTo>
                  <a:cubicBezTo>
                    <a:pt x="5113" y="1755"/>
                    <a:pt x="5844" y="2531"/>
                    <a:pt x="6300" y="3124"/>
                  </a:cubicBezTo>
                  <a:cubicBezTo>
                    <a:pt x="6736" y="3690"/>
                    <a:pt x="6943" y="4132"/>
                    <a:pt x="7060" y="4132"/>
                  </a:cubicBezTo>
                  <a:cubicBezTo>
                    <a:pt x="7065" y="4132"/>
                    <a:pt x="7071" y="4131"/>
                    <a:pt x="7076" y="4129"/>
                  </a:cubicBezTo>
                  <a:cubicBezTo>
                    <a:pt x="7145" y="4106"/>
                    <a:pt x="7099" y="3581"/>
                    <a:pt x="6711" y="2851"/>
                  </a:cubicBezTo>
                  <a:cubicBezTo>
                    <a:pt x="6346" y="2120"/>
                    <a:pt x="5570" y="1207"/>
                    <a:pt x="4428" y="614"/>
                  </a:cubicBezTo>
                  <a:cubicBezTo>
                    <a:pt x="3558" y="161"/>
                    <a:pt x="2647" y="0"/>
                    <a:pt x="191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
            <p:cNvSpPr/>
            <p:nvPr/>
          </p:nvSpPr>
          <p:spPr>
            <a:xfrm>
              <a:off x="6739700" y="2876893"/>
              <a:ext cx="340297" cy="149744"/>
            </a:xfrm>
            <a:custGeom>
              <a:rect b="b" l="l" r="r" t="t"/>
              <a:pathLst>
                <a:path extrusionOk="0" h="4741" w="10774">
                  <a:moveTo>
                    <a:pt x="2996" y="1"/>
                  </a:moveTo>
                  <a:cubicBezTo>
                    <a:pt x="2894" y="1"/>
                    <a:pt x="2794" y="3"/>
                    <a:pt x="2694" y="10"/>
                  </a:cubicBezTo>
                  <a:cubicBezTo>
                    <a:pt x="2351" y="10"/>
                    <a:pt x="2032" y="56"/>
                    <a:pt x="1758" y="101"/>
                  </a:cubicBezTo>
                  <a:cubicBezTo>
                    <a:pt x="617" y="284"/>
                    <a:pt x="0" y="626"/>
                    <a:pt x="23" y="718"/>
                  </a:cubicBezTo>
                  <a:cubicBezTo>
                    <a:pt x="33" y="737"/>
                    <a:pt x="71" y="745"/>
                    <a:pt x="137" y="745"/>
                  </a:cubicBezTo>
                  <a:cubicBezTo>
                    <a:pt x="373" y="745"/>
                    <a:pt x="962" y="639"/>
                    <a:pt x="1803" y="603"/>
                  </a:cubicBezTo>
                  <a:cubicBezTo>
                    <a:pt x="1940" y="592"/>
                    <a:pt x="2083" y="586"/>
                    <a:pt x="2231" y="586"/>
                  </a:cubicBezTo>
                  <a:cubicBezTo>
                    <a:pt x="2380" y="586"/>
                    <a:pt x="2534" y="592"/>
                    <a:pt x="2694" y="603"/>
                  </a:cubicBezTo>
                  <a:cubicBezTo>
                    <a:pt x="3013" y="603"/>
                    <a:pt x="3333" y="649"/>
                    <a:pt x="3698" y="695"/>
                  </a:cubicBezTo>
                  <a:cubicBezTo>
                    <a:pt x="4406" y="786"/>
                    <a:pt x="5159" y="969"/>
                    <a:pt x="5935" y="1243"/>
                  </a:cubicBezTo>
                  <a:cubicBezTo>
                    <a:pt x="6688" y="1539"/>
                    <a:pt x="7373" y="1927"/>
                    <a:pt x="7966" y="2293"/>
                  </a:cubicBezTo>
                  <a:cubicBezTo>
                    <a:pt x="8263" y="2498"/>
                    <a:pt x="8537" y="2703"/>
                    <a:pt x="8788" y="2909"/>
                  </a:cubicBezTo>
                  <a:cubicBezTo>
                    <a:pt x="9039" y="3091"/>
                    <a:pt x="9244" y="3297"/>
                    <a:pt x="9427" y="3479"/>
                  </a:cubicBezTo>
                  <a:cubicBezTo>
                    <a:pt x="10182" y="4192"/>
                    <a:pt x="10570" y="4740"/>
                    <a:pt x="10688" y="4740"/>
                  </a:cubicBezTo>
                  <a:cubicBezTo>
                    <a:pt x="10694" y="4740"/>
                    <a:pt x="10700" y="4739"/>
                    <a:pt x="10705" y="4735"/>
                  </a:cubicBezTo>
                  <a:cubicBezTo>
                    <a:pt x="10774" y="4712"/>
                    <a:pt x="10523" y="4027"/>
                    <a:pt x="9815" y="3160"/>
                  </a:cubicBezTo>
                  <a:cubicBezTo>
                    <a:pt x="9610" y="2932"/>
                    <a:pt x="9404" y="2681"/>
                    <a:pt x="9153" y="2475"/>
                  </a:cubicBezTo>
                  <a:cubicBezTo>
                    <a:pt x="8925" y="2224"/>
                    <a:pt x="8651" y="1996"/>
                    <a:pt x="8331" y="1768"/>
                  </a:cubicBezTo>
                  <a:cubicBezTo>
                    <a:pt x="7715" y="1334"/>
                    <a:pt x="6985" y="900"/>
                    <a:pt x="6186" y="581"/>
                  </a:cubicBezTo>
                  <a:cubicBezTo>
                    <a:pt x="5341" y="284"/>
                    <a:pt x="4520" y="101"/>
                    <a:pt x="3766" y="33"/>
                  </a:cubicBezTo>
                  <a:cubicBezTo>
                    <a:pt x="3492" y="17"/>
                    <a:pt x="3240" y="1"/>
                    <a:pt x="299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
            <p:cNvSpPr/>
            <p:nvPr/>
          </p:nvSpPr>
          <p:spPr>
            <a:xfrm>
              <a:off x="6709411" y="2736501"/>
              <a:ext cx="492442" cy="177634"/>
            </a:xfrm>
            <a:custGeom>
              <a:rect b="b" l="l" r="r" t="t"/>
              <a:pathLst>
                <a:path extrusionOk="0" h="5624" w="15591">
                  <a:moveTo>
                    <a:pt x="4341" y="1"/>
                  </a:moveTo>
                  <a:cubicBezTo>
                    <a:pt x="4130" y="1"/>
                    <a:pt x="3924" y="8"/>
                    <a:pt x="3721" y="27"/>
                  </a:cubicBezTo>
                  <a:cubicBezTo>
                    <a:pt x="3493" y="50"/>
                    <a:pt x="3265" y="50"/>
                    <a:pt x="3059" y="73"/>
                  </a:cubicBezTo>
                  <a:cubicBezTo>
                    <a:pt x="2854" y="118"/>
                    <a:pt x="2648" y="141"/>
                    <a:pt x="2443" y="164"/>
                  </a:cubicBezTo>
                  <a:cubicBezTo>
                    <a:pt x="891" y="438"/>
                    <a:pt x="1" y="871"/>
                    <a:pt x="23" y="940"/>
                  </a:cubicBezTo>
                  <a:cubicBezTo>
                    <a:pt x="27" y="960"/>
                    <a:pt x="60" y="969"/>
                    <a:pt x="119" y="969"/>
                  </a:cubicBezTo>
                  <a:cubicBezTo>
                    <a:pt x="396" y="969"/>
                    <a:pt x="1252" y="779"/>
                    <a:pt x="2511" y="666"/>
                  </a:cubicBezTo>
                  <a:cubicBezTo>
                    <a:pt x="2694" y="643"/>
                    <a:pt x="2899" y="643"/>
                    <a:pt x="3105" y="620"/>
                  </a:cubicBezTo>
                  <a:cubicBezTo>
                    <a:pt x="3173" y="613"/>
                    <a:pt x="3242" y="610"/>
                    <a:pt x="3311" y="610"/>
                  </a:cubicBezTo>
                  <a:cubicBezTo>
                    <a:pt x="3450" y="610"/>
                    <a:pt x="3592" y="620"/>
                    <a:pt x="3744" y="620"/>
                  </a:cubicBezTo>
                  <a:cubicBezTo>
                    <a:pt x="3831" y="616"/>
                    <a:pt x="3919" y="614"/>
                    <a:pt x="4008" y="614"/>
                  </a:cubicBezTo>
                  <a:cubicBezTo>
                    <a:pt x="4384" y="614"/>
                    <a:pt x="4776" y="648"/>
                    <a:pt x="5182" y="666"/>
                  </a:cubicBezTo>
                  <a:cubicBezTo>
                    <a:pt x="6163" y="757"/>
                    <a:pt x="7259" y="940"/>
                    <a:pt x="8377" y="1282"/>
                  </a:cubicBezTo>
                  <a:cubicBezTo>
                    <a:pt x="9473" y="1625"/>
                    <a:pt x="10500" y="2081"/>
                    <a:pt x="11368" y="2538"/>
                  </a:cubicBezTo>
                  <a:cubicBezTo>
                    <a:pt x="11801" y="2789"/>
                    <a:pt x="12235" y="3040"/>
                    <a:pt x="12600" y="3291"/>
                  </a:cubicBezTo>
                  <a:cubicBezTo>
                    <a:pt x="12783" y="3428"/>
                    <a:pt x="12965" y="3519"/>
                    <a:pt x="13125" y="3656"/>
                  </a:cubicBezTo>
                  <a:cubicBezTo>
                    <a:pt x="13285" y="3770"/>
                    <a:pt x="13445" y="3907"/>
                    <a:pt x="13604" y="4021"/>
                  </a:cubicBezTo>
                  <a:cubicBezTo>
                    <a:pt x="14738" y="4937"/>
                    <a:pt x="15372" y="5624"/>
                    <a:pt x="15506" y="5624"/>
                  </a:cubicBezTo>
                  <a:cubicBezTo>
                    <a:pt x="15513" y="5624"/>
                    <a:pt x="15518" y="5622"/>
                    <a:pt x="15522" y="5619"/>
                  </a:cubicBezTo>
                  <a:cubicBezTo>
                    <a:pt x="15590" y="5573"/>
                    <a:pt x="15088" y="4729"/>
                    <a:pt x="13924" y="3633"/>
                  </a:cubicBezTo>
                  <a:cubicBezTo>
                    <a:pt x="13764" y="3496"/>
                    <a:pt x="13604" y="3359"/>
                    <a:pt x="13468" y="3222"/>
                  </a:cubicBezTo>
                  <a:cubicBezTo>
                    <a:pt x="13308" y="3085"/>
                    <a:pt x="13125" y="2949"/>
                    <a:pt x="12920" y="2812"/>
                  </a:cubicBezTo>
                  <a:cubicBezTo>
                    <a:pt x="12577" y="2515"/>
                    <a:pt x="12144" y="2264"/>
                    <a:pt x="11687" y="1990"/>
                  </a:cubicBezTo>
                  <a:cubicBezTo>
                    <a:pt x="10797" y="1465"/>
                    <a:pt x="9747" y="963"/>
                    <a:pt x="8583" y="598"/>
                  </a:cubicBezTo>
                  <a:cubicBezTo>
                    <a:pt x="7419" y="255"/>
                    <a:pt x="6255" y="73"/>
                    <a:pt x="5228" y="27"/>
                  </a:cubicBezTo>
                  <a:cubicBezTo>
                    <a:pt x="4924" y="14"/>
                    <a:pt x="4629" y="1"/>
                    <a:pt x="434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1" name="Google Shape;161;p1"/>
          <p:cNvSpPr txBox="1"/>
          <p:nvPr/>
        </p:nvSpPr>
        <p:spPr>
          <a:xfrm>
            <a:off x="349875" y="1225888"/>
            <a:ext cx="4944600" cy="144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 sz="4400" u="none" cap="none" strike="noStrike">
                <a:solidFill>
                  <a:srgbClr val="351C75"/>
                </a:solidFill>
                <a:latin typeface="Poppins"/>
                <a:ea typeface="Poppins"/>
                <a:cs typeface="Poppins"/>
                <a:sym typeface="Poppins"/>
              </a:rPr>
              <a:t>Art of Communication</a:t>
            </a:r>
            <a:endParaRPr b="1" i="0" sz="4400" u="none" cap="none" strike="noStrike">
              <a:solidFill>
                <a:srgbClr val="000000"/>
              </a:solidFill>
              <a:latin typeface="Poppins"/>
              <a:ea typeface="Poppins"/>
              <a:cs typeface="Poppins"/>
              <a:sym typeface="Poppins"/>
            </a:endParaRPr>
          </a:p>
        </p:txBody>
      </p:sp>
      <p:sp>
        <p:nvSpPr>
          <p:cNvPr id="162" name="Google Shape;162;p1"/>
          <p:cNvSpPr txBox="1"/>
          <p:nvPr/>
        </p:nvSpPr>
        <p:spPr>
          <a:xfrm>
            <a:off x="159325" y="2672775"/>
            <a:ext cx="5648400" cy="8226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1100"/>
              <a:buFont typeface="Arial"/>
              <a:buNone/>
            </a:pPr>
            <a:r>
              <a:rPr b="0" i="0" lang="en" sz="2300" u="none" cap="none" strike="noStrike">
                <a:solidFill>
                  <a:srgbClr val="351C75"/>
                </a:solidFill>
                <a:latin typeface="Raleway SemiBold"/>
                <a:ea typeface="Raleway SemiBold"/>
                <a:cs typeface="Raleway SemiBold"/>
                <a:sym typeface="Raleway SemiBold"/>
              </a:rPr>
              <a:t>Creative Writing and Public Speaking</a:t>
            </a:r>
            <a:endParaRPr b="0" i="0" sz="2300" u="none" cap="none" strike="noStrike">
              <a:solidFill>
                <a:srgbClr val="351C75"/>
              </a:solidFill>
              <a:latin typeface="Raleway SemiBold"/>
              <a:ea typeface="Raleway SemiBold"/>
              <a:cs typeface="Raleway SemiBold"/>
              <a:sym typeface="Raleway SemiBold"/>
            </a:endParaRPr>
          </a:p>
          <a:p>
            <a:pPr indent="0" lvl="0" marL="0" marR="0" rtl="0" algn="l">
              <a:lnSpc>
                <a:spcPct val="115000"/>
              </a:lnSpc>
              <a:spcBef>
                <a:spcPts val="0"/>
              </a:spcBef>
              <a:spcAft>
                <a:spcPts val="0"/>
              </a:spcAft>
              <a:buClr>
                <a:srgbClr val="000000"/>
              </a:buClr>
              <a:buSzPts val="1100"/>
              <a:buFont typeface="Arial"/>
              <a:buNone/>
            </a:pPr>
            <a:r>
              <a:t/>
            </a:r>
            <a:endParaRPr b="1" i="0" sz="2100" u="none" cap="none" strike="noStrike">
              <a:solidFill>
                <a:srgbClr val="351C75"/>
              </a:solidFill>
              <a:latin typeface="Raleway"/>
              <a:ea typeface="Raleway"/>
              <a:cs typeface="Raleway"/>
              <a:sym typeface="Raleway"/>
            </a:endParaRPr>
          </a:p>
        </p:txBody>
      </p:sp>
      <p:sp>
        <p:nvSpPr>
          <p:cNvPr id="163" name="Google Shape;163;p1"/>
          <p:cNvSpPr txBox="1"/>
          <p:nvPr/>
        </p:nvSpPr>
        <p:spPr>
          <a:xfrm>
            <a:off x="1392100" y="3363513"/>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1" i="0" lang="en" sz="2400" u="none" cap="none" strike="noStrike">
                <a:solidFill>
                  <a:srgbClr val="351C75"/>
                </a:solidFill>
                <a:latin typeface="Raleway"/>
                <a:ea typeface="Raleway"/>
                <a:cs typeface="Raleway"/>
                <a:sym typeface="Raleway"/>
              </a:rPr>
              <a:t>Level </a:t>
            </a:r>
            <a:r>
              <a:rPr b="1" lang="en" sz="2400">
                <a:solidFill>
                  <a:srgbClr val="351C75"/>
                </a:solidFill>
                <a:latin typeface="Raleway"/>
                <a:ea typeface="Raleway"/>
                <a:cs typeface="Raleway"/>
                <a:sym typeface="Raleway"/>
              </a:rPr>
              <a:t>5</a:t>
            </a:r>
            <a:r>
              <a:rPr b="1" i="0" lang="en" sz="2400" u="none" cap="none" strike="noStrike">
                <a:solidFill>
                  <a:srgbClr val="351C75"/>
                </a:solidFill>
                <a:latin typeface="Raleway"/>
                <a:ea typeface="Raleway"/>
                <a:cs typeface="Raleway"/>
                <a:sym typeface="Raleway"/>
              </a:rPr>
              <a:t>  Session 6</a:t>
            </a:r>
            <a:endParaRPr b="0" i="0" sz="1400" u="none" cap="none" strike="noStrike">
              <a:solidFill>
                <a:srgbClr val="000000"/>
              </a:solidFill>
              <a:latin typeface="Arial"/>
              <a:ea typeface="Arial"/>
              <a:cs typeface="Arial"/>
              <a:sym typeface="Arial"/>
            </a:endParaRPr>
          </a:p>
        </p:txBody>
      </p:sp>
      <p:pic>
        <p:nvPicPr>
          <p:cNvPr id="164" name="Google Shape;164;p1"/>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grpSp>
        <p:nvGrpSpPr>
          <p:cNvPr id="169" name="Google Shape;169;p2"/>
          <p:cNvGrpSpPr/>
          <p:nvPr/>
        </p:nvGrpSpPr>
        <p:grpSpPr>
          <a:xfrm>
            <a:off x="2940600" y="1564145"/>
            <a:ext cx="3262800" cy="3162122"/>
            <a:chOff x="2940600" y="1564145"/>
            <a:chExt cx="3262800" cy="3162122"/>
          </a:xfrm>
        </p:grpSpPr>
        <p:sp>
          <p:nvSpPr>
            <p:cNvPr id="170" name="Google Shape;170;p2"/>
            <p:cNvSpPr/>
            <p:nvPr/>
          </p:nvSpPr>
          <p:spPr>
            <a:xfrm>
              <a:off x="3235166" y="1564145"/>
              <a:ext cx="2968234" cy="3123230"/>
            </a:xfrm>
            <a:custGeom>
              <a:rect b="b" l="l" r="r" t="t"/>
              <a:pathLst>
                <a:path extrusionOk="0" h="76531" w="72733">
                  <a:moveTo>
                    <a:pt x="43366" y="0"/>
                  </a:moveTo>
                  <a:cubicBezTo>
                    <a:pt x="41839" y="0"/>
                    <a:pt x="40310" y="127"/>
                    <a:pt x="38798" y="390"/>
                  </a:cubicBezTo>
                  <a:cubicBezTo>
                    <a:pt x="27570" y="2320"/>
                    <a:pt x="17946" y="11618"/>
                    <a:pt x="15665" y="22796"/>
                  </a:cubicBezTo>
                  <a:cubicBezTo>
                    <a:pt x="14913" y="26455"/>
                    <a:pt x="14863" y="30190"/>
                    <a:pt x="14311" y="33874"/>
                  </a:cubicBezTo>
                  <a:cubicBezTo>
                    <a:pt x="13760" y="37558"/>
                    <a:pt x="12582" y="41318"/>
                    <a:pt x="10001" y="43974"/>
                  </a:cubicBezTo>
                  <a:cubicBezTo>
                    <a:pt x="8246" y="45754"/>
                    <a:pt x="5966" y="46957"/>
                    <a:pt x="4236" y="48761"/>
                  </a:cubicBezTo>
                  <a:cubicBezTo>
                    <a:pt x="677" y="52471"/>
                    <a:pt x="1" y="58235"/>
                    <a:pt x="1329" y="63198"/>
                  </a:cubicBezTo>
                  <a:cubicBezTo>
                    <a:pt x="2657" y="68160"/>
                    <a:pt x="5690" y="72471"/>
                    <a:pt x="8823" y="76531"/>
                  </a:cubicBezTo>
                  <a:lnTo>
                    <a:pt x="67996" y="76130"/>
                  </a:lnTo>
                  <a:cubicBezTo>
                    <a:pt x="71079" y="74225"/>
                    <a:pt x="72106" y="70040"/>
                    <a:pt x="71480" y="66456"/>
                  </a:cubicBezTo>
                  <a:cubicBezTo>
                    <a:pt x="70828" y="62872"/>
                    <a:pt x="68898" y="59689"/>
                    <a:pt x="67194" y="56456"/>
                  </a:cubicBezTo>
                  <a:cubicBezTo>
                    <a:pt x="65490" y="53248"/>
                    <a:pt x="63936" y="49739"/>
                    <a:pt x="64237" y="46105"/>
                  </a:cubicBezTo>
                  <a:cubicBezTo>
                    <a:pt x="64663" y="40691"/>
                    <a:pt x="68948" y="36430"/>
                    <a:pt x="70728" y="31318"/>
                  </a:cubicBezTo>
                  <a:cubicBezTo>
                    <a:pt x="72733" y="25528"/>
                    <a:pt x="71304" y="18962"/>
                    <a:pt x="68146" y="13724"/>
                  </a:cubicBezTo>
                  <a:cubicBezTo>
                    <a:pt x="63005" y="5284"/>
                    <a:pt x="53206" y="0"/>
                    <a:pt x="43366" y="0"/>
                  </a:cubicBezTo>
                  <a:close/>
                </a:path>
              </a:pathLst>
            </a:custGeom>
            <a:solidFill>
              <a:srgbClr val="6275EE">
                <a:alpha val="13725"/>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2"/>
            <p:cNvSpPr/>
            <p:nvPr/>
          </p:nvSpPr>
          <p:spPr>
            <a:xfrm>
              <a:off x="5193842" y="1723916"/>
              <a:ext cx="528857" cy="515185"/>
            </a:xfrm>
            <a:custGeom>
              <a:rect b="b" l="l" r="r" t="t"/>
              <a:pathLst>
                <a:path extrusionOk="0" h="12624" w="12959">
                  <a:moveTo>
                    <a:pt x="6489" y="1"/>
                  </a:moveTo>
                  <a:cubicBezTo>
                    <a:pt x="6382" y="1"/>
                    <a:pt x="6274" y="4"/>
                    <a:pt x="6166" y="9"/>
                  </a:cubicBezTo>
                  <a:cubicBezTo>
                    <a:pt x="2683" y="159"/>
                    <a:pt x="1" y="3142"/>
                    <a:pt x="151" y="6626"/>
                  </a:cubicBezTo>
                  <a:cubicBezTo>
                    <a:pt x="321" y="10001"/>
                    <a:pt x="3127" y="12624"/>
                    <a:pt x="6470" y="12624"/>
                  </a:cubicBezTo>
                  <a:cubicBezTo>
                    <a:pt x="6577" y="12624"/>
                    <a:pt x="6685" y="12621"/>
                    <a:pt x="6793" y="12616"/>
                  </a:cubicBezTo>
                  <a:cubicBezTo>
                    <a:pt x="10277" y="12440"/>
                    <a:pt x="12958" y="9483"/>
                    <a:pt x="12783" y="5999"/>
                  </a:cubicBezTo>
                  <a:cubicBezTo>
                    <a:pt x="12613" y="2623"/>
                    <a:pt x="9831" y="1"/>
                    <a:pt x="648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2"/>
            <p:cNvSpPr/>
            <p:nvPr/>
          </p:nvSpPr>
          <p:spPr>
            <a:xfrm>
              <a:off x="3918407" y="1828757"/>
              <a:ext cx="1765400" cy="1639460"/>
            </a:xfrm>
            <a:custGeom>
              <a:rect b="b" l="l" r="r" t="t"/>
              <a:pathLst>
                <a:path extrusionOk="0" h="40173" w="43259">
                  <a:moveTo>
                    <a:pt x="20230" y="1"/>
                  </a:moveTo>
                  <a:cubicBezTo>
                    <a:pt x="15713" y="1"/>
                    <a:pt x="9957" y="1830"/>
                    <a:pt x="7945" y="10498"/>
                  </a:cubicBezTo>
                  <a:cubicBezTo>
                    <a:pt x="5915" y="14533"/>
                    <a:pt x="3484" y="13656"/>
                    <a:pt x="1780" y="16864"/>
                  </a:cubicBezTo>
                  <a:cubicBezTo>
                    <a:pt x="51" y="20072"/>
                    <a:pt x="1254" y="23280"/>
                    <a:pt x="1404" y="25235"/>
                  </a:cubicBezTo>
                  <a:cubicBezTo>
                    <a:pt x="1580" y="27215"/>
                    <a:pt x="1" y="29245"/>
                    <a:pt x="1" y="29245"/>
                  </a:cubicBezTo>
                  <a:cubicBezTo>
                    <a:pt x="3545" y="32768"/>
                    <a:pt x="7072" y="33038"/>
                    <a:pt x="8069" y="33038"/>
                  </a:cubicBezTo>
                  <a:cubicBezTo>
                    <a:pt x="8249" y="33038"/>
                    <a:pt x="8346" y="33029"/>
                    <a:pt x="8346" y="33029"/>
                  </a:cubicBezTo>
                  <a:lnTo>
                    <a:pt x="9800" y="28944"/>
                  </a:lnTo>
                  <a:lnTo>
                    <a:pt x="9825" y="33280"/>
                  </a:lnTo>
                  <a:cubicBezTo>
                    <a:pt x="12607" y="34708"/>
                    <a:pt x="17244" y="35535"/>
                    <a:pt x="23384" y="37465"/>
                  </a:cubicBezTo>
                  <a:cubicBezTo>
                    <a:pt x="29550" y="39370"/>
                    <a:pt x="38221" y="40172"/>
                    <a:pt x="38221" y="40172"/>
                  </a:cubicBezTo>
                  <a:lnTo>
                    <a:pt x="38798" y="36613"/>
                  </a:lnTo>
                  <a:cubicBezTo>
                    <a:pt x="38948" y="37841"/>
                    <a:pt x="39199" y="40122"/>
                    <a:pt x="39199" y="40122"/>
                  </a:cubicBezTo>
                  <a:cubicBezTo>
                    <a:pt x="39449" y="40146"/>
                    <a:pt x="39678" y="40157"/>
                    <a:pt x="39887" y="40157"/>
                  </a:cubicBezTo>
                  <a:cubicBezTo>
                    <a:pt x="41607" y="40157"/>
                    <a:pt x="42006" y="39420"/>
                    <a:pt x="42006" y="39420"/>
                  </a:cubicBezTo>
                  <a:cubicBezTo>
                    <a:pt x="42006" y="39420"/>
                    <a:pt x="40502" y="37265"/>
                    <a:pt x="41880" y="33931"/>
                  </a:cubicBezTo>
                  <a:cubicBezTo>
                    <a:pt x="43259" y="30573"/>
                    <a:pt x="41780" y="28769"/>
                    <a:pt x="41254" y="27966"/>
                  </a:cubicBezTo>
                  <a:cubicBezTo>
                    <a:pt x="40728" y="27190"/>
                    <a:pt x="38923" y="26212"/>
                    <a:pt x="40402" y="22027"/>
                  </a:cubicBezTo>
                  <a:cubicBezTo>
                    <a:pt x="41855" y="17866"/>
                    <a:pt x="41104" y="14107"/>
                    <a:pt x="41104" y="14107"/>
                  </a:cubicBezTo>
                  <a:cubicBezTo>
                    <a:pt x="40051" y="1901"/>
                    <a:pt x="26116" y="949"/>
                    <a:pt x="26116" y="949"/>
                  </a:cubicBezTo>
                  <a:cubicBezTo>
                    <a:pt x="25629" y="790"/>
                    <a:pt x="23196" y="1"/>
                    <a:pt x="2023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2"/>
            <p:cNvSpPr/>
            <p:nvPr/>
          </p:nvSpPr>
          <p:spPr>
            <a:xfrm>
              <a:off x="3442808" y="3630804"/>
              <a:ext cx="1037186" cy="803998"/>
            </a:xfrm>
            <a:custGeom>
              <a:rect b="b" l="l" r="r" t="t"/>
              <a:pathLst>
                <a:path extrusionOk="0" h="19701" w="25415">
                  <a:moveTo>
                    <a:pt x="8396" y="0"/>
                  </a:moveTo>
                  <a:cubicBezTo>
                    <a:pt x="5464" y="276"/>
                    <a:pt x="2858" y="827"/>
                    <a:pt x="0" y="902"/>
                  </a:cubicBezTo>
                  <a:cubicBezTo>
                    <a:pt x="527" y="4812"/>
                    <a:pt x="2707" y="15213"/>
                    <a:pt x="4787" y="17719"/>
                  </a:cubicBezTo>
                  <a:cubicBezTo>
                    <a:pt x="5543" y="18646"/>
                    <a:pt x="7426" y="19700"/>
                    <a:pt x="9736" y="19700"/>
                  </a:cubicBezTo>
                  <a:cubicBezTo>
                    <a:pt x="10488" y="19700"/>
                    <a:pt x="11286" y="19588"/>
                    <a:pt x="12106" y="19323"/>
                  </a:cubicBezTo>
                  <a:cubicBezTo>
                    <a:pt x="14913" y="18396"/>
                    <a:pt x="17519" y="15639"/>
                    <a:pt x="19850" y="13158"/>
                  </a:cubicBezTo>
                  <a:cubicBezTo>
                    <a:pt x="20376" y="12607"/>
                    <a:pt x="25088" y="6090"/>
                    <a:pt x="25414" y="4812"/>
                  </a:cubicBezTo>
                  <a:cubicBezTo>
                    <a:pt x="24774" y="3923"/>
                    <a:pt x="23993" y="3642"/>
                    <a:pt x="23148" y="3642"/>
                  </a:cubicBezTo>
                  <a:cubicBezTo>
                    <a:pt x="21699" y="3642"/>
                    <a:pt x="20062" y="4468"/>
                    <a:pt x="18627" y="4468"/>
                  </a:cubicBezTo>
                  <a:cubicBezTo>
                    <a:pt x="17786" y="4468"/>
                    <a:pt x="17015" y="4184"/>
                    <a:pt x="16391" y="3283"/>
                  </a:cubicBezTo>
                  <a:lnTo>
                    <a:pt x="13935" y="4587"/>
                  </a:lnTo>
                  <a:lnTo>
                    <a:pt x="10928" y="7143"/>
                  </a:lnTo>
                  <a:cubicBezTo>
                    <a:pt x="11429" y="8922"/>
                    <a:pt x="11880" y="10627"/>
                    <a:pt x="12081" y="11855"/>
                  </a:cubicBezTo>
                  <a:lnTo>
                    <a:pt x="10903" y="7168"/>
                  </a:lnTo>
                  <a:lnTo>
                    <a:pt x="10928" y="7143"/>
                  </a:lnTo>
                  <a:cubicBezTo>
                    <a:pt x="10677" y="6291"/>
                    <a:pt x="10401" y="5439"/>
                    <a:pt x="10126" y="4612"/>
                  </a:cubicBezTo>
                  <a:cubicBezTo>
                    <a:pt x="9975" y="4286"/>
                    <a:pt x="8547" y="326"/>
                    <a:pt x="8396" y="0"/>
                  </a:cubicBezTo>
                  <a:close/>
                </a:path>
              </a:pathLst>
            </a:custGeom>
            <a:solidFill>
              <a:srgbClr val="FF93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2"/>
            <p:cNvSpPr/>
            <p:nvPr/>
          </p:nvSpPr>
          <p:spPr>
            <a:xfrm>
              <a:off x="3851928" y="3814898"/>
              <a:ext cx="89007" cy="303830"/>
            </a:xfrm>
            <a:custGeom>
              <a:rect b="b" l="l" r="r" t="t"/>
              <a:pathLst>
                <a:path extrusionOk="0" h="7445" w="2181">
                  <a:moveTo>
                    <a:pt x="76" y="0"/>
                  </a:moveTo>
                  <a:cubicBezTo>
                    <a:pt x="26" y="25"/>
                    <a:pt x="0" y="76"/>
                    <a:pt x="0" y="126"/>
                  </a:cubicBezTo>
                  <a:cubicBezTo>
                    <a:pt x="301" y="1053"/>
                    <a:pt x="552" y="1855"/>
                    <a:pt x="777" y="2632"/>
                  </a:cubicBezTo>
                  <a:cubicBezTo>
                    <a:pt x="777" y="2632"/>
                    <a:pt x="777" y="2657"/>
                    <a:pt x="777" y="2682"/>
                  </a:cubicBezTo>
                  <a:lnTo>
                    <a:pt x="1955" y="7369"/>
                  </a:lnTo>
                  <a:cubicBezTo>
                    <a:pt x="1980" y="7419"/>
                    <a:pt x="2005" y="7444"/>
                    <a:pt x="2056" y="7444"/>
                  </a:cubicBezTo>
                  <a:lnTo>
                    <a:pt x="2081" y="7444"/>
                  </a:lnTo>
                  <a:cubicBezTo>
                    <a:pt x="2131" y="7419"/>
                    <a:pt x="2181" y="7369"/>
                    <a:pt x="2156" y="7319"/>
                  </a:cubicBezTo>
                  <a:lnTo>
                    <a:pt x="978" y="2682"/>
                  </a:lnTo>
                  <a:cubicBezTo>
                    <a:pt x="1003" y="2657"/>
                    <a:pt x="1003" y="2632"/>
                    <a:pt x="978" y="2607"/>
                  </a:cubicBezTo>
                  <a:cubicBezTo>
                    <a:pt x="752" y="1830"/>
                    <a:pt x="502" y="1003"/>
                    <a:pt x="201" y="76"/>
                  </a:cubicBezTo>
                  <a:cubicBezTo>
                    <a:pt x="176" y="25"/>
                    <a:pt x="126" y="0"/>
                    <a:pt x="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2"/>
            <p:cNvSpPr/>
            <p:nvPr/>
          </p:nvSpPr>
          <p:spPr>
            <a:xfrm>
              <a:off x="3288342" y="3180752"/>
              <a:ext cx="539059" cy="492005"/>
            </a:xfrm>
            <a:custGeom>
              <a:rect b="b" l="l" r="r" t="t"/>
              <a:pathLst>
                <a:path extrusionOk="0" h="12056" w="13209">
                  <a:moveTo>
                    <a:pt x="5636" y="0"/>
                  </a:moveTo>
                  <a:cubicBezTo>
                    <a:pt x="5504" y="0"/>
                    <a:pt x="5370" y="25"/>
                    <a:pt x="5239" y="76"/>
                  </a:cubicBezTo>
                  <a:lnTo>
                    <a:pt x="5038" y="151"/>
                  </a:lnTo>
                  <a:cubicBezTo>
                    <a:pt x="4462" y="376"/>
                    <a:pt x="4161" y="1003"/>
                    <a:pt x="4387" y="1579"/>
                  </a:cubicBezTo>
                  <a:lnTo>
                    <a:pt x="5465" y="4462"/>
                  </a:lnTo>
                  <a:lnTo>
                    <a:pt x="5439" y="4487"/>
                  </a:lnTo>
                  <a:lnTo>
                    <a:pt x="4236" y="1955"/>
                  </a:lnTo>
                  <a:cubicBezTo>
                    <a:pt x="4056" y="1558"/>
                    <a:pt x="3666" y="1316"/>
                    <a:pt x="3256" y="1316"/>
                  </a:cubicBezTo>
                  <a:cubicBezTo>
                    <a:pt x="3098" y="1316"/>
                    <a:pt x="2936" y="1352"/>
                    <a:pt x="2783" y="1429"/>
                  </a:cubicBezTo>
                  <a:lnTo>
                    <a:pt x="2557" y="1529"/>
                  </a:lnTo>
                  <a:cubicBezTo>
                    <a:pt x="2006" y="1780"/>
                    <a:pt x="1780" y="2432"/>
                    <a:pt x="2031" y="2983"/>
                  </a:cubicBezTo>
                  <a:lnTo>
                    <a:pt x="3134" y="5339"/>
                  </a:lnTo>
                  <a:lnTo>
                    <a:pt x="2181" y="3785"/>
                  </a:lnTo>
                  <a:cubicBezTo>
                    <a:pt x="2002" y="3476"/>
                    <a:pt x="1675" y="3304"/>
                    <a:pt x="1337" y="3304"/>
                  </a:cubicBezTo>
                  <a:cubicBezTo>
                    <a:pt x="1155" y="3304"/>
                    <a:pt x="970" y="3354"/>
                    <a:pt x="803" y="3459"/>
                  </a:cubicBezTo>
                  <a:lnTo>
                    <a:pt x="627" y="3559"/>
                  </a:lnTo>
                  <a:cubicBezTo>
                    <a:pt x="151" y="3860"/>
                    <a:pt x="1" y="4462"/>
                    <a:pt x="277" y="4938"/>
                  </a:cubicBezTo>
                  <a:lnTo>
                    <a:pt x="1931" y="7645"/>
                  </a:lnTo>
                  <a:cubicBezTo>
                    <a:pt x="1931" y="7845"/>
                    <a:pt x="2432" y="10602"/>
                    <a:pt x="3861" y="12056"/>
                  </a:cubicBezTo>
                  <a:lnTo>
                    <a:pt x="12056" y="11479"/>
                  </a:lnTo>
                  <a:lnTo>
                    <a:pt x="13084" y="7018"/>
                  </a:lnTo>
                  <a:cubicBezTo>
                    <a:pt x="13209" y="6517"/>
                    <a:pt x="12883" y="5990"/>
                    <a:pt x="12382" y="5890"/>
                  </a:cubicBezTo>
                  <a:lnTo>
                    <a:pt x="12181" y="5840"/>
                  </a:lnTo>
                  <a:cubicBezTo>
                    <a:pt x="12109" y="5824"/>
                    <a:pt x="12037" y="5816"/>
                    <a:pt x="11967" y="5816"/>
                  </a:cubicBezTo>
                  <a:cubicBezTo>
                    <a:pt x="11599" y="5816"/>
                    <a:pt x="11272" y="6026"/>
                    <a:pt x="11104" y="6341"/>
                  </a:cubicBezTo>
                  <a:cubicBezTo>
                    <a:pt x="10577" y="5890"/>
                    <a:pt x="10502" y="4963"/>
                    <a:pt x="10252" y="4537"/>
                  </a:cubicBezTo>
                  <a:cubicBezTo>
                    <a:pt x="10252" y="4487"/>
                    <a:pt x="10252" y="4462"/>
                    <a:pt x="10226" y="4411"/>
                  </a:cubicBezTo>
                  <a:lnTo>
                    <a:pt x="9374" y="1354"/>
                  </a:lnTo>
                  <a:cubicBezTo>
                    <a:pt x="9270" y="936"/>
                    <a:pt x="8870" y="640"/>
                    <a:pt x="8434" y="640"/>
                  </a:cubicBezTo>
                  <a:cubicBezTo>
                    <a:pt x="8347" y="640"/>
                    <a:pt x="8259" y="652"/>
                    <a:pt x="8171" y="677"/>
                  </a:cubicBezTo>
                  <a:lnTo>
                    <a:pt x="7971" y="727"/>
                  </a:lnTo>
                  <a:cubicBezTo>
                    <a:pt x="7470" y="878"/>
                    <a:pt x="7169" y="1429"/>
                    <a:pt x="7294" y="1930"/>
                  </a:cubicBezTo>
                  <a:lnTo>
                    <a:pt x="7795" y="3660"/>
                  </a:lnTo>
                  <a:cubicBezTo>
                    <a:pt x="7770" y="3660"/>
                    <a:pt x="7770" y="3660"/>
                    <a:pt x="7770" y="3685"/>
                  </a:cubicBezTo>
                  <a:lnTo>
                    <a:pt x="6668" y="727"/>
                  </a:lnTo>
                  <a:cubicBezTo>
                    <a:pt x="6512" y="281"/>
                    <a:pt x="6087" y="0"/>
                    <a:pt x="5636" y="0"/>
                  </a:cubicBezTo>
                  <a:close/>
                </a:path>
              </a:pathLst>
            </a:custGeom>
            <a:solidFill>
              <a:srgbClr val="FF93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2"/>
            <p:cNvSpPr/>
            <p:nvPr/>
          </p:nvSpPr>
          <p:spPr>
            <a:xfrm>
              <a:off x="3437706" y="3440262"/>
              <a:ext cx="216864" cy="148630"/>
            </a:xfrm>
            <a:custGeom>
              <a:rect b="b" l="l" r="r" t="t"/>
              <a:pathLst>
                <a:path extrusionOk="0" h="3642" w="5314">
                  <a:moveTo>
                    <a:pt x="331" y="0"/>
                  </a:moveTo>
                  <a:cubicBezTo>
                    <a:pt x="187" y="0"/>
                    <a:pt x="104" y="7"/>
                    <a:pt x="100" y="7"/>
                  </a:cubicBezTo>
                  <a:cubicBezTo>
                    <a:pt x="50" y="32"/>
                    <a:pt x="0" y="58"/>
                    <a:pt x="0" y="133"/>
                  </a:cubicBezTo>
                  <a:cubicBezTo>
                    <a:pt x="0" y="183"/>
                    <a:pt x="50" y="208"/>
                    <a:pt x="125" y="208"/>
                  </a:cubicBezTo>
                  <a:cubicBezTo>
                    <a:pt x="129" y="208"/>
                    <a:pt x="204" y="202"/>
                    <a:pt x="334" y="202"/>
                  </a:cubicBezTo>
                  <a:cubicBezTo>
                    <a:pt x="1124" y="202"/>
                    <a:pt x="3947" y="424"/>
                    <a:pt x="5088" y="3566"/>
                  </a:cubicBezTo>
                  <a:cubicBezTo>
                    <a:pt x="5113" y="3616"/>
                    <a:pt x="5138" y="3641"/>
                    <a:pt x="5188" y="3641"/>
                  </a:cubicBezTo>
                  <a:cubicBezTo>
                    <a:pt x="5213" y="3641"/>
                    <a:pt x="5213" y="3641"/>
                    <a:pt x="5213" y="3616"/>
                  </a:cubicBezTo>
                  <a:cubicBezTo>
                    <a:pt x="5288" y="3616"/>
                    <a:pt x="5313" y="3541"/>
                    <a:pt x="5288" y="3491"/>
                  </a:cubicBezTo>
                  <a:cubicBezTo>
                    <a:pt x="4090" y="238"/>
                    <a:pt x="1173" y="0"/>
                    <a:pt x="33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2"/>
            <p:cNvSpPr/>
            <p:nvPr/>
          </p:nvSpPr>
          <p:spPr>
            <a:xfrm>
              <a:off x="5094633" y="3785311"/>
              <a:ext cx="473600" cy="411120"/>
            </a:xfrm>
            <a:custGeom>
              <a:rect b="b" l="l" r="r" t="t"/>
              <a:pathLst>
                <a:path extrusionOk="0" h="10074" w="11605">
                  <a:moveTo>
                    <a:pt x="9066" y="0"/>
                  </a:moveTo>
                  <a:cubicBezTo>
                    <a:pt x="4658" y="0"/>
                    <a:pt x="1" y="5487"/>
                    <a:pt x="1" y="5487"/>
                  </a:cubicBezTo>
                  <a:cubicBezTo>
                    <a:pt x="1" y="5487"/>
                    <a:pt x="1254" y="7542"/>
                    <a:pt x="3159" y="10074"/>
                  </a:cubicBezTo>
                  <a:cubicBezTo>
                    <a:pt x="5941" y="7116"/>
                    <a:pt x="8873" y="4309"/>
                    <a:pt x="11605" y="1327"/>
                  </a:cubicBezTo>
                  <a:lnTo>
                    <a:pt x="11053" y="425"/>
                  </a:lnTo>
                  <a:cubicBezTo>
                    <a:pt x="10409" y="129"/>
                    <a:pt x="9740" y="0"/>
                    <a:pt x="9066"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2"/>
            <p:cNvSpPr/>
            <p:nvPr/>
          </p:nvSpPr>
          <p:spPr>
            <a:xfrm>
              <a:off x="3938853" y="3318812"/>
              <a:ext cx="1691779" cy="1383908"/>
            </a:xfrm>
            <a:custGeom>
              <a:rect b="b" l="l" r="r" t="t"/>
              <a:pathLst>
                <a:path extrusionOk="0" h="33911" w="41455">
                  <a:moveTo>
                    <a:pt x="17044" y="1"/>
                  </a:moveTo>
                  <a:cubicBezTo>
                    <a:pt x="17044" y="1"/>
                    <a:pt x="13585" y="76"/>
                    <a:pt x="9675" y="1179"/>
                  </a:cubicBezTo>
                  <a:cubicBezTo>
                    <a:pt x="5740" y="2307"/>
                    <a:pt x="1" y="11254"/>
                    <a:pt x="1" y="11254"/>
                  </a:cubicBezTo>
                  <a:cubicBezTo>
                    <a:pt x="4095" y="18102"/>
                    <a:pt x="9113" y="18197"/>
                    <a:pt x="9388" y="18197"/>
                  </a:cubicBezTo>
                  <a:cubicBezTo>
                    <a:pt x="9395" y="18197"/>
                    <a:pt x="9399" y="18196"/>
                    <a:pt x="9399" y="18196"/>
                  </a:cubicBezTo>
                  <a:lnTo>
                    <a:pt x="9399" y="18196"/>
                  </a:lnTo>
                  <a:cubicBezTo>
                    <a:pt x="9399" y="18197"/>
                    <a:pt x="6367" y="33109"/>
                    <a:pt x="8347" y="33911"/>
                  </a:cubicBezTo>
                  <a:cubicBezTo>
                    <a:pt x="15064" y="33811"/>
                    <a:pt x="40527" y="33635"/>
                    <a:pt x="40527" y="33635"/>
                  </a:cubicBezTo>
                  <a:cubicBezTo>
                    <a:pt x="40527" y="33635"/>
                    <a:pt x="40227" y="24237"/>
                    <a:pt x="39675" y="16417"/>
                  </a:cubicBezTo>
                  <a:cubicBezTo>
                    <a:pt x="39826" y="16317"/>
                    <a:pt x="39976" y="16217"/>
                    <a:pt x="40126" y="16091"/>
                  </a:cubicBezTo>
                  <a:cubicBezTo>
                    <a:pt x="40552" y="15765"/>
                    <a:pt x="41004" y="15389"/>
                    <a:pt x="41455" y="14988"/>
                  </a:cubicBezTo>
                  <a:cubicBezTo>
                    <a:pt x="41455" y="14988"/>
                    <a:pt x="40803" y="2131"/>
                    <a:pt x="29675" y="1129"/>
                  </a:cubicBezTo>
                  <a:cubicBezTo>
                    <a:pt x="28708" y="950"/>
                    <a:pt x="27997" y="924"/>
                    <a:pt x="27670" y="924"/>
                  </a:cubicBezTo>
                  <a:cubicBezTo>
                    <a:pt x="27539" y="924"/>
                    <a:pt x="27470" y="928"/>
                    <a:pt x="27470" y="928"/>
                  </a:cubicBezTo>
                  <a:lnTo>
                    <a:pt x="1704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2"/>
            <p:cNvSpPr/>
            <p:nvPr/>
          </p:nvSpPr>
          <p:spPr>
            <a:xfrm>
              <a:off x="4672209" y="3321913"/>
              <a:ext cx="932876" cy="656674"/>
            </a:xfrm>
            <a:custGeom>
              <a:rect b="b" l="l" r="r" t="t"/>
              <a:pathLst>
                <a:path extrusionOk="0" h="16091" w="22859">
                  <a:moveTo>
                    <a:pt x="1" y="0"/>
                  </a:moveTo>
                  <a:lnTo>
                    <a:pt x="1" y="0"/>
                  </a:lnTo>
                  <a:cubicBezTo>
                    <a:pt x="1354" y="1353"/>
                    <a:pt x="2557" y="2907"/>
                    <a:pt x="3760" y="4511"/>
                  </a:cubicBezTo>
                  <a:lnTo>
                    <a:pt x="4036" y="4912"/>
                  </a:lnTo>
                  <a:cubicBezTo>
                    <a:pt x="5740" y="7218"/>
                    <a:pt x="7520" y="9624"/>
                    <a:pt x="9825" y="11429"/>
                  </a:cubicBezTo>
                  <a:cubicBezTo>
                    <a:pt x="12084" y="13215"/>
                    <a:pt x="14612" y="14177"/>
                    <a:pt x="16982" y="14177"/>
                  </a:cubicBezTo>
                  <a:cubicBezTo>
                    <a:pt x="17504" y="14177"/>
                    <a:pt x="18019" y="14130"/>
                    <a:pt x="18522" y="14035"/>
                  </a:cubicBezTo>
                  <a:cubicBezTo>
                    <a:pt x="18572" y="14010"/>
                    <a:pt x="18648" y="14010"/>
                    <a:pt x="18698" y="13985"/>
                  </a:cubicBezTo>
                  <a:cubicBezTo>
                    <a:pt x="19725" y="14812"/>
                    <a:pt x="20853" y="15514"/>
                    <a:pt x="22056" y="16090"/>
                  </a:cubicBezTo>
                  <a:cubicBezTo>
                    <a:pt x="22081" y="16065"/>
                    <a:pt x="22106" y="16040"/>
                    <a:pt x="22156" y="16015"/>
                  </a:cubicBezTo>
                  <a:cubicBezTo>
                    <a:pt x="22232" y="15965"/>
                    <a:pt x="22332" y="15865"/>
                    <a:pt x="22432" y="15790"/>
                  </a:cubicBezTo>
                  <a:cubicBezTo>
                    <a:pt x="21279" y="15288"/>
                    <a:pt x="20201" y="14637"/>
                    <a:pt x="19199" y="13860"/>
                  </a:cubicBezTo>
                  <a:cubicBezTo>
                    <a:pt x="20678" y="13409"/>
                    <a:pt x="21956" y="12506"/>
                    <a:pt x="22858" y="11379"/>
                  </a:cubicBezTo>
                  <a:cubicBezTo>
                    <a:pt x="22808" y="11203"/>
                    <a:pt x="22758" y="11028"/>
                    <a:pt x="22708" y="10852"/>
                  </a:cubicBezTo>
                  <a:cubicBezTo>
                    <a:pt x="21831" y="12130"/>
                    <a:pt x="20427" y="13133"/>
                    <a:pt x="18798" y="13534"/>
                  </a:cubicBezTo>
                  <a:cubicBezTo>
                    <a:pt x="17044" y="12080"/>
                    <a:pt x="15966" y="10501"/>
                    <a:pt x="15590" y="8822"/>
                  </a:cubicBezTo>
                  <a:cubicBezTo>
                    <a:pt x="15189" y="7093"/>
                    <a:pt x="15715" y="4787"/>
                    <a:pt x="17445" y="3734"/>
                  </a:cubicBezTo>
                  <a:cubicBezTo>
                    <a:pt x="17620" y="3634"/>
                    <a:pt x="17820" y="3534"/>
                    <a:pt x="18021" y="3484"/>
                  </a:cubicBezTo>
                  <a:cubicBezTo>
                    <a:pt x="17871" y="3384"/>
                    <a:pt x="17745" y="3283"/>
                    <a:pt x="17620" y="3183"/>
                  </a:cubicBezTo>
                  <a:cubicBezTo>
                    <a:pt x="17495" y="3233"/>
                    <a:pt x="17344" y="3308"/>
                    <a:pt x="17219" y="3384"/>
                  </a:cubicBezTo>
                  <a:cubicBezTo>
                    <a:pt x="15540" y="4411"/>
                    <a:pt x="14688" y="6742"/>
                    <a:pt x="15189" y="8922"/>
                  </a:cubicBezTo>
                  <a:cubicBezTo>
                    <a:pt x="15565" y="10602"/>
                    <a:pt x="16617" y="12181"/>
                    <a:pt x="18297" y="13634"/>
                  </a:cubicBezTo>
                  <a:cubicBezTo>
                    <a:pt x="17859" y="13709"/>
                    <a:pt x="17413" y="13746"/>
                    <a:pt x="16959" y="13746"/>
                  </a:cubicBezTo>
                  <a:cubicBezTo>
                    <a:pt x="14684" y="13746"/>
                    <a:pt x="12250" y="12817"/>
                    <a:pt x="10076" y="11103"/>
                  </a:cubicBezTo>
                  <a:cubicBezTo>
                    <a:pt x="7820" y="9323"/>
                    <a:pt x="6066" y="6942"/>
                    <a:pt x="4362" y="4662"/>
                  </a:cubicBezTo>
                  <a:lnTo>
                    <a:pt x="4086" y="4286"/>
                  </a:lnTo>
                  <a:cubicBezTo>
                    <a:pt x="2983" y="2782"/>
                    <a:pt x="1855" y="1353"/>
                    <a:pt x="627" y="50"/>
                  </a:cubicBezTo>
                  <a:lnTo>
                    <a:pt x="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2"/>
            <p:cNvSpPr/>
            <p:nvPr/>
          </p:nvSpPr>
          <p:spPr>
            <a:xfrm>
              <a:off x="4060589" y="3475318"/>
              <a:ext cx="1519928" cy="1008497"/>
            </a:xfrm>
            <a:custGeom>
              <a:rect b="b" l="l" r="r" t="t"/>
              <a:pathLst>
                <a:path extrusionOk="0" h="24712" w="37244">
                  <a:moveTo>
                    <a:pt x="3309" y="4838"/>
                  </a:moveTo>
                  <a:cubicBezTo>
                    <a:pt x="4086" y="4838"/>
                    <a:pt x="4862" y="5088"/>
                    <a:pt x="5514" y="5464"/>
                  </a:cubicBezTo>
                  <a:cubicBezTo>
                    <a:pt x="5614" y="6642"/>
                    <a:pt x="5339" y="7720"/>
                    <a:pt x="4762" y="8497"/>
                  </a:cubicBezTo>
                  <a:cubicBezTo>
                    <a:pt x="4286" y="9098"/>
                    <a:pt x="3559" y="9499"/>
                    <a:pt x="2782" y="9574"/>
                  </a:cubicBezTo>
                  <a:cubicBezTo>
                    <a:pt x="2686" y="9586"/>
                    <a:pt x="2591" y="9592"/>
                    <a:pt x="2498" y="9592"/>
                  </a:cubicBezTo>
                  <a:cubicBezTo>
                    <a:pt x="1982" y="9592"/>
                    <a:pt x="1514" y="9420"/>
                    <a:pt x="1153" y="9123"/>
                  </a:cubicBezTo>
                  <a:cubicBezTo>
                    <a:pt x="677" y="8722"/>
                    <a:pt x="426" y="8071"/>
                    <a:pt x="476" y="7369"/>
                  </a:cubicBezTo>
                  <a:cubicBezTo>
                    <a:pt x="552" y="6492"/>
                    <a:pt x="1003" y="5715"/>
                    <a:pt x="1654" y="5289"/>
                  </a:cubicBezTo>
                  <a:cubicBezTo>
                    <a:pt x="2156" y="4963"/>
                    <a:pt x="2732" y="4838"/>
                    <a:pt x="3309" y="4838"/>
                  </a:cubicBezTo>
                  <a:close/>
                  <a:moveTo>
                    <a:pt x="21855" y="18121"/>
                  </a:moveTo>
                  <a:cubicBezTo>
                    <a:pt x="22406" y="18121"/>
                    <a:pt x="22983" y="18372"/>
                    <a:pt x="23434" y="18848"/>
                  </a:cubicBezTo>
                  <a:cubicBezTo>
                    <a:pt x="24061" y="19524"/>
                    <a:pt x="24336" y="20427"/>
                    <a:pt x="24186" y="21229"/>
                  </a:cubicBezTo>
                  <a:cubicBezTo>
                    <a:pt x="23935" y="22457"/>
                    <a:pt x="22958" y="23334"/>
                    <a:pt x="21880" y="23760"/>
                  </a:cubicBezTo>
                  <a:cubicBezTo>
                    <a:pt x="20903" y="23309"/>
                    <a:pt x="20151" y="22607"/>
                    <a:pt x="19825" y="21730"/>
                  </a:cubicBezTo>
                  <a:cubicBezTo>
                    <a:pt x="19524" y="20978"/>
                    <a:pt x="19599" y="20026"/>
                    <a:pt x="20051" y="19274"/>
                  </a:cubicBezTo>
                  <a:cubicBezTo>
                    <a:pt x="20401" y="18622"/>
                    <a:pt x="20953" y="18221"/>
                    <a:pt x="21579" y="18146"/>
                  </a:cubicBezTo>
                  <a:cubicBezTo>
                    <a:pt x="21680" y="18121"/>
                    <a:pt x="21755" y="18121"/>
                    <a:pt x="21855" y="18121"/>
                  </a:cubicBezTo>
                  <a:close/>
                  <a:moveTo>
                    <a:pt x="2908" y="1"/>
                  </a:moveTo>
                  <a:cubicBezTo>
                    <a:pt x="2807" y="76"/>
                    <a:pt x="2707" y="176"/>
                    <a:pt x="2607" y="276"/>
                  </a:cubicBezTo>
                  <a:cubicBezTo>
                    <a:pt x="3910" y="1354"/>
                    <a:pt x="4913" y="2782"/>
                    <a:pt x="5339" y="4437"/>
                  </a:cubicBezTo>
                  <a:cubicBezTo>
                    <a:pt x="5364" y="4612"/>
                    <a:pt x="5414" y="4788"/>
                    <a:pt x="5439" y="4938"/>
                  </a:cubicBezTo>
                  <a:cubicBezTo>
                    <a:pt x="4769" y="4584"/>
                    <a:pt x="4042" y="4402"/>
                    <a:pt x="3340" y="4402"/>
                  </a:cubicBezTo>
                  <a:cubicBezTo>
                    <a:pt x="2651" y="4402"/>
                    <a:pt x="1988" y="4578"/>
                    <a:pt x="1429" y="4938"/>
                  </a:cubicBezTo>
                  <a:cubicBezTo>
                    <a:pt x="652" y="5439"/>
                    <a:pt x="151" y="6341"/>
                    <a:pt x="75" y="7319"/>
                  </a:cubicBezTo>
                  <a:cubicBezTo>
                    <a:pt x="0" y="8171"/>
                    <a:pt x="301" y="8948"/>
                    <a:pt x="877" y="9449"/>
                  </a:cubicBezTo>
                  <a:cubicBezTo>
                    <a:pt x="1331" y="9816"/>
                    <a:pt x="1896" y="10016"/>
                    <a:pt x="2525" y="10016"/>
                  </a:cubicBezTo>
                  <a:cubicBezTo>
                    <a:pt x="2626" y="10016"/>
                    <a:pt x="2729" y="10011"/>
                    <a:pt x="2832" y="10001"/>
                  </a:cubicBezTo>
                  <a:cubicBezTo>
                    <a:pt x="3710" y="9900"/>
                    <a:pt x="4562" y="9424"/>
                    <a:pt x="5088" y="8747"/>
                  </a:cubicBezTo>
                  <a:cubicBezTo>
                    <a:pt x="5690" y="7970"/>
                    <a:pt x="5965" y="6918"/>
                    <a:pt x="5940" y="5765"/>
                  </a:cubicBezTo>
                  <a:lnTo>
                    <a:pt x="5940" y="5765"/>
                  </a:lnTo>
                  <a:lnTo>
                    <a:pt x="5965" y="5790"/>
                  </a:lnTo>
                  <a:cubicBezTo>
                    <a:pt x="7018" y="6642"/>
                    <a:pt x="7795" y="7970"/>
                    <a:pt x="8321" y="9825"/>
                  </a:cubicBezTo>
                  <a:cubicBezTo>
                    <a:pt x="8522" y="10552"/>
                    <a:pt x="8697" y="11329"/>
                    <a:pt x="8847" y="12081"/>
                  </a:cubicBezTo>
                  <a:cubicBezTo>
                    <a:pt x="9023" y="12908"/>
                    <a:pt x="9198" y="13760"/>
                    <a:pt x="9449" y="14562"/>
                  </a:cubicBezTo>
                  <a:cubicBezTo>
                    <a:pt x="10451" y="17971"/>
                    <a:pt x="12732" y="21028"/>
                    <a:pt x="15690" y="22958"/>
                  </a:cubicBezTo>
                  <a:cubicBezTo>
                    <a:pt x="17275" y="23977"/>
                    <a:pt x="18798" y="24505"/>
                    <a:pt x="20205" y="24505"/>
                  </a:cubicBezTo>
                  <a:cubicBezTo>
                    <a:pt x="20356" y="24505"/>
                    <a:pt x="20504" y="24499"/>
                    <a:pt x="20652" y="24487"/>
                  </a:cubicBezTo>
                  <a:cubicBezTo>
                    <a:pt x="21053" y="24437"/>
                    <a:pt x="21454" y="24362"/>
                    <a:pt x="21855" y="24211"/>
                  </a:cubicBezTo>
                  <a:cubicBezTo>
                    <a:pt x="22356" y="24437"/>
                    <a:pt x="22933" y="24587"/>
                    <a:pt x="23534" y="24662"/>
                  </a:cubicBezTo>
                  <a:cubicBezTo>
                    <a:pt x="23823" y="24696"/>
                    <a:pt x="24112" y="24712"/>
                    <a:pt x="24401" y="24712"/>
                  </a:cubicBezTo>
                  <a:cubicBezTo>
                    <a:pt x="25818" y="24712"/>
                    <a:pt x="27227" y="24344"/>
                    <a:pt x="28497" y="24011"/>
                  </a:cubicBezTo>
                  <a:lnTo>
                    <a:pt x="28622" y="23986"/>
                  </a:lnTo>
                  <a:cubicBezTo>
                    <a:pt x="31429" y="23259"/>
                    <a:pt x="34336" y="22507"/>
                    <a:pt x="37244" y="22482"/>
                  </a:cubicBezTo>
                  <a:cubicBezTo>
                    <a:pt x="37244" y="22331"/>
                    <a:pt x="37244" y="22206"/>
                    <a:pt x="37244" y="22056"/>
                  </a:cubicBezTo>
                  <a:cubicBezTo>
                    <a:pt x="34286" y="22081"/>
                    <a:pt x="31354" y="22833"/>
                    <a:pt x="28522" y="23585"/>
                  </a:cubicBezTo>
                  <a:lnTo>
                    <a:pt x="28396" y="23610"/>
                  </a:lnTo>
                  <a:cubicBezTo>
                    <a:pt x="27169" y="23922"/>
                    <a:pt x="25786" y="24286"/>
                    <a:pt x="24420" y="24286"/>
                  </a:cubicBezTo>
                  <a:cubicBezTo>
                    <a:pt x="24140" y="24286"/>
                    <a:pt x="23861" y="24270"/>
                    <a:pt x="23584" y="24236"/>
                  </a:cubicBezTo>
                  <a:cubicBezTo>
                    <a:pt x="23158" y="24186"/>
                    <a:pt x="22782" y="24111"/>
                    <a:pt x="22406" y="23986"/>
                  </a:cubicBezTo>
                  <a:cubicBezTo>
                    <a:pt x="23459" y="23459"/>
                    <a:pt x="24336" y="22557"/>
                    <a:pt x="24587" y="21329"/>
                  </a:cubicBezTo>
                  <a:cubicBezTo>
                    <a:pt x="24787" y="20377"/>
                    <a:pt x="24462" y="19324"/>
                    <a:pt x="23735" y="18572"/>
                  </a:cubicBezTo>
                  <a:cubicBezTo>
                    <a:pt x="23187" y="18003"/>
                    <a:pt x="22505" y="17701"/>
                    <a:pt x="21824" y="17701"/>
                  </a:cubicBezTo>
                  <a:cubicBezTo>
                    <a:pt x="21725" y="17701"/>
                    <a:pt x="21627" y="17707"/>
                    <a:pt x="21529" y="17720"/>
                  </a:cubicBezTo>
                  <a:cubicBezTo>
                    <a:pt x="20752" y="17845"/>
                    <a:pt x="20101" y="18321"/>
                    <a:pt x="19675" y="19048"/>
                  </a:cubicBezTo>
                  <a:cubicBezTo>
                    <a:pt x="19173" y="19925"/>
                    <a:pt x="19073" y="21003"/>
                    <a:pt x="19424" y="21880"/>
                  </a:cubicBezTo>
                  <a:cubicBezTo>
                    <a:pt x="19775" y="22732"/>
                    <a:pt x="20426" y="23459"/>
                    <a:pt x="21304" y="23935"/>
                  </a:cubicBezTo>
                  <a:cubicBezTo>
                    <a:pt x="21078" y="24011"/>
                    <a:pt x="20853" y="24036"/>
                    <a:pt x="20627" y="24061"/>
                  </a:cubicBezTo>
                  <a:cubicBezTo>
                    <a:pt x="20481" y="24073"/>
                    <a:pt x="20334" y="24080"/>
                    <a:pt x="20185" y="24080"/>
                  </a:cubicBezTo>
                  <a:cubicBezTo>
                    <a:pt x="18855" y="24080"/>
                    <a:pt x="17426" y="23577"/>
                    <a:pt x="15915" y="22607"/>
                  </a:cubicBezTo>
                  <a:cubicBezTo>
                    <a:pt x="13033" y="20727"/>
                    <a:pt x="10827" y="17745"/>
                    <a:pt x="9850" y="14462"/>
                  </a:cubicBezTo>
                  <a:cubicBezTo>
                    <a:pt x="9599" y="13660"/>
                    <a:pt x="9424" y="12808"/>
                    <a:pt x="9248" y="12006"/>
                  </a:cubicBezTo>
                  <a:cubicBezTo>
                    <a:pt x="9098" y="11254"/>
                    <a:pt x="8948" y="10452"/>
                    <a:pt x="8722" y="9700"/>
                  </a:cubicBezTo>
                  <a:cubicBezTo>
                    <a:pt x="8171" y="7770"/>
                    <a:pt x="7344" y="6366"/>
                    <a:pt x="6216" y="5464"/>
                  </a:cubicBezTo>
                  <a:cubicBezTo>
                    <a:pt x="6116" y="5364"/>
                    <a:pt x="6015" y="5289"/>
                    <a:pt x="5890" y="5214"/>
                  </a:cubicBezTo>
                  <a:cubicBezTo>
                    <a:pt x="5865" y="4938"/>
                    <a:pt x="5815" y="4637"/>
                    <a:pt x="5740" y="4336"/>
                  </a:cubicBezTo>
                  <a:cubicBezTo>
                    <a:pt x="5314" y="2607"/>
                    <a:pt x="4261" y="1103"/>
                    <a:pt x="290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2"/>
            <p:cNvSpPr/>
            <p:nvPr/>
          </p:nvSpPr>
          <p:spPr>
            <a:xfrm>
              <a:off x="4289697" y="3378149"/>
              <a:ext cx="1285719" cy="910349"/>
            </a:xfrm>
            <a:custGeom>
              <a:rect b="b" l="l" r="r" t="t"/>
              <a:pathLst>
                <a:path extrusionOk="0" h="22307" w="31505">
                  <a:moveTo>
                    <a:pt x="376" y="1"/>
                  </a:moveTo>
                  <a:cubicBezTo>
                    <a:pt x="251" y="76"/>
                    <a:pt x="126" y="126"/>
                    <a:pt x="0" y="201"/>
                  </a:cubicBezTo>
                  <a:cubicBezTo>
                    <a:pt x="376" y="777"/>
                    <a:pt x="677" y="1404"/>
                    <a:pt x="953" y="1981"/>
                  </a:cubicBezTo>
                  <a:cubicBezTo>
                    <a:pt x="1078" y="2256"/>
                    <a:pt x="1178" y="2532"/>
                    <a:pt x="1304" y="2808"/>
                  </a:cubicBezTo>
                  <a:cubicBezTo>
                    <a:pt x="2231" y="4888"/>
                    <a:pt x="3158" y="7043"/>
                    <a:pt x="5113" y="8196"/>
                  </a:cubicBezTo>
                  <a:cubicBezTo>
                    <a:pt x="6416" y="8948"/>
                    <a:pt x="7920" y="9098"/>
                    <a:pt x="9399" y="9249"/>
                  </a:cubicBezTo>
                  <a:cubicBezTo>
                    <a:pt x="10978" y="9424"/>
                    <a:pt x="12482" y="9600"/>
                    <a:pt x="13710" y="10427"/>
                  </a:cubicBezTo>
                  <a:cubicBezTo>
                    <a:pt x="15013" y="11304"/>
                    <a:pt x="15715" y="12682"/>
                    <a:pt x="16467" y="14161"/>
                  </a:cubicBezTo>
                  <a:cubicBezTo>
                    <a:pt x="16792" y="14838"/>
                    <a:pt x="17143" y="15514"/>
                    <a:pt x="17569" y="16166"/>
                  </a:cubicBezTo>
                  <a:cubicBezTo>
                    <a:pt x="19374" y="18948"/>
                    <a:pt x="22582" y="20953"/>
                    <a:pt x="26592" y="21780"/>
                  </a:cubicBezTo>
                  <a:cubicBezTo>
                    <a:pt x="28221" y="22131"/>
                    <a:pt x="29875" y="22256"/>
                    <a:pt x="31504" y="22306"/>
                  </a:cubicBezTo>
                  <a:cubicBezTo>
                    <a:pt x="31504" y="22156"/>
                    <a:pt x="31504" y="22006"/>
                    <a:pt x="31479" y="21880"/>
                  </a:cubicBezTo>
                  <a:cubicBezTo>
                    <a:pt x="29875" y="21830"/>
                    <a:pt x="28271" y="21705"/>
                    <a:pt x="26692" y="21379"/>
                  </a:cubicBezTo>
                  <a:cubicBezTo>
                    <a:pt x="22782" y="20552"/>
                    <a:pt x="19675" y="18622"/>
                    <a:pt x="17920" y="15915"/>
                  </a:cubicBezTo>
                  <a:cubicBezTo>
                    <a:pt x="17519" y="15314"/>
                    <a:pt x="17168" y="14637"/>
                    <a:pt x="16843" y="13961"/>
                  </a:cubicBezTo>
                  <a:cubicBezTo>
                    <a:pt x="16091" y="12507"/>
                    <a:pt x="15339" y="11028"/>
                    <a:pt x="13960" y="10101"/>
                  </a:cubicBezTo>
                  <a:cubicBezTo>
                    <a:pt x="12632" y="9199"/>
                    <a:pt x="11003" y="9023"/>
                    <a:pt x="9449" y="8848"/>
                  </a:cubicBezTo>
                  <a:cubicBezTo>
                    <a:pt x="8020" y="8697"/>
                    <a:pt x="6542" y="8522"/>
                    <a:pt x="5339" y="7820"/>
                  </a:cubicBezTo>
                  <a:cubicBezTo>
                    <a:pt x="3484" y="6742"/>
                    <a:pt x="2582" y="4662"/>
                    <a:pt x="1680" y="2632"/>
                  </a:cubicBezTo>
                  <a:cubicBezTo>
                    <a:pt x="1579" y="2356"/>
                    <a:pt x="1454" y="2081"/>
                    <a:pt x="1329" y="1805"/>
                  </a:cubicBezTo>
                  <a:cubicBezTo>
                    <a:pt x="1053" y="1229"/>
                    <a:pt x="752" y="602"/>
                    <a:pt x="37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2"/>
            <p:cNvSpPr/>
            <p:nvPr/>
          </p:nvSpPr>
          <p:spPr>
            <a:xfrm>
              <a:off x="4977019" y="3349501"/>
              <a:ext cx="257797" cy="111534"/>
            </a:xfrm>
            <a:custGeom>
              <a:rect b="b" l="l" r="r" t="t"/>
              <a:pathLst>
                <a:path extrusionOk="0" h="2733" w="6317">
                  <a:moveTo>
                    <a:pt x="1" y="1"/>
                  </a:moveTo>
                  <a:cubicBezTo>
                    <a:pt x="452" y="1354"/>
                    <a:pt x="1579" y="2632"/>
                    <a:pt x="3133" y="2733"/>
                  </a:cubicBezTo>
                  <a:lnTo>
                    <a:pt x="3309" y="2733"/>
                  </a:lnTo>
                  <a:cubicBezTo>
                    <a:pt x="4587" y="2733"/>
                    <a:pt x="5690" y="1855"/>
                    <a:pt x="6316" y="753"/>
                  </a:cubicBezTo>
                  <a:cubicBezTo>
                    <a:pt x="6191" y="703"/>
                    <a:pt x="6041" y="677"/>
                    <a:pt x="5890" y="652"/>
                  </a:cubicBezTo>
                  <a:cubicBezTo>
                    <a:pt x="5314" y="1580"/>
                    <a:pt x="4361" y="2307"/>
                    <a:pt x="3284" y="2307"/>
                  </a:cubicBezTo>
                  <a:lnTo>
                    <a:pt x="3158" y="2307"/>
                  </a:lnTo>
                  <a:cubicBezTo>
                    <a:pt x="1880" y="2231"/>
                    <a:pt x="903" y="1179"/>
                    <a:pt x="452" y="26"/>
                  </a:cubicBezTo>
                  <a:lnTo>
                    <a:pt x="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2"/>
            <p:cNvSpPr/>
            <p:nvPr/>
          </p:nvSpPr>
          <p:spPr>
            <a:xfrm>
              <a:off x="4254927" y="4262869"/>
              <a:ext cx="436789" cy="435769"/>
            </a:xfrm>
            <a:custGeom>
              <a:rect b="b" l="l" r="r" t="t"/>
              <a:pathLst>
                <a:path extrusionOk="0" h="10678" w="10703">
                  <a:moveTo>
                    <a:pt x="3409" y="5690"/>
                  </a:moveTo>
                  <a:cubicBezTo>
                    <a:pt x="4186" y="5690"/>
                    <a:pt x="5013" y="5941"/>
                    <a:pt x="5915" y="6442"/>
                  </a:cubicBezTo>
                  <a:cubicBezTo>
                    <a:pt x="5940" y="7044"/>
                    <a:pt x="5840" y="7645"/>
                    <a:pt x="5639" y="8171"/>
                  </a:cubicBezTo>
                  <a:cubicBezTo>
                    <a:pt x="5163" y="9324"/>
                    <a:pt x="4111" y="10151"/>
                    <a:pt x="3008" y="10226"/>
                  </a:cubicBezTo>
                  <a:cubicBezTo>
                    <a:pt x="2977" y="10228"/>
                    <a:pt x="2947" y="10228"/>
                    <a:pt x="2916" y="10228"/>
                  </a:cubicBezTo>
                  <a:cubicBezTo>
                    <a:pt x="1769" y="10228"/>
                    <a:pt x="650" y="9321"/>
                    <a:pt x="577" y="8272"/>
                  </a:cubicBezTo>
                  <a:cubicBezTo>
                    <a:pt x="451" y="6943"/>
                    <a:pt x="1755" y="5866"/>
                    <a:pt x="2983" y="5715"/>
                  </a:cubicBezTo>
                  <a:cubicBezTo>
                    <a:pt x="3133" y="5715"/>
                    <a:pt x="3258" y="5690"/>
                    <a:pt x="3409" y="5690"/>
                  </a:cubicBezTo>
                  <a:close/>
                  <a:moveTo>
                    <a:pt x="777" y="1"/>
                  </a:moveTo>
                  <a:cubicBezTo>
                    <a:pt x="752" y="151"/>
                    <a:pt x="727" y="277"/>
                    <a:pt x="702" y="427"/>
                  </a:cubicBezTo>
                  <a:cubicBezTo>
                    <a:pt x="802" y="452"/>
                    <a:pt x="902" y="477"/>
                    <a:pt x="1028" y="502"/>
                  </a:cubicBezTo>
                  <a:cubicBezTo>
                    <a:pt x="3058" y="1079"/>
                    <a:pt x="4787" y="2658"/>
                    <a:pt x="5539" y="4637"/>
                  </a:cubicBezTo>
                  <a:cubicBezTo>
                    <a:pt x="5689" y="5064"/>
                    <a:pt x="5815" y="5515"/>
                    <a:pt x="5865" y="5941"/>
                  </a:cubicBezTo>
                  <a:cubicBezTo>
                    <a:pt x="5007" y="5502"/>
                    <a:pt x="4185" y="5289"/>
                    <a:pt x="3412" y="5289"/>
                  </a:cubicBezTo>
                  <a:cubicBezTo>
                    <a:pt x="3258" y="5289"/>
                    <a:pt x="3107" y="5298"/>
                    <a:pt x="2958" y="5314"/>
                  </a:cubicBezTo>
                  <a:cubicBezTo>
                    <a:pt x="1504" y="5465"/>
                    <a:pt x="0" y="6743"/>
                    <a:pt x="151" y="8322"/>
                  </a:cubicBezTo>
                  <a:cubicBezTo>
                    <a:pt x="271" y="9570"/>
                    <a:pt x="1494" y="10634"/>
                    <a:pt x="2852" y="10634"/>
                  </a:cubicBezTo>
                  <a:cubicBezTo>
                    <a:pt x="2912" y="10634"/>
                    <a:pt x="2972" y="10632"/>
                    <a:pt x="3033" y="10627"/>
                  </a:cubicBezTo>
                  <a:cubicBezTo>
                    <a:pt x="4311" y="10552"/>
                    <a:pt x="5514" y="9625"/>
                    <a:pt x="6015" y="8322"/>
                  </a:cubicBezTo>
                  <a:cubicBezTo>
                    <a:pt x="6216" y="7820"/>
                    <a:pt x="6316" y="7269"/>
                    <a:pt x="6316" y="6693"/>
                  </a:cubicBezTo>
                  <a:cubicBezTo>
                    <a:pt x="6466" y="6793"/>
                    <a:pt x="6617" y="6868"/>
                    <a:pt x="6767" y="6993"/>
                  </a:cubicBezTo>
                  <a:cubicBezTo>
                    <a:pt x="8146" y="7971"/>
                    <a:pt x="9324" y="9249"/>
                    <a:pt x="10201" y="10678"/>
                  </a:cubicBezTo>
                  <a:lnTo>
                    <a:pt x="10702" y="10678"/>
                  </a:lnTo>
                  <a:cubicBezTo>
                    <a:pt x="9750" y="9099"/>
                    <a:pt x="8496" y="7695"/>
                    <a:pt x="7018" y="6643"/>
                  </a:cubicBezTo>
                  <a:cubicBezTo>
                    <a:pt x="6767" y="6467"/>
                    <a:pt x="6542" y="6317"/>
                    <a:pt x="6316" y="6191"/>
                  </a:cubicBezTo>
                  <a:cubicBezTo>
                    <a:pt x="6266" y="5640"/>
                    <a:pt x="6141" y="5064"/>
                    <a:pt x="5915" y="4487"/>
                  </a:cubicBezTo>
                  <a:cubicBezTo>
                    <a:pt x="5113" y="2382"/>
                    <a:pt x="3283" y="703"/>
                    <a:pt x="1128" y="101"/>
                  </a:cubicBezTo>
                  <a:cubicBezTo>
                    <a:pt x="1003" y="51"/>
                    <a:pt x="902" y="26"/>
                    <a:pt x="77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2"/>
            <p:cNvSpPr/>
            <p:nvPr/>
          </p:nvSpPr>
          <p:spPr>
            <a:xfrm>
              <a:off x="5276687" y="4560538"/>
              <a:ext cx="312033" cy="133000"/>
            </a:xfrm>
            <a:custGeom>
              <a:rect b="b" l="l" r="r" t="t"/>
              <a:pathLst>
                <a:path extrusionOk="0" h="3259" w="7646">
                  <a:moveTo>
                    <a:pt x="7620" y="0"/>
                  </a:moveTo>
                  <a:cubicBezTo>
                    <a:pt x="5715" y="125"/>
                    <a:pt x="3560" y="602"/>
                    <a:pt x="1630" y="1880"/>
                  </a:cubicBezTo>
                  <a:cubicBezTo>
                    <a:pt x="1029" y="2281"/>
                    <a:pt x="502" y="2757"/>
                    <a:pt x="1" y="3258"/>
                  </a:cubicBezTo>
                  <a:lnTo>
                    <a:pt x="602" y="3258"/>
                  </a:lnTo>
                  <a:cubicBezTo>
                    <a:pt x="978" y="2882"/>
                    <a:pt x="1404" y="2531"/>
                    <a:pt x="1856" y="2231"/>
                  </a:cubicBezTo>
                  <a:cubicBezTo>
                    <a:pt x="3710" y="1003"/>
                    <a:pt x="5816" y="526"/>
                    <a:pt x="7645" y="401"/>
                  </a:cubicBezTo>
                  <a:cubicBezTo>
                    <a:pt x="7645" y="276"/>
                    <a:pt x="7645" y="125"/>
                    <a:pt x="762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2"/>
            <p:cNvSpPr/>
            <p:nvPr/>
          </p:nvSpPr>
          <p:spPr>
            <a:xfrm>
              <a:off x="4593446" y="3132677"/>
              <a:ext cx="472580" cy="310687"/>
            </a:xfrm>
            <a:custGeom>
              <a:rect b="b" l="l" r="r" t="t"/>
              <a:pathLst>
                <a:path extrusionOk="0" h="7613" w="11580">
                  <a:moveTo>
                    <a:pt x="4663" y="0"/>
                  </a:moveTo>
                  <a:lnTo>
                    <a:pt x="1" y="76"/>
                  </a:lnTo>
                  <a:lnTo>
                    <a:pt x="828" y="3610"/>
                  </a:lnTo>
                  <a:lnTo>
                    <a:pt x="1405" y="6316"/>
                  </a:lnTo>
                  <a:cubicBezTo>
                    <a:pt x="3229" y="7133"/>
                    <a:pt x="4897" y="7612"/>
                    <a:pt x="6592" y="7612"/>
                  </a:cubicBezTo>
                  <a:cubicBezTo>
                    <a:pt x="7342" y="7612"/>
                    <a:pt x="8097" y="7519"/>
                    <a:pt x="8873" y="7319"/>
                  </a:cubicBezTo>
                  <a:cubicBezTo>
                    <a:pt x="9750" y="7118"/>
                    <a:pt x="11079" y="6417"/>
                    <a:pt x="11580" y="6166"/>
                  </a:cubicBezTo>
                  <a:lnTo>
                    <a:pt x="11054" y="3334"/>
                  </a:lnTo>
                  <a:lnTo>
                    <a:pt x="11004" y="2306"/>
                  </a:lnTo>
                  <a:cubicBezTo>
                    <a:pt x="10634" y="2335"/>
                    <a:pt x="10268" y="2348"/>
                    <a:pt x="9907" y="2348"/>
                  </a:cubicBezTo>
                  <a:cubicBezTo>
                    <a:pt x="5829" y="2348"/>
                    <a:pt x="2382" y="677"/>
                    <a:pt x="2382" y="677"/>
                  </a:cubicBezTo>
                  <a:lnTo>
                    <a:pt x="4663" y="0"/>
                  </a:lnTo>
                  <a:close/>
                </a:path>
              </a:pathLst>
            </a:custGeom>
            <a:solidFill>
              <a:srgbClr val="FF93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2"/>
            <p:cNvSpPr/>
            <p:nvPr/>
          </p:nvSpPr>
          <p:spPr>
            <a:xfrm>
              <a:off x="4697797" y="3128596"/>
              <a:ext cx="346763" cy="135938"/>
            </a:xfrm>
            <a:custGeom>
              <a:rect b="b" l="l" r="r" t="t"/>
              <a:pathLst>
                <a:path extrusionOk="0" h="3331" w="8497">
                  <a:moveTo>
                    <a:pt x="8271" y="0"/>
                  </a:moveTo>
                  <a:lnTo>
                    <a:pt x="2106" y="100"/>
                  </a:lnTo>
                  <a:lnTo>
                    <a:pt x="0" y="1905"/>
                  </a:lnTo>
                  <a:cubicBezTo>
                    <a:pt x="0" y="1905"/>
                    <a:pt x="3285" y="3330"/>
                    <a:pt x="7266" y="3330"/>
                  </a:cubicBezTo>
                  <a:cubicBezTo>
                    <a:pt x="7670" y="3330"/>
                    <a:pt x="8081" y="3316"/>
                    <a:pt x="8497" y="3283"/>
                  </a:cubicBezTo>
                  <a:lnTo>
                    <a:pt x="827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2"/>
            <p:cNvSpPr/>
            <p:nvPr/>
          </p:nvSpPr>
          <p:spPr>
            <a:xfrm>
              <a:off x="4220157" y="2017789"/>
              <a:ext cx="1160922" cy="1194713"/>
            </a:xfrm>
            <a:custGeom>
              <a:rect b="b" l="l" r="r" t="t"/>
              <a:pathLst>
                <a:path extrusionOk="0" h="29275" w="28447">
                  <a:moveTo>
                    <a:pt x="14181" y="1"/>
                  </a:moveTo>
                  <a:cubicBezTo>
                    <a:pt x="14166" y="1"/>
                    <a:pt x="14151" y="1"/>
                    <a:pt x="14135" y="1"/>
                  </a:cubicBezTo>
                  <a:cubicBezTo>
                    <a:pt x="6316" y="51"/>
                    <a:pt x="0" y="6643"/>
                    <a:pt x="50" y="14738"/>
                  </a:cubicBezTo>
                  <a:cubicBezTo>
                    <a:pt x="100" y="22777"/>
                    <a:pt x="6443" y="29275"/>
                    <a:pt x="14221" y="29275"/>
                  </a:cubicBezTo>
                  <a:cubicBezTo>
                    <a:pt x="14251" y="29275"/>
                    <a:pt x="14281" y="29275"/>
                    <a:pt x="14311" y="29274"/>
                  </a:cubicBezTo>
                  <a:cubicBezTo>
                    <a:pt x="22131" y="29224"/>
                    <a:pt x="28446" y="22633"/>
                    <a:pt x="28396" y="14563"/>
                  </a:cubicBezTo>
                  <a:cubicBezTo>
                    <a:pt x="28346" y="6483"/>
                    <a:pt x="21980" y="1"/>
                    <a:pt x="14181" y="1"/>
                  </a:cubicBezTo>
                  <a:close/>
                </a:path>
              </a:pathLst>
            </a:custGeom>
            <a:solidFill>
              <a:srgbClr val="FF93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2"/>
            <p:cNvSpPr/>
            <p:nvPr/>
          </p:nvSpPr>
          <p:spPr>
            <a:xfrm>
              <a:off x="4221177" y="1958982"/>
              <a:ext cx="1270374" cy="681486"/>
            </a:xfrm>
            <a:custGeom>
              <a:rect b="b" l="l" r="r" t="t"/>
              <a:pathLst>
                <a:path extrusionOk="0" h="16699" w="31129">
                  <a:moveTo>
                    <a:pt x="11172" y="0"/>
                  </a:moveTo>
                  <a:cubicBezTo>
                    <a:pt x="2211" y="0"/>
                    <a:pt x="0" y="12219"/>
                    <a:pt x="0" y="12219"/>
                  </a:cubicBezTo>
                  <a:cubicBezTo>
                    <a:pt x="475" y="12340"/>
                    <a:pt x="929" y="12395"/>
                    <a:pt x="1362" y="12395"/>
                  </a:cubicBezTo>
                  <a:cubicBezTo>
                    <a:pt x="6146" y="12395"/>
                    <a:pt x="8421" y="5653"/>
                    <a:pt x="8421" y="5653"/>
                  </a:cubicBezTo>
                  <a:cubicBezTo>
                    <a:pt x="12590" y="15513"/>
                    <a:pt x="21111" y="16699"/>
                    <a:pt x="24968" y="16699"/>
                  </a:cubicBezTo>
                  <a:cubicBezTo>
                    <a:pt x="26189" y="16699"/>
                    <a:pt x="26943" y="16580"/>
                    <a:pt x="26943" y="16580"/>
                  </a:cubicBezTo>
                  <a:cubicBezTo>
                    <a:pt x="31128" y="2244"/>
                    <a:pt x="15564" y="866"/>
                    <a:pt x="15564" y="866"/>
                  </a:cubicBezTo>
                  <a:cubicBezTo>
                    <a:pt x="13945" y="263"/>
                    <a:pt x="12486" y="0"/>
                    <a:pt x="1117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2"/>
            <p:cNvSpPr/>
            <p:nvPr/>
          </p:nvSpPr>
          <p:spPr>
            <a:xfrm>
              <a:off x="5164214" y="2650385"/>
              <a:ext cx="347783" cy="402264"/>
            </a:xfrm>
            <a:custGeom>
              <a:rect b="b" l="l" r="r" t="t"/>
              <a:pathLst>
                <a:path extrusionOk="0" h="9857" w="8522">
                  <a:moveTo>
                    <a:pt x="3355" y="0"/>
                  </a:moveTo>
                  <a:cubicBezTo>
                    <a:pt x="3232" y="0"/>
                    <a:pt x="3108" y="5"/>
                    <a:pt x="2983" y="14"/>
                  </a:cubicBezTo>
                  <a:cubicBezTo>
                    <a:pt x="2306" y="89"/>
                    <a:pt x="1654" y="265"/>
                    <a:pt x="1103" y="565"/>
                  </a:cubicBezTo>
                  <a:lnTo>
                    <a:pt x="0" y="8535"/>
                  </a:lnTo>
                  <a:cubicBezTo>
                    <a:pt x="881" y="9349"/>
                    <a:pt x="2069" y="9857"/>
                    <a:pt x="3359" y="9857"/>
                  </a:cubicBezTo>
                  <a:cubicBezTo>
                    <a:pt x="3500" y="9857"/>
                    <a:pt x="3642" y="9851"/>
                    <a:pt x="3785" y="9839"/>
                  </a:cubicBezTo>
                  <a:cubicBezTo>
                    <a:pt x="6491" y="9638"/>
                    <a:pt x="8521" y="7257"/>
                    <a:pt x="8296" y="4525"/>
                  </a:cubicBezTo>
                  <a:cubicBezTo>
                    <a:pt x="8081" y="1943"/>
                    <a:pt x="5905" y="0"/>
                    <a:pt x="3355" y="0"/>
                  </a:cubicBezTo>
                  <a:close/>
                </a:path>
              </a:pathLst>
            </a:custGeom>
            <a:solidFill>
              <a:srgbClr val="FF93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2"/>
            <p:cNvSpPr/>
            <p:nvPr/>
          </p:nvSpPr>
          <p:spPr>
            <a:xfrm>
              <a:off x="5232734" y="2766408"/>
              <a:ext cx="154466" cy="190379"/>
            </a:xfrm>
            <a:custGeom>
              <a:rect b="b" l="l" r="r" t="t"/>
              <a:pathLst>
                <a:path extrusionOk="0" h="4665" w="3785">
                  <a:moveTo>
                    <a:pt x="3560" y="0"/>
                  </a:moveTo>
                  <a:cubicBezTo>
                    <a:pt x="3199" y="0"/>
                    <a:pt x="2126" y="70"/>
                    <a:pt x="1228" y="905"/>
                  </a:cubicBezTo>
                  <a:cubicBezTo>
                    <a:pt x="401" y="1707"/>
                    <a:pt x="0" y="2935"/>
                    <a:pt x="25" y="4564"/>
                  </a:cubicBezTo>
                  <a:cubicBezTo>
                    <a:pt x="25" y="4640"/>
                    <a:pt x="50" y="4665"/>
                    <a:pt x="126" y="4665"/>
                  </a:cubicBezTo>
                  <a:cubicBezTo>
                    <a:pt x="176" y="4665"/>
                    <a:pt x="226" y="4615"/>
                    <a:pt x="226" y="4564"/>
                  </a:cubicBezTo>
                  <a:cubicBezTo>
                    <a:pt x="201" y="2985"/>
                    <a:pt x="577" y="1808"/>
                    <a:pt x="1379" y="1056"/>
                  </a:cubicBezTo>
                  <a:cubicBezTo>
                    <a:pt x="2241" y="258"/>
                    <a:pt x="3308" y="202"/>
                    <a:pt x="3605" y="202"/>
                  </a:cubicBezTo>
                  <a:cubicBezTo>
                    <a:pt x="3653" y="202"/>
                    <a:pt x="3681" y="203"/>
                    <a:pt x="3684" y="203"/>
                  </a:cubicBezTo>
                  <a:cubicBezTo>
                    <a:pt x="3735" y="203"/>
                    <a:pt x="3785" y="153"/>
                    <a:pt x="3785" y="103"/>
                  </a:cubicBezTo>
                  <a:cubicBezTo>
                    <a:pt x="3785" y="53"/>
                    <a:pt x="3760" y="3"/>
                    <a:pt x="3684" y="3"/>
                  </a:cubicBezTo>
                  <a:cubicBezTo>
                    <a:pt x="3676" y="3"/>
                    <a:pt x="3632" y="0"/>
                    <a:pt x="356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2"/>
            <p:cNvSpPr/>
            <p:nvPr/>
          </p:nvSpPr>
          <p:spPr>
            <a:xfrm>
              <a:off x="5236815" y="2854476"/>
              <a:ext cx="117655" cy="55257"/>
            </a:xfrm>
            <a:custGeom>
              <a:rect b="b" l="l" r="r" t="t"/>
              <a:pathLst>
                <a:path extrusionOk="0" h="1354" w="2883">
                  <a:moveTo>
                    <a:pt x="2858" y="0"/>
                  </a:moveTo>
                  <a:cubicBezTo>
                    <a:pt x="2833" y="0"/>
                    <a:pt x="101" y="1128"/>
                    <a:pt x="26" y="1203"/>
                  </a:cubicBezTo>
                  <a:cubicBezTo>
                    <a:pt x="0" y="1254"/>
                    <a:pt x="26" y="1304"/>
                    <a:pt x="51" y="1354"/>
                  </a:cubicBezTo>
                  <a:lnTo>
                    <a:pt x="176" y="1354"/>
                  </a:lnTo>
                  <a:cubicBezTo>
                    <a:pt x="326" y="1279"/>
                    <a:pt x="2782" y="226"/>
                    <a:pt x="2883" y="201"/>
                  </a:cubicBezTo>
                  <a:lnTo>
                    <a:pt x="2858" y="101"/>
                  </a:lnTo>
                  <a:lnTo>
                    <a:pt x="2858" y="0"/>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2"/>
            <p:cNvSpPr/>
            <p:nvPr/>
          </p:nvSpPr>
          <p:spPr>
            <a:xfrm>
              <a:off x="4625155" y="2543544"/>
              <a:ext cx="146304" cy="288486"/>
            </a:xfrm>
            <a:custGeom>
              <a:rect b="b" l="l" r="r" t="t"/>
              <a:pathLst>
                <a:path extrusionOk="0" h="7069" w="3585">
                  <a:moveTo>
                    <a:pt x="3384" y="0"/>
                  </a:moveTo>
                  <a:cubicBezTo>
                    <a:pt x="3384" y="0"/>
                    <a:pt x="2833" y="3384"/>
                    <a:pt x="2683" y="4436"/>
                  </a:cubicBezTo>
                  <a:cubicBezTo>
                    <a:pt x="2658" y="4487"/>
                    <a:pt x="2633" y="4537"/>
                    <a:pt x="2607" y="4562"/>
                  </a:cubicBezTo>
                  <a:cubicBezTo>
                    <a:pt x="2572" y="4579"/>
                    <a:pt x="2537" y="4597"/>
                    <a:pt x="2501" y="4597"/>
                  </a:cubicBezTo>
                  <a:cubicBezTo>
                    <a:pt x="2486" y="4597"/>
                    <a:pt x="2472" y="4594"/>
                    <a:pt x="2457" y="4587"/>
                  </a:cubicBezTo>
                  <a:lnTo>
                    <a:pt x="352" y="4236"/>
                  </a:lnTo>
                  <a:cubicBezTo>
                    <a:pt x="334" y="4231"/>
                    <a:pt x="316" y="4229"/>
                    <a:pt x="299" y="4229"/>
                  </a:cubicBezTo>
                  <a:cubicBezTo>
                    <a:pt x="217" y="4229"/>
                    <a:pt x="138" y="4274"/>
                    <a:pt x="76" y="4336"/>
                  </a:cubicBezTo>
                  <a:cubicBezTo>
                    <a:pt x="26" y="4411"/>
                    <a:pt x="1" y="4512"/>
                    <a:pt x="51" y="4612"/>
                  </a:cubicBezTo>
                  <a:lnTo>
                    <a:pt x="978" y="6993"/>
                  </a:lnTo>
                  <a:cubicBezTo>
                    <a:pt x="1003" y="7043"/>
                    <a:pt x="1029" y="7068"/>
                    <a:pt x="1079" y="7068"/>
                  </a:cubicBezTo>
                  <a:lnTo>
                    <a:pt x="1104" y="7068"/>
                  </a:lnTo>
                  <a:cubicBezTo>
                    <a:pt x="1154" y="7043"/>
                    <a:pt x="1179" y="6968"/>
                    <a:pt x="1154" y="6918"/>
                  </a:cubicBezTo>
                  <a:lnTo>
                    <a:pt x="227" y="4537"/>
                  </a:lnTo>
                  <a:cubicBezTo>
                    <a:pt x="227" y="4512"/>
                    <a:pt x="227" y="4461"/>
                    <a:pt x="252" y="4461"/>
                  </a:cubicBezTo>
                  <a:cubicBezTo>
                    <a:pt x="252" y="4461"/>
                    <a:pt x="277" y="4436"/>
                    <a:pt x="302" y="4436"/>
                  </a:cubicBezTo>
                  <a:lnTo>
                    <a:pt x="2407" y="4787"/>
                  </a:lnTo>
                  <a:cubicBezTo>
                    <a:pt x="2438" y="4794"/>
                    <a:pt x="2468" y="4797"/>
                    <a:pt x="2496" y="4797"/>
                  </a:cubicBezTo>
                  <a:cubicBezTo>
                    <a:pt x="2581" y="4797"/>
                    <a:pt x="2651" y="4769"/>
                    <a:pt x="2708" y="4712"/>
                  </a:cubicBezTo>
                  <a:cubicBezTo>
                    <a:pt x="2808" y="4662"/>
                    <a:pt x="2858" y="4562"/>
                    <a:pt x="2883" y="4461"/>
                  </a:cubicBezTo>
                  <a:cubicBezTo>
                    <a:pt x="3034" y="3434"/>
                    <a:pt x="3585" y="25"/>
                    <a:pt x="3585" y="25"/>
                  </a:cubicBezTo>
                  <a:lnTo>
                    <a:pt x="338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2"/>
            <p:cNvSpPr/>
            <p:nvPr/>
          </p:nvSpPr>
          <p:spPr>
            <a:xfrm>
              <a:off x="4899276" y="2753879"/>
              <a:ext cx="71662" cy="86680"/>
            </a:xfrm>
            <a:custGeom>
              <a:rect b="b" l="l" r="r" t="t"/>
              <a:pathLst>
                <a:path extrusionOk="0" h="2124" w="1756">
                  <a:moveTo>
                    <a:pt x="980" y="1"/>
                  </a:moveTo>
                  <a:cubicBezTo>
                    <a:pt x="589" y="1"/>
                    <a:pt x="219" y="405"/>
                    <a:pt x="126" y="937"/>
                  </a:cubicBezTo>
                  <a:cubicBezTo>
                    <a:pt x="1" y="1513"/>
                    <a:pt x="251" y="2039"/>
                    <a:pt x="677" y="2115"/>
                  </a:cubicBezTo>
                  <a:cubicBezTo>
                    <a:pt x="712" y="2121"/>
                    <a:pt x="747" y="2124"/>
                    <a:pt x="781" y="2124"/>
                  </a:cubicBezTo>
                  <a:cubicBezTo>
                    <a:pt x="1170" y="2124"/>
                    <a:pt x="1538" y="1742"/>
                    <a:pt x="1630" y="1212"/>
                  </a:cubicBezTo>
                  <a:cubicBezTo>
                    <a:pt x="1755" y="636"/>
                    <a:pt x="1479" y="109"/>
                    <a:pt x="1078" y="9"/>
                  </a:cubicBezTo>
                  <a:cubicBezTo>
                    <a:pt x="1046" y="3"/>
                    <a:pt x="1013" y="1"/>
                    <a:pt x="98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2"/>
            <p:cNvSpPr/>
            <p:nvPr/>
          </p:nvSpPr>
          <p:spPr>
            <a:xfrm>
              <a:off x="4453345" y="2693521"/>
              <a:ext cx="70601" cy="86680"/>
            </a:xfrm>
            <a:custGeom>
              <a:rect b="b" l="l" r="r" t="t"/>
              <a:pathLst>
                <a:path extrusionOk="0" h="2124" w="1730">
                  <a:moveTo>
                    <a:pt x="955" y="0"/>
                  </a:moveTo>
                  <a:cubicBezTo>
                    <a:pt x="581" y="0"/>
                    <a:pt x="193" y="382"/>
                    <a:pt x="101" y="912"/>
                  </a:cubicBezTo>
                  <a:cubicBezTo>
                    <a:pt x="0" y="1488"/>
                    <a:pt x="251" y="2040"/>
                    <a:pt x="677" y="2115"/>
                  </a:cubicBezTo>
                  <a:cubicBezTo>
                    <a:pt x="710" y="2121"/>
                    <a:pt x="743" y="2123"/>
                    <a:pt x="775" y="2123"/>
                  </a:cubicBezTo>
                  <a:cubicBezTo>
                    <a:pt x="1167" y="2123"/>
                    <a:pt x="1537" y="1720"/>
                    <a:pt x="1629" y="1187"/>
                  </a:cubicBezTo>
                  <a:cubicBezTo>
                    <a:pt x="1730" y="611"/>
                    <a:pt x="1479" y="85"/>
                    <a:pt x="1053" y="10"/>
                  </a:cubicBezTo>
                  <a:cubicBezTo>
                    <a:pt x="1021" y="3"/>
                    <a:pt x="988" y="0"/>
                    <a:pt x="9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2"/>
            <p:cNvSpPr/>
            <p:nvPr/>
          </p:nvSpPr>
          <p:spPr>
            <a:xfrm>
              <a:off x="4374582" y="2490532"/>
              <a:ext cx="232209" cy="110146"/>
            </a:xfrm>
            <a:custGeom>
              <a:rect b="b" l="l" r="r" t="t"/>
              <a:pathLst>
                <a:path extrusionOk="0" h="2699" w="5690">
                  <a:moveTo>
                    <a:pt x="4732" y="1"/>
                  </a:moveTo>
                  <a:cubicBezTo>
                    <a:pt x="4667" y="1"/>
                    <a:pt x="4602" y="7"/>
                    <a:pt x="4537" y="21"/>
                  </a:cubicBezTo>
                  <a:lnTo>
                    <a:pt x="778" y="948"/>
                  </a:lnTo>
                  <a:cubicBezTo>
                    <a:pt x="301" y="1049"/>
                    <a:pt x="1" y="1525"/>
                    <a:pt x="126" y="2001"/>
                  </a:cubicBezTo>
                  <a:cubicBezTo>
                    <a:pt x="234" y="2434"/>
                    <a:pt x="603" y="2698"/>
                    <a:pt x="1009" y="2698"/>
                  </a:cubicBezTo>
                  <a:cubicBezTo>
                    <a:pt x="1073" y="2698"/>
                    <a:pt x="1138" y="2692"/>
                    <a:pt x="1204" y="2678"/>
                  </a:cubicBezTo>
                  <a:lnTo>
                    <a:pt x="4963" y="1776"/>
                  </a:lnTo>
                  <a:cubicBezTo>
                    <a:pt x="5163" y="1725"/>
                    <a:pt x="5314" y="1600"/>
                    <a:pt x="5439" y="1450"/>
                  </a:cubicBezTo>
                  <a:cubicBezTo>
                    <a:pt x="5615" y="1249"/>
                    <a:pt x="5690" y="973"/>
                    <a:pt x="5615" y="698"/>
                  </a:cubicBezTo>
                  <a:cubicBezTo>
                    <a:pt x="5506" y="265"/>
                    <a:pt x="5137" y="1"/>
                    <a:pt x="473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2"/>
            <p:cNvSpPr/>
            <p:nvPr/>
          </p:nvSpPr>
          <p:spPr>
            <a:xfrm>
              <a:off x="4853242" y="2555950"/>
              <a:ext cx="216905" cy="155731"/>
            </a:xfrm>
            <a:custGeom>
              <a:rect b="b" l="l" r="r" t="t"/>
              <a:pathLst>
                <a:path extrusionOk="0" h="3816" w="5315">
                  <a:moveTo>
                    <a:pt x="1008" y="1"/>
                  </a:moveTo>
                  <a:cubicBezTo>
                    <a:pt x="717" y="1"/>
                    <a:pt x="428" y="150"/>
                    <a:pt x="252" y="423"/>
                  </a:cubicBezTo>
                  <a:cubicBezTo>
                    <a:pt x="1" y="849"/>
                    <a:pt x="126" y="1401"/>
                    <a:pt x="552" y="1651"/>
                  </a:cubicBezTo>
                  <a:lnTo>
                    <a:pt x="3836" y="3681"/>
                  </a:lnTo>
                  <a:cubicBezTo>
                    <a:pt x="3972" y="3778"/>
                    <a:pt x="4123" y="3815"/>
                    <a:pt x="4265" y="3815"/>
                  </a:cubicBezTo>
                  <a:cubicBezTo>
                    <a:pt x="4307" y="3815"/>
                    <a:pt x="4348" y="3812"/>
                    <a:pt x="4387" y="3807"/>
                  </a:cubicBezTo>
                  <a:cubicBezTo>
                    <a:pt x="4663" y="3782"/>
                    <a:pt x="4913" y="3656"/>
                    <a:pt x="5064" y="3406"/>
                  </a:cubicBezTo>
                  <a:cubicBezTo>
                    <a:pt x="5314" y="2980"/>
                    <a:pt x="5189" y="2428"/>
                    <a:pt x="4763" y="2178"/>
                  </a:cubicBezTo>
                  <a:lnTo>
                    <a:pt x="1480" y="147"/>
                  </a:lnTo>
                  <a:cubicBezTo>
                    <a:pt x="1335" y="48"/>
                    <a:pt x="1171"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2"/>
            <p:cNvSpPr/>
            <p:nvPr/>
          </p:nvSpPr>
          <p:spPr>
            <a:xfrm>
              <a:off x="4652783" y="2915282"/>
              <a:ext cx="119696" cy="43463"/>
            </a:xfrm>
            <a:custGeom>
              <a:rect b="b" l="l" r="r" t="t"/>
              <a:pathLst>
                <a:path extrusionOk="0" h="1065" w="2933">
                  <a:moveTo>
                    <a:pt x="1970" y="0"/>
                  </a:moveTo>
                  <a:cubicBezTo>
                    <a:pt x="1310" y="0"/>
                    <a:pt x="661" y="219"/>
                    <a:pt x="1" y="540"/>
                  </a:cubicBezTo>
                  <a:cubicBezTo>
                    <a:pt x="299" y="838"/>
                    <a:pt x="687" y="1064"/>
                    <a:pt x="1227" y="1064"/>
                  </a:cubicBezTo>
                  <a:cubicBezTo>
                    <a:pt x="1323" y="1064"/>
                    <a:pt x="1423" y="1057"/>
                    <a:pt x="1529" y="1042"/>
                  </a:cubicBezTo>
                  <a:cubicBezTo>
                    <a:pt x="2306" y="941"/>
                    <a:pt x="2707" y="540"/>
                    <a:pt x="2933" y="165"/>
                  </a:cubicBezTo>
                  <a:cubicBezTo>
                    <a:pt x="2608" y="51"/>
                    <a:pt x="2287" y="0"/>
                    <a:pt x="197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2"/>
            <p:cNvSpPr/>
            <p:nvPr/>
          </p:nvSpPr>
          <p:spPr>
            <a:xfrm>
              <a:off x="4628257" y="2887205"/>
              <a:ext cx="154466" cy="50155"/>
            </a:xfrm>
            <a:custGeom>
              <a:rect b="b" l="l" r="r" t="t"/>
              <a:pathLst>
                <a:path extrusionOk="0" h="1229" w="3785">
                  <a:moveTo>
                    <a:pt x="3785" y="0"/>
                  </a:moveTo>
                  <a:lnTo>
                    <a:pt x="50" y="251"/>
                  </a:lnTo>
                  <a:cubicBezTo>
                    <a:pt x="0" y="251"/>
                    <a:pt x="176" y="802"/>
                    <a:pt x="602" y="1228"/>
                  </a:cubicBezTo>
                  <a:cubicBezTo>
                    <a:pt x="1262" y="907"/>
                    <a:pt x="1911" y="688"/>
                    <a:pt x="2571" y="688"/>
                  </a:cubicBezTo>
                  <a:cubicBezTo>
                    <a:pt x="2888" y="688"/>
                    <a:pt x="3209" y="739"/>
                    <a:pt x="3534" y="853"/>
                  </a:cubicBezTo>
                  <a:cubicBezTo>
                    <a:pt x="3785" y="426"/>
                    <a:pt x="3785" y="0"/>
                    <a:pt x="378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2"/>
            <p:cNvSpPr/>
            <p:nvPr/>
          </p:nvSpPr>
          <p:spPr>
            <a:xfrm>
              <a:off x="5109978" y="3766824"/>
              <a:ext cx="20487" cy="290526"/>
            </a:xfrm>
            <a:custGeom>
              <a:rect b="b" l="l" r="r" t="t"/>
              <a:pathLst>
                <a:path extrusionOk="0" h="7119" w="502">
                  <a:moveTo>
                    <a:pt x="276" y="0"/>
                  </a:moveTo>
                  <a:cubicBezTo>
                    <a:pt x="201" y="0"/>
                    <a:pt x="176" y="51"/>
                    <a:pt x="176" y="101"/>
                  </a:cubicBezTo>
                  <a:cubicBezTo>
                    <a:pt x="1" y="3234"/>
                    <a:pt x="276" y="6993"/>
                    <a:pt x="301" y="7018"/>
                  </a:cubicBezTo>
                  <a:cubicBezTo>
                    <a:pt x="301" y="7068"/>
                    <a:pt x="352" y="7118"/>
                    <a:pt x="402" y="7118"/>
                  </a:cubicBezTo>
                  <a:cubicBezTo>
                    <a:pt x="452" y="7118"/>
                    <a:pt x="502" y="7068"/>
                    <a:pt x="502" y="7018"/>
                  </a:cubicBezTo>
                  <a:cubicBezTo>
                    <a:pt x="502" y="6968"/>
                    <a:pt x="201" y="3234"/>
                    <a:pt x="377" y="101"/>
                  </a:cubicBezTo>
                  <a:cubicBezTo>
                    <a:pt x="377" y="51"/>
                    <a:pt x="327" y="0"/>
                    <a:pt x="2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2"/>
            <p:cNvSpPr/>
            <p:nvPr/>
          </p:nvSpPr>
          <p:spPr>
            <a:xfrm>
              <a:off x="4316264" y="3818693"/>
              <a:ext cx="50196" cy="287751"/>
            </a:xfrm>
            <a:custGeom>
              <a:rect b="b" l="l" r="r" t="t"/>
              <a:pathLst>
                <a:path extrusionOk="0" h="7051" w="1230">
                  <a:moveTo>
                    <a:pt x="1101" y="1"/>
                  </a:moveTo>
                  <a:cubicBezTo>
                    <a:pt x="1061" y="1"/>
                    <a:pt x="1024" y="42"/>
                    <a:pt x="1003" y="83"/>
                  </a:cubicBezTo>
                  <a:cubicBezTo>
                    <a:pt x="327" y="3140"/>
                    <a:pt x="1" y="6900"/>
                    <a:pt x="1" y="6925"/>
                  </a:cubicBezTo>
                  <a:cubicBezTo>
                    <a:pt x="1" y="7000"/>
                    <a:pt x="51" y="7050"/>
                    <a:pt x="101" y="7050"/>
                  </a:cubicBezTo>
                  <a:cubicBezTo>
                    <a:pt x="151" y="7050"/>
                    <a:pt x="201" y="7000"/>
                    <a:pt x="201" y="6950"/>
                  </a:cubicBezTo>
                  <a:cubicBezTo>
                    <a:pt x="201" y="6925"/>
                    <a:pt x="527" y="3166"/>
                    <a:pt x="1204" y="133"/>
                  </a:cubicBezTo>
                  <a:cubicBezTo>
                    <a:pt x="1229" y="58"/>
                    <a:pt x="1179" y="8"/>
                    <a:pt x="1129" y="8"/>
                  </a:cubicBezTo>
                  <a:cubicBezTo>
                    <a:pt x="1120" y="3"/>
                    <a:pt x="1110" y="1"/>
                    <a:pt x="110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2"/>
            <p:cNvSpPr/>
            <p:nvPr/>
          </p:nvSpPr>
          <p:spPr>
            <a:xfrm>
              <a:off x="3229045" y="4654605"/>
              <a:ext cx="2880288" cy="71662"/>
            </a:xfrm>
            <a:custGeom>
              <a:rect b="b" l="l" r="r" t="t"/>
              <a:pathLst>
                <a:path extrusionOk="0" h="1756" w="70578">
                  <a:moveTo>
                    <a:pt x="0" y="1"/>
                  </a:moveTo>
                  <a:lnTo>
                    <a:pt x="0" y="1755"/>
                  </a:lnTo>
                  <a:lnTo>
                    <a:pt x="70577" y="1755"/>
                  </a:lnTo>
                  <a:lnTo>
                    <a:pt x="7057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2"/>
            <p:cNvSpPr/>
            <p:nvPr/>
          </p:nvSpPr>
          <p:spPr>
            <a:xfrm>
              <a:off x="4396048" y="3048813"/>
              <a:ext cx="322236" cy="600438"/>
            </a:xfrm>
            <a:custGeom>
              <a:rect b="b" l="l" r="r" t="t"/>
              <a:pathLst>
                <a:path extrusionOk="0" h="14713" w="7896">
                  <a:moveTo>
                    <a:pt x="3936" y="0"/>
                  </a:moveTo>
                  <a:cubicBezTo>
                    <a:pt x="1755" y="0"/>
                    <a:pt x="1" y="1755"/>
                    <a:pt x="1" y="3935"/>
                  </a:cubicBezTo>
                  <a:lnTo>
                    <a:pt x="1" y="10777"/>
                  </a:lnTo>
                  <a:cubicBezTo>
                    <a:pt x="1" y="12958"/>
                    <a:pt x="1755" y="14712"/>
                    <a:pt x="3936" y="14712"/>
                  </a:cubicBezTo>
                  <a:cubicBezTo>
                    <a:pt x="6116" y="14712"/>
                    <a:pt x="7896" y="12958"/>
                    <a:pt x="7896" y="10777"/>
                  </a:cubicBezTo>
                  <a:lnTo>
                    <a:pt x="7896" y="3935"/>
                  </a:lnTo>
                  <a:cubicBezTo>
                    <a:pt x="7896" y="1755"/>
                    <a:pt x="6116" y="0"/>
                    <a:pt x="3936"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2"/>
            <p:cNvSpPr/>
            <p:nvPr/>
          </p:nvSpPr>
          <p:spPr>
            <a:xfrm>
              <a:off x="4352095" y="3292244"/>
              <a:ext cx="410181" cy="410181"/>
            </a:xfrm>
            <a:custGeom>
              <a:rect b="b" l="l" r="r" t="t"/>
              <a:pathLst>
                <a:path extrusionOk="0" h="10051" w="10051">
                  <a:moveTo>
                    <a:pt x="326" y="0"/>
                  </a:moveTo>
                  <a:cubicBezTo>
                    <a:pt x="151" y="0"/>
                    <a:pt x="0" y="151"/>
                    <a:pt x="0" y="351"/>
                  </a:cubicBezTo>
                  <a:lnTo>
                    <a:pt x="0" y="5013"/>
                  </a:lnTo>
                  <a:cubicBezTo>
                    <a:pt x="0" y="7795"/>
                    <a:pt x="2256" y="10050"/>
                    <a:pt x="5013" y="10050"/>
                  </a:cubicBezTo>
                  <a:cubicBezTo>
                    <a:pt x="7795" y="10050"/>
                    <a:pt x="10050" y="7795"/>
                    <a:pt x="10050" y="5013"/>
                  </a:cubicBezTo>
                  <a:lnTo>
                    <a:pt x="10050" y="351"/>
                  </a:lnTo>
                  <a:cubicBezTo>
                    <a:pt x="10050" y="151"/>
                    <a:pt x="9900" y="0"/>
                    <a:pt x="9699" y="0"/>
                  </a:cubicBezTo>
                  <a:cubicBezTo>
                    <a:pt x="9524" y="0"/>
                    <a:pt x="9349" y="151"/>
                    <a:pt x="9349" y="351"/>
                  </a:cubicBezTo>
                  <a:lnTo>
                    <a:pt x="9349" y="5013"/>
                  </a:lnTo>
                  <a:cubicBezTo>
                    <a:pt x="9349" y="7419"/>
                    <a:pt x="7419" y="9374"/>
                    <a:pt x="5013" y="9374"/>
                  </a:cubicBezTo>
                  <a:cubicBezTo>
                    <a:pt x="2632" y="9374"/>
                    <a:pt x="677" y="7419"/>
                    <a:pt x="677" y="5013"/>
                  </a:cubicBezTo>
                  <a:lnTo>
                    <a:pt x="677" y="351"/>
                  </a:lnTo>
                  <a:cubicBezTo>
                    <a:pt x="677" y="151"/>
                    <a:pt x="526" y="0"/>
                    <a:pt x="3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2"/>
            <p:cNvSpPr/>
            <p:nvPr/>
          </p:nvSpPr>
          <p:spPr>
            <a:xfrm>
              <a:off x="4536189" y="3579628"/>
              <a:ext cx="41993" cy="1066855"/>
            </a:xfrm>
            <a:custGeom>
              <a:rect b="b" l="l" r="r" t="t"/>
              <a:pathLst>
                <a:path extrusionOk="0" h="26142" w="1029">
                  <a:moveTo>
                    <a:pt x="502" y="1"/>
                  </a:moveTo>
                  <a:cubicBezTo>
                    <a:pt x="226" y="1"/>
                    <a:pt x="0" y="226"/>
                    <a:pt x="0" y="527"/>
                  </a:cubicBezTo>
                  <a:lnTo>
                    <a:pt x="0" y="25615"/>
                  </a:lnTo>
                  <a:cubicBezTo>
                    <a:pt x="0" y="25916"/>
                    <a:pt x="226" y="26141"/>
                    <a:pt x="502" y="26141"/>
                  </a:cubicBezTo>
                  <a:cubicBezTo>
                    <a:pt x="802" y="26141"/>
                    <a:pt x="1028" y="25916"/>
                    <a:pt x="1028" y="25615"/>
                  </a:cubicBezTo>
                  <a:lnTo>
                    <a:pt x="1028" y="527"/>
                  </a:lnTo>
                  <a:cubicBezTo>
                    <a:pt x="1028" y="226"/>
                    <a:pt x="802" y="1"/>
                    <a:pt x="5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2"/>
            <p:cNvSpPr/>
            <p:nvPr/>
          </p:nvSpPr>
          <p:spPr>
            <a:xfrm>
              <a:off x="4402210" y="4592247"/>
              <a:ext cx="308932" cy="56277"/>
            </a:xfrm>
            <a:custGeom>
              <a:rect b="b" l="l" r="r" t="t"/>
              <a:pathLst>
                <a:path extrusionOk="0" h="1379" w="7570">
                  <a:moveTo>
                    <a:pt x="0" y="0"/>
                  </a:moveTo>
                  <a:lnTo>
                    <a:pt x="0" y="1379"/>
                  </a:lnTo>
                  <a:lnTo>
                    <a:pt x="7569" y="1379"/>
                  </a:lnTo>
                  <a:lnTo>
                    <a:pt x="756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2"/>
            <p:cNvSpPr/>
            <p:nvPr/>
          </p:nvSpPr>
          <p:spPr>
            <a:xfrm>
              <a:off x="4396048" y="3212461"/>
              <a:ext cx="97209" cy="56277"/>
            </a:xfrm>
            <a:custGeom>
              <a:rect b="b" l="l" r="r" t="t"/>
              <a:pathLst>
                <a:path extrusionOk="0" h="1379" w="2382">
                  <a:moveTo>
                    <a:pt x="1" y="0"/>
                  </a:moveTo>
                  <a:lnTo>
                    <a:pt x="1" y="1379"/>
                  </a:lnTo>
                  <a:lnTo>
                    <a:pt x="1680" y="1379"/>
                  </a:lnTo>
                  <a:cubicBezTo>
                    <a:pt x="2081" y="1379"/>
                    <a:pt x="2382" y="1053"/>
                    <a:pt x="2382" y="677"/>
                  </a:cubicBezTo>
                  <a:cubicBezTo>
                    <a:pt x="2382" y="301"/>
                    <a:pt x="2081" y="0"/>
                    <a:pt x="168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2"/>
            <p:cNvSpPr/>
            <p:nvPr/>
          </p:nvSpPr>
          <p:spPr>
            <a:xfrm>
              <a:off x="4396048" y="3309629"/>
              <a:ext cx="97209" cy="57297"/>
            </a:xfrm>
            <a:custGeom>
              <a:rect b="b" l="l" r="r" t="t"/>
              <a:pathLst>
                <a:path extrusionOk="0" h="1404" w="2382">
                  <a:moveTo>
                    <a:pt x="1" y="0"/>
                  </a:moveTo>
                  <a:lnTo>
                    <a:pt x="1" y="1404"/>
                  </a:lnTo>
                  <a:lnTo>
                    <a:pt x="1680" y="1404"/>
                  </a:lnTo>
                  <a:cubicBezTo>
                    <a:pt x="2081" y="1404"/>
                    <a:pt x="2382" y="1078"/>
                    <a:pt x="2382" y="702"/>
                  </a:cubicBezTo>
                  <a:cubicBezTo>
                    <a:pt x="2382" y="326"/>
                    <a:pt x="2081" y="0"/>
                    <a:pt x="168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2"/>
            <p:cNvSpPr/>
            <p:nvPr/>
          </p:nvSpPr>
          <p:spPr>
            <a:xfrm>
              <a:off x="4396048" y="3407818"/>
              <a:ext cx="97209" cy="56277"/>
            </a:xfrm>
            <a:custGeom>
              <a:rect b="b" l="l" r="r" t="t"/>
              <a:pathLst>
                <a:path extrusionOk="0" h="1379" w="2382">
                  <a:moveTo>
                    <a:pt x="1" y="0"/>
                  </a:moveTo>
                  <a:lnTo>
                    <a:pt x="1" y="1379"/>
                  </a:lnTo>
                  <a:lnTo>
                    <a:pt x="1680" y="1379"/>
                  </a:lnTo>
                  <a:cubicBezTo>
                    <a:pt x="2081" y="1379"/>
                    <a:pt x="2382" y="1078"/>
                    <a:pt x="2382" y="702"/>
                  </a:cubicBezTo>
                  <a:cubicBezTo>
                    <a:pt x="2382" y="301"/>
                    <a:pt x="2081" y="0"/>
                    <a:pt x="168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2"/>
            <p:cNvSpPr/>
            <p:nvPr/>
          </p:nvSpPr>
          <p:spPr>
            <a:xfrm>
              <a:off x="4621074" y="3212461"/>
              <a:ext cx="97209" cy="56277"/>
            </a:xfrm>
            <a:custGeom>
              <a:rect b="b" l="l" r="r" t="t"/>
              <a:pathLst>
                <a:path extrusionOk="0" h="1379" w="2382">
                  <a:moveTo>
                    <a:pt x="677" y="0"/>
                  </a:moveTo>
                  <a:cubicBezTo>
                    <a:pt x="301" y="0"/>
                    <a:pt x="1" y="301"/>
                    <a:pt x="1" y="677"/>
                  </a:cubicBezTo>
                  <a:cubicBezTo>
                    <a:pt x="1" y="1053"/>
                    <a:pt x="301" y="1379"/>
                    <a:pt x="677" y="1379"/>
                  </a:cubicBezTo>
                  <a:lnTo>
                    <a:pt x="2382" y="1379"/>
                  </a:lnTo>
                  <a:lnTo>
                    <a:pt x="2382"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2"/>
            <p:cNvSpPr/>
            <p:nvPr/>
          </p:nvSpPr>
          <p:spPr>
            <a:xfrm>
              <a:off x="4621074" y="3309629"/>
              <a:ext cx="97209" cy="57297"/>
            </a:xfrm>
            <a:custGeom>
              <a:rect b="b" l="l" r="r" t="t"/>
              <a:pathLst>
                <a:path extrusionOk="0" h="1404" w="2382">
                  <a:moveTo>
                    <a:pt x="677" y="0"/>
                  </a:moveTo>
                  <a:cubicBezTo>
                    <a:pt x="301" y="0"/>
                    <a:pt x="1" y="326"/>
                    <a:pt x="1" y="702"/>
                  </a:cubicBezTo>
                  <a:cubicBezTo>
                    <a:pt x="1" y="1078"/>
                    <a:pt x="301" y="1404"/>
                    <a:pt x="677" y="1404"/>
                  </a:cubicBezTo>
                  <a:lnTo>
                    <a:pt x="2382" y="1404"/>
                  </a:lnTo>
                  <a:lnTo>
                    <a:pt x="2382"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2"/>
            <p:cNvSpPr/>
            <p:nvPr/>
          </p:nvSpPr>
          <p:spPr>
            <a:xfrm>
              <a:off x="4621074" y="3407818"/>
              <a:ext cx="97209" cy="56277"/>
            </a:xfrm>
            <a:custGeom>
              <a:rect b="b" l="l" r="r" t="t"/>
              <a:pathLst>
                <a:path extrusionOk="0" h="1379" w="2382">
                  <a:moveTo>
                    <a:pt x="677" y="0"/>
                  </a:moveTo>
                  <a:cubicBezTo>
                    <a:pt x="301" y="0"/>
                    <a:pt x="1" y="301"/>
                    <a:pt x="1" y="702"/>
                  </a:cubicBezTo>
                  <a:cubicBezTo>
                    <a:pt x="1" y="1078"/>
                    <a:pt x="301" y="1379"/>
                    <a:pt x="677" y="1379"/>
                  </a:cubicBezTo>
                  <a:lnTo>
                    <a:pt x="2382" y="1379"/>
                  </a:lnTo>
                  <a:lnTo>
                    <a:pt x="2382"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2"/>
            <p:cNvSpPr/>
            <p:nvPr/>
          </p:nvSpPr>
          <p:spPr>
            <a:xfrm>
              <a:off x="4556635" y="3815918"/>
              <a:ext cx="1019801" cy="862805"/>
            </a:xfrm>
            <a:custGeom>
              <a:rect b="b" l="l" r="r" t="t"/>
              <a:pathLst>
                <a:path extrusionOk="0" h="21142" w="24989">
                  <a:moveTo>
                    <a:pt x="5540" y="0"/>
                  </a:moveTo>
                  <a:cubicBezTo>
                    <a:pt x="2833" y="1178"/>
                    <a:pt x="2708" y="5013"/>
                    <a:pt x="1" y="5940"/>
                  </a:cubicBezTo>
                  <a:cubicBezTo>
                    <a:pt x="1730" y="9499"/>
                    <a:pt x="7094" y="18697"/>
                    <a:pt x="9825" y="20427"/>
                  </a:cubicBezTo>
                  <a:cubicBezTo>
                    <a:pt x="10464" y="20828"/>
                    <a:pt x="11531" y="21141"/>
                    <a:pt x="12778" y="21141"/>
                  </a:cubicBezTo>
                  <a:cubicBezTo>
                    <a:pt x="14175" y="21141"/>
                    <a:pt x="15798" y="20749"/>
                    <a:pt x="17294" y="19650"/>
                  </a:cubicBezTo>
                  <a:cubicBezTo>
                    <a:pt x="19675" y="17895"/>
                    <a:pt x="21254" y="14437"/>
                    <a:pt x="22708" y="11379"/>
                  </a:cubicBezTo>
                  <a:cubicBezTo>
                    <a:pt x="22933" y="10878"/>
                    <a:pt x="24287" y="6667"/>
                    <a:pt x="24988" y="3910"/>
                  </a:cubicBezTo>
                  <a:lnTo>
                    <a:pt x="24988" y="3910"/>
                  </a:lnTo>
                  <a:cubicBezTo>
                    <a:pt x="22405" y="5826"/>
                    <a:pt x="19774" y="6352"/>
                    <a:pt x="17659" y="6352"/>
                  </a:cubicBezTo>
                  <a:cubicBezTo>
                    <a:pt x="16039" y="6352"/>
                    <a:pt x="14722" y="6043"/>
                    <a:pt x="13961" y="5815"/>
                  </a:cubicBezTo>
                  <a:lnTo>
                    <a:pt x="12332" y="8472"/>
                  </a:lnTo>
                  <a:cubicBezTo>
                    <a:pt x="13384" y="9975"/>
                    <a:pt x="14362" y="11454"/>
                    <a:pt x="14913" y="12557"/>
                  </a:cubicBezTo>
                  <a:lnTo>
                    <a:pt x="12332" y="8497"/>
                  </a:lnTo>
                  <a:lnTo>
                    <a:pt x="12332" y="8472"/>
                  </a:lnTo>
                  <a:cubicBezTo>
                    <a:pt x="11830" y="7745"/>
                    <a:pt x="11304" y="6993"/>
                    <a:pt x="10803" y="6316"/>
                  </a:cubicBezTo>
                  <a:cubicBezTo>
                    <a:pt x="10552" y="6041"/>
                    <a:pt x="5765" y="276"/>
                    <a:pt x="5540" y="0"/>
                  </a:cubicBezTo>
                  <a:close/>
                </a:path>
              </a:pathLst>
            </a:custGeom>
            <a:solidFill>
              <a:srgbClr val="FF93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2"/>
            <p:cNvSpPr/>
            <p:nvPr/>
          </p:nvSpPr>
          <p:spPr>
            <a:xfrm>
              <a:off x="4992363" y="4068900"/>
              <a:ext cx="178013" cy="263592"/>
            </a:xfrm>
            <a:custGeom>
              <a:rect b="b" l="l" r="r" t="t"/>
              <a:pathLst>
                <a:path extrusionOk="0" h="6459" w="4362">
                  <a:moveTo>
                    <a:pt x="125" y="1"/>
                  </a:moveTo>
                  <a:cubicBezTo>
                    <a:pt x="105" y="1"/>
                    <a:pt x="86" y="7"/>
                    <a:pt x="76" y="17"/>
                  </a:cubicBezTo>
                  <a:cubicBezTo>
                    <a:pt x="26" y="67"/>
                    <a:pt x="0" y="117"/>
                    <a:pt x="51" y="167"/>
                  </a:cubicBezTo>
                  <a:cubicBezTo>
                    <a:pt x="602" y="919"/>
                    <a:pt x="1103" y="1621"/>
                    <a:pt x="1554" y="2273"/>
                  </a:cubicBezTo>
                  <a:cubicBezTo>
                    <a:pt x="1554" y="2298"/>
                    <a:pt x="1554" y="2323"/>
                    <a:pt x="1579" y="2348"/>
                  </a:cubicBezTo>
                  <a:lnTo>
                    <a:pt x="4161" y="6433"/>
                  </a:lnTo>
                  <a:cubicBezTo>
                    <a:pt x="4186" y="6458"/>
                    <a:pt x="4211" y="6458"/>
                    <a:pt x="4236" y="6458"/>
                  </a:cubicBezTo>
                  <a:lnTo>
                    <a:pt x="4311" y="6458"/>
                  </a:lnTo>
                  <a:cubicBezTo>
                    <a:pt x="4361" y="6433"/>
                    <a:pt x="4361" y="6358"/>
                    <a:pt x="4336" y="6308"/>
                  </a:cubicBezTo>
                  <a:lnTo>
                    <a:pt x="1755" y="2273"/>
                  </a:lnTo>
                  <a:cubicBezTo>
                    <a:pt x="1755" y="2248"/>
                    <a:pt x="1755" y="2223"/>
                    <a:pt x="1755" y="2197"/>
                  </a:cubicBezTo>
                  <a:cubicBezTo>
                    <a:pt x="1279" y="1546"/>
                    <a:pt x="777" y="819"/>
                    <a:pt x="201" y="42"/>
                  </a:cubicBezTo>
                  <a:cubicBezTo>
                    <a:pt x="186" y="13"/>
                    <a:pt x="154"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2"/>
            <p:cNvSpPr/>
            <p:nvPr/>
          </p:nvSpPr>
          <p:spPr>
            <a:xfrm>
              <a:off x="4385845" y="3668921"/>
              <a:ext cx="474620" cy="449726"/>
            </a:xfrm>
            <a:custGeom>
              <a:rect b="b" l="l" r="r" t="t"/>
              <a:pathLst>
                <a:path extrusionOk="0" h="11020" w="11630">
                  <a:moveTo>
                    <a:pt x="6503" y="0"/>
                  </a:moveTo>
                  <a:cubicBezTo>
                    <a:pt x="6014" y="0"/>
                    <a:pt x="5389" y="154"/>
                    <a:pt x="5314" y="921"/>
                  </a:cubicBezTo>
                  <a:lnTo>
                    <a:pt x="2682" y="495"/>
                  </a:lnTo>
                  <a:cubicBezTo>
                    <a:pt x="2654" y="492"/>
                    <a:pt x="2626" y="491"/>
                    <a:pt x="2597" y="491"/>
                  </a:cubicBezTo>
                  <a:cubicBezTo>
                    <a:pt x="2041" y="491"/>
                    <a:pt x="1423" y="948"/>
                    <a:pt x="1304" y="1472"/>
                  </a:cubicBezTo>
                  <a:cubicBezTo>
                    <a:pt x="1203" y="1923"/>
                    <a:pt x="1278" y="2550"/>
                    <a:pt x="1780" y="2775"/>
                  </a:cubicBezTo>
                  <a:cubicBezTo>
                    <a:pt x="1780" y="2775"/>
                    <a:pt x="652" y="3001"/>
                    <a:pt x="527" y="3778"/>
                  </a:cubicBezTo>
                  <a:cubicBezTo>
                    <a:pt x="376" y="4580"/>
                    <a:pt x="852" y="4981"/>
                    <a:pt x="1278" y="5206"/>
                  </a:cubicBezTo>
                  <a:cubicBezTo>
                    <a:pt x="1278" y="5206"/>
                    <a:pt x="201" y="5407"/>
                    <a:pt x="126" y="6334"/>
                  </a:cubicBezTo>
                  <a:cubicBezTo>
                    <a:pt x="0" y="7663"/>
                    <a:pt x="953" y="7938"/>
                    <a:pt x="953" y="7988"/>
                  </a:cubicBezTo>
                  <a:cubicBezTo>
                    <a:pt x="577" y="8139"/>
                    <a:pt x="276" y="8465"/>
                    <a:pt x="251" y="8866"/>
                  </a:cubicBezTo>
                  <a:cubicBezTo>
                    <a:pt x="201" y="9617"/>
                    <a:pt x="577" y="10194"/>
                    <a:pt x="1153" y="10269"/>
                  </a:cubicBezTo>
                  <a:lnTo>
                    <a:pt x="4587" y="10670"/>
                  </a:lnTo>
                  <a:cubicBezTo>
                    <a:pt x="4624" y="10683"/>
                    <a:pt x="4668" y="10689"/>
                    <a:pt x="4712" y="10689"/>
                  </a:cubicBezTo>
                  <a:cubicBezTo>
                    <a:pt x="4756" y="10689"/>
                    <a:pt x="4800" y="10683"/>
                    <a:pt x="4837" y="10670"/>
                  </a:cubicBezTo>
                  <a:lnTo>
                    <a:pt x="7043" y="10996"/>
                  </a:lnTo>
                  <a:cubicBezTo>
                    <a:pt x="7165" y="11012"/>
                    <a:pt x="7287" y="11020"/>
                    <a:pt x="7408" y="11020"/>
                  </a:cubicBezTo>
                  <a:cubicBezTo>
                    <a:pt x="8223" y="11020"/>
                    <a:pt x="8975" y="10661"/>
                    <a:pt x="9499" y="10094"/>
                  </a:cubicBezTo>
                  <a:cubicBezTo>
                    <a:pt x="11629" y="6785"/>
                    <a:pt x="10476" y="2199"/>
                    <a:pt x="10476" y="2199"/>
                  </a:cubicBezTo>
                  <a:cubicBezTo>
                    <a:pt x="10050" y="971"/>
                    <a:pt x="8597" y="470"/>
                    <a:pt x="7093" y="69"/>
                  </a:cubicBezTo>
                  <a:cubicBezTo>
                    <a:pt x="7093" y="69"/>
                    <a:pt x="6828" y="0"/>
                    <a:pt x="6503" y="0"/>
                  </a:cubicBezTo>
                  <a:close/>
                </a:path>
              </a:pathLst>
            </a:custGeom>
            <a:solidFill>
              <a:srgbClr val="FF93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2"/>
            <p:cNvSpPr/>
            <p:nvPr/>
          </p:nvSpPr>
          <p:spPr>
            <a:xfrm>
              <a:off x="4583243" y="3902844"/>
              <a:ext cx="246533" cy="219966"/>
            </a:xfrm>
            <a:custGeom>
              <a:rect b="b" l="l" r="r" t="t"/>
              <a:pathLst>
                <a:path extrusionOk="0" h="5390" w="6041">
                  <a:moveTo>
                    <a:pt x="5940" y="1"/>
                  </a:moveTo>
                  <a:cubicBezTo>
                    <a:pt x="5865" y="1"/>
                    <a:pt x="5840" y="51"/>
                    <a:pt x="5815" y="101"/>
                  </a:cubicBezTo>
                  <a:cubicBezTo>
                    <a:pt x="5715" y="1755"/>
                    <a:pt x="5314" y="3159"/>
                    <a:pt x="4587" y="4286"/>
                  </a:cubicBezTo>
                  <a:cubicBezTo>
                    <a:pt x="4070" y="4868"/>
                    <a:pt x="3350" y="5190"/>
                    <a:pt x="2601" y="5190"/>
                  </a:cubicBezTo>
                  <a:cubicBezTo>
                    <a:pt x="2478" y="5190"/>
                    <a:pt x="2355" y="5181"/>
                    <a:pt x="2231" y="5164"/>
                  </a:cubicBezTo>
                  <a:lnTo>
                    <a:pt x="126" y="4863"/>
                  </a:lnTo>
                  <a:cubicBezTo>
                    <a:pt x="116" y="4858"/>
                    <a:pt x="107" y="4856"/>
                    <a:pt x="98" y="4856"/>
                  </a:cubicBezTo>
                  <a:cubicBezTo>
                    <a:pt x="58" y="4856"/>
                    <a:pt x="21" y="4897"/>
                    <a:pt x="0" y="4938"/>
                  </a:cubicBezTo>
                  <a:cubicBezTo>
                    <a:pt x="0" y="4988"/>
                    <a:pt x="25" y="5038"/>
                    <a:pt x="101" y="5063"/>
                  </a:cubicBezTo>
                  <a:lnTo>
                    <a:pt x="2181" y="5364"/>
                  </a:lnTo>
                  <a:cubicBezTo>
                    <a:pt x="2331" y="5364"/>
                    <a:pt x="2457" y="5389"/>
                    <a:pt x="2607" y="5389"/>
                  </a:cubicBezTo>
                  <a:cubicBezTo>
                    <a:pt x="3409" y="5389"/>
                    <a:pt x="4186" y="5038"/>
                    <a:pt x="4737" y="4412"/>
                  </a:cubicBezTo>
                  <a:cubicBezTo>
                    <a:pt x="5489" y="3259"/>
                    <a:pt x="5915" y="1805"/>
                    <a:pt x="6040" y="126"/>
                  </a:cubicBezTo>
                  <a:cubicBezTo>
                    <a:pt x="6040" y="76"/>
                    <a:pt x="5990" y="26"/>
                    <a:pt x="594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2"/>
            <p:cNvSpPr/>
            <p:nvPr/>
          </p:nvSpPr>
          <p:spPr>
            <a:xfrm>
              <a:off x="4504480" y="3687040"/>
              <a:ext cx="175973" cy="41993"/>
            </a:xfrm>
            <a:custGeom>
              <a:rect b="b" l="l" r="r" t="t"/>
              <a:pathLst>
                <a:path extrusionOk="0" h="1029" w="4312">
                  <a:moveTo>
                    <a:pt x="126" y="1"/>
                  </a:moveTo>
                  <a:cubicBezTo>
                    <a:pt x="76" y="1"/>
                    <a:pt x="26" y="26"/>
                    <a:pt x="26" y="101"/>
                  </a:cubicBezTo>
                  <a:cubicBezTo>
                    <a:pt x="1" y="151"/>
                    <a:pt x="51" y="201"/>
                    <a:pt x="101" y="201"/>
                  </a:cubicBezTo>
                  <a:cubicBezTo>
                    <a:pt x="126" y="201"/>
                    <a:pt x="2056" y="402"/>
                    <a:pt x="4186" y="1003"/>
                  </a:cubicBezTo>
                  <a:cubicBezTo>
                    <a:pt x="4186" y="1003"/>
                    <a:pt x="4186" y="1028"/>
                    <a:pt x="4211" y="1028"/>
                  </a:cubicBezTo>
                  <a:cubicBezTo>
                    <a:pt x="4236" y="1028"/>
                    <a:pt x="4286" y="978"/>
                    <a:pt x="4311" y="953"/>
                  </a:cubicBezTo>
                  <a:cubicBezTo>
                    <a:pt x="4311" y="878"/>
                    <a:pt x="4286" y="828"/>
                    <a:pt x="4236" y="828"/>
                  </a:cubicBezTo>
                  <a:cubicBezTo>
                    <a:pt x="2081" y="201"/>
                    <a:pt x="151" y="1"/>
                    <a:pt x="126"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2"/>
            <p:cNvSpPr/>
            <p:nvPr/>
          </p:nvSpPr>
          <p:spPr>
            <a:xfrm>
              <a:off x="2940600" y="2123160"/>
              <a:ext cx="705768" cy="705768"/>
            </a:xfrm>
            <a:custGeom>
              <a:rect b="b" l="l" r="r" t="t"/>
              <a:pathLst>
                <a:path extrusionOk="0" h="17294" w="17294">
                  <a:moveTo>
                    <a:pt x="8647" y="1"/>
                  </a:moveTo>
                  <a:cubicBezTo>
                    <a:pt x="3860" y="1"/>
                    <a:pt x="1" y="3860"/>
                    <a:pt x="1" y="8647"/>
                  </a:cubicBezTo>
                  <a:cubicBezTo>
                    <a:pt x="1" y="13409"/>
                    <a:pt x="3860" y="17294"/>
                    <a:pt x="8647" y="17294"/>
                  </a:cubicBezTo>
                  <a:cubicBezTo>
                    <a:pt x="13409" y="17294"/>
                    <a:pt x="17294" y="13409"/>
                    <a:pt x="17294" y="8647"/>
                  </a:cubicBezTo>
                  <a:cubicBezTo>
                    <a:pt x="17294" y="3860"/>
                    <a:pt x="13409" y="1"/>
                    <a:pt x="864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2"/>
            <p:cNvSpPr/>
            <p:nvPr/>
          </p:nvSpPr>
          <p:spPr>
            <a:xfrm>
              <a:off x="3034708" y="2428990"/>
              <a:ext cx="120716" cy="120716"/>
            </a:xfrm>
            <a:custGeom>
              <a:rect b="b" l="l" r="r" t="t"/>
              <a:pathLst>
                <a:path extrusionOk="0" h="2958" w="2958">
                  <a:moveTo>
                    <a:pt x="1479" y="0"/>
                  </a:moveTo>
                  <a:cubicBezTo>
                    <a:pt x="652" y="0"/>
                    <a:pt x="0" y="677"/>
                    <a:pt x="0" y="1479"/>
                  </a:cubicBezTo>
                  <a:cubicBezTo>
                    <a:pt x="0" y="2306"/>
                    <a:pt x="652" y="2958"/>
                    <a:pt x="1479" y="2958"/>
                  </a:cubicBezTo>
                  <a:cubicBezTo>
                    <a:pt x="2281" y="2958"/>
                    <a:pt x="2958" y="2306"/>
                    <a:pt x="2958" y="1479"/>
                  </a:cubicBezTo>
                  <a:cubicBezTo>
                    <a:pt x="2958" y="677"/>
                    <a:pt x="2281" y="0"/>
                    <a:pt x="147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2"/>
            <p:cNvSpPr/>
            <p:nvPr/>
          </p:nvSpPr>
          <p:spPr>
            <a:xfrm>
              <a:off x="3230065" y="2428990"/>
              <a:ext cx="120716" cy="120716"/>
            </a:xfrm>
            <a:custGeom>
              <a:rect b="b" l="l" r="r" t="t"/>
              <a:pathLst>
                <a:path extrusionOk="0" h="2958" w="2958">
                  <a:moveTo>
                    <a:pt x="1479" y="0"/>
                  </a:moveTo>
                  <a:cubicBezTo>
                    <a:pt x="652" y="0"/>
                    <a:pt x="0" y="677"/>
                    <a:pt x="0" y="1479"/>
                  </a:cubicBezTo>
                  <a:cubicBezTo>
                    <a:pt x="0" y="2306"/>
                    <a:pt x="652" y="2958"/>
                    <a:pt x="1479" y="2958"/>
                  </a:cubicBezTo>
                  <a:cubicBezTo>
                    <a:pt x="2281" y="2958"/>
                    <a:pt x="2958" y="2306"/>
                    <a:pt x="2958" y="1479"/>
                  </a:cubicBezTo>
                  <a:cubicBezTo>
                    <a:pt x="2958" y="677"/>
                    <a:pt x="2281" y="0"/>
                    <a:pt x="147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2"/>
            <p:cNvSpPr/>
            <p:nvPr/>
          </p:nvSpPr>
          <p:spPr>
            <a:xfrm>
              <a:off x="3425423" y="2428990"/>
              <a:ext cx="120716" cy="120716"/>
            </a:xfrm>
            <a:custGeom>
              <a:rect b="b" l="l" r="r" t="t"/>
              <a:pathLst>
                <a:path extrusionOk="0" h="2958" w="2958">
                  <a:moveTo>
                    <a:pt x="1479" y="0"/>
                  </a:moveTo>
                  <a:cubicBezTo>
                    <a:pt x="652" y="0"/>
                    <a:pt x="0" y="677"/>
                    <a:pt x="0" y="1479"/>
                  </a:cubicBezTo>
                  <a:cubicBezTo>
                    <a:pt x="0" y="2306"/>
                    <a:pt x="652" y="2958"/>
                    <a:pt x="1479" y="2958"/>
                  </a:cubicBezTo>
                  <a:cubicBezTo>
                    <a:pt x="2281" y="2958"/>
                    <a:pt x="2958" y="2306"/>
                    <a:pt x="2958" y="1479"/>
                  </a:cubicBezTo>
                  <a:cubicBezTo>
                    <a:pt x="2958" y="677"/>
                    <a:pt x="2281" y="0"/>
                    <a:pt x="147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2"/>
            <p:cNvSpPr/>
            <p:nvPr/>
          </p:nvSpPr>
          <p:spPr>
            <a:xfrm>
              <a:off x="3354821" y="2615125"/>
              <a:ext cx="264979" cy="252696"/>
            </a:xfrm>
            <a:custGeom>
              <a:rect b="b" l="l" r="r" t="t"/>
              <a:pathLst>
                <a:path extrusionOk="0" h="6192" w="6493">
                  <a:moveTo>
                    <a:pt x="4763" y="1"/>
                  </a:moveTo>
                  <a:lnTo>
                    <a:pt x="1" y="3484"/>
                  </a:lnTo>
                  <a:lnTo>
                    <a:pt x="6492" y="6191"/>
                  </a:lnTo>
                  <a:lnTo>
                    <a:pt x="476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2"/>
            <p:cNvSpPr/>
            <p:nvPr/>
          </p:nvSpPr>
          <p:spPr>
            <a:xfrm>
              <a:off x="4357197" y="3317791"/>
              <a:ext cx="399979" cy="27669"/>
            </a:xfrm>
            <a:custGeom>
              <a:rect b="b" l="l" r="r" t="t"/>
              <a:pathLst>
                <a:path extrusionOk="0" h="678" w="9801">
                  <a:moveTo>
                    <a:pt x="351" y="1"/>
                  </a:moveTo>
                  <a:cubicBezTo>
                    <a:pt x="151" y="1"/>
                    <a:pt x="0" y="151"/>
                    <a:pt x="0" y="327"/>
                  </a:cubicBezTo>
                  <a:cubicBezTo>
                    <a:pt x="0" y="527"/>
                    <a:pt x="151" y="678"/>
                    <a:pt x="351" y="678"/>
                  </a:cubicBezTo>
                  <a:lnTo>
                    <a:pt x="9449" y="678"/>
                  </a:lnTo>
                  <a:cubicBezTo>
                    <a:pt x="9625" y="678"/>
                    <a:pt x="9800" y="527"/>
                    <a:pt x="9800" y="327"/>
                  </a:cubicBezTo>
                  <a:cubicBezTo>
                    <a:pt x="9800" y="151"/>
                    <a:pt x="9625" y="1"/>
                    <a:pt x="944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3" name="Google Shape;223;p2"/>
          <p:cNvSpPr txBox="1"/>
          <p:nvPr>
            <p:ph type="title"/>
          </p:nvPr>
        </p:nvSpPr>
        <p:spPr>
          <a:xfrm>
            <a:off x="720000" y="445025"/>
            <a:ext cx="7704000" cy="433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b="0" lang="en" sz="3800">
                <a:solidFill>
                  <a:srgbClr val="000000"/>
                </a:solidFill>
                <a:latin typeface="Sigmar One"/>
                <a:ea typeface="Sigmar One"/>
                <a:cs typeface="Sigmar One"/>
                <a:sym typeface="Sigmar One"/>
                <a:extLst>
                  <a:ext uri="http://customooxmlschemas.google.com/">
                    <go:slidesCustomData xmlns:go="http://customooxmlschemas.google.com/" textRoundtripDataId="0"/>
                  </a:ext>
                </a:extLst>
              </a:rPr>
              <a:t>Docket</a:t>
            </a:r>
            <a:endParaRPr>
              <a:solidFill>
                <a:srgbClr val="000000"/>
              </a:solidFill>
            </a:endParaRPr>
          </a:p>
        </p:txBody>
      </p:sp>
      <p:sp>
        <p:nvSpPr>
          <p:cNvPr id="224" name="Google Shape;224;p2"/>
          <p:cNvSpPr txBox="1"/>
          <p:nvPr/>
        </p:nvSpPr>
        <p:spPr>
          <a:xfrm flipH="1">
            <a:off x="7499466" y="2970094"/>
            <a:ext cx="1265341" cy="4818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Roboto"/>
              <a:ea typeface="Roboto"/>
              <a:cs typeface="Roboto"/>
              <a:sym typeface="Roboto"/>
            </a:endParaRPr>
          </a:p>
        </p:txBody>
      </p:sp>
      <p:sp>
        <p:nvSpPr>
          <p:cNvPr id="225" name="Google Shape;225;p2"/>
          <p:cNvSpPr txBox="1"/>
          <p:nvPr/>
        </p:nvSpPr>
        <p:spPr>
          <a:xfrm>
            <a:off x="264375" y="1455775"/>
            <a:ext cx="1362600" cy="6708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chemeClr val="dk1"/>
              </a:buClr>
              <a:buSzPts val="1800"/>
              <a:buFont typeface="Arial"/>
              <a:buNone/>
            </a:pPr>
            <a:r>
              <a:rPr b="1" i="0" lang="en" sz="1800" u="none" cap="none" strike="noStrike">
                <a:solidFill>
                  <a:schemeClr val="accent2"/>
                </a:solidFill>
                <a:latin typeface="Fira Sans Extra Condensed"/>
                <a:ea typeface="Fira Sans Extra Condensed"/>
                <a:cs typeface="Fira Sans Extra Condensed"/>
                <a:sym typeface="Fira Sans Extra Condensed"/>
              </a:rPr>
              <a:t>Post-class Assignment </a:t>
            </a:r>
            <a:endParaRPr b="1" i="0" sz="1800" u="none" cap="none" strike="noStrike">
              <a:solidFill>
                <a:schemeClr val="dk2"/>
              </a:solidFill>
              <a:latin typeface="Fira Sans Extra Condensed"/>
              <a:ea typeface="Fira Sans Extra Condensed"/>
              <a:cs typeface="Fira Sans Extra Condensed"/>
              <a:sym typeface="Fira Sans Extra Condensed"/>
            </a:endParaRPr>
          </a:p>
        </p:txBody>
      </p:sp>
      <p:grpSp>
        <p:nvGrpSpPr>
          <p:cNvPr id="226" name="Google Shape;226;p2"/>
          <p:cNvGrpSpPr/>
          <p:nvPr/>
        </p:nvGrpSpPr>
        <p:grpSpPr>
          <a:xfrm>
            <a:off x="159412" y="4070975"/>
            <a:ext cx="1769479" cy="733200"/>
            <a:chOff x="449910" y="3633175"/>
            <a:chExt cx="1959990" cy="733200"/>
          </a:xfrm>
        </p:grpSpPr>
        <p:sp>
          <p:nvSpPr>
            <p:cNvPr id="227" name="Google Shape;227;p2"/>
            <p:cNvSpPr txBox="1"/>
            <p:nvPr/>
          </p:nvSpPr>
          <p:spPr>
            <a:xfrm>
              <a:off x="449910" y="3633175"/>
              <a:ext cx="1689900" cy="255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accent3"/>
                  </a:solidFill>
                  <a:latin typeface="Fira Sans Extra Condensed"/>
                  <a:ea typeface="Fira Sans Extra Condensed"/>
                  <a:cs typeface="Fira Sans Extra Condensed"/>
                  <a:sym typeface="Fira Sans Extra Condensed"/>
                </a:rPr>
                <a:t>Policy Debate: Class</a:t>
              </a:r>
              <a:endParaRPr b="1" i="0" sz="1800" u="none" cap="none" strike="noStrike">
                <a:solidFill>
                  <a:schemeClr val="accent3"/>
                </a:solidFill>
                <a:latin typeface="Fira Sans Extra Condensed"/>
                <a:ea typeface="Fira Sans Extra Condensed"/>
                <a:cs typeface="Fira Sans Extra Condensed"/>
                <a:sym typeface="Fira Sans Extra Condensed"/>
              </a:endParaRPr>
            </a:p>
          </p:txBody>
        </p:sp>
        <p:sp>
          <p:nvSpPr>
            <p:cNvPr id="228" name="Google Shape;228;p2"/>
            <p:cNvSpPr txBox="1"/>
            <p:nvPr/>
          </p:nvSpPr>
          <p:spPr>
            <a:xfrm>
              <a:off x="720000" y="3888775"/>
              <a:ext cx="1689900" cy="477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Roboto"/>
                <a:ea typeface="Roboto"/>
                <a:cs typeface="Roboto"/>
                <a:sym typeface="Roboto"/>
              </a:endParaRPr>
            </a:p>
          </p:txBody>
        </p:sp>
      </p:grpSp>
      <p:cxnSp>
        <p:nvCxnSpPr>
          <p:cNvPr id="229" name="Google Shape;229;p2"/>
          <p:cNvCxnSpPr>
            <a:stCxn id="225" idx="3"/>
          </p:cNvCxnSpPr>
          <p:nvPr/>
        </p:nvCxnSpPr>
        <p:spPr>
          <a:xfrm>
            <a:off x="1626975" y="1791175"/>
            <a:ext cx="1820400" cy="670800"/>
          </a:xfrm>
          <a:prstGeom prst="bentConnector3">
            <a:avLst>
              <a:gd fmla="val 50000" name="adj1"/>
            </a:avLst>
          </a:prstGeom>
          <a:noFill/>
          <a:ln cap="flat" cmpd="sng" w="9525">
            <a:solidFill>
              <a:schemeClr val="dk1"/>
            </a:solidFill>
            <a:prstDash val="solid"/>
            <a:round/>
            <a:headEnd len="sm" w="sm" type="none"/>
            <a:tailEnd len="med" w="med" type="oval"/>
          </a:ln>
        </p:spPr>
      </p:cxnSp>
      <p:cxnSp>
        <p:nvCxnSpPr>
          <p:cNvPr id="230" name="Google Shape;230;p2"/>
          <p:cNvCxnSpPr>
            <a:stCxn id="227" idx="3"/>
          </p:cNvCxnSpPr>
          <p:nvPr/>
        </p:nvCxnSpPr>
        <p:spPr>
          <a:xfrm flipH="1" rot="10800000">
            <a:off x="1685054" y="3552575"/>
            <a:ext cx="2772000" cy="646200"/>
          </a:xfrm>
          <a:prstGeom prst="bentConnector3">
            <a:avLst>
              <a:gd fmla="val 50000" name="adj1"/>
            </a:avLst>
          </a:prstGeom>
          <a:noFill/>
          <a:ln cap="flat" cmpd="sng" w="9525">
            <a:solidFill>
              <a:schemeClr val="dk1"/>
            </a:solidFill>
            <a:prstDash val="solid"/>
            <a:round/>
            <a:headEnd len="sm" w="sm" type="none"/>
            <a:tailEnd len="med" w="med" type="oval"/>
          </a:ln>
        </p:spPr>
      </p:cxnSp>
      <p:pic>
        <p:nvPicPr>
          <p:cNvPr id="231" name="Google Shape;231;p2"/>
          <p:cNvPicPr preferRelativeResize="0"/>
          <p:nvPr/>
        </p:nvPicPr>
        <p:blipFill rotWithShape="1">
          <a:blip r:embed="rId3">
            <a:alphaModFix/>
          </a:blip>
          <a:srcRect b="0" l="0" r="0" t="0"/>
          <a:stretch/>
        </p:blipFill>
        <p:spPr>
          <a:xfrm>
            <a:off x="138128" y="152399"/>
            <a:ext cx="638322" cy="602644"/>
          </a:xfrm>
          <a:prstGeom prst="rect">
            <a:avLst/>
          </a:prstGeom>
          <a:noFill/>
          <a:ln>
            <a:noFill/>
          </a:ln>
        </p:spPr>
      </p:pic>
      <p:sp>
        <p:nvSpPr>
          <p:cNvPr id="232" name="Google Shape;232;p2"/>
          <p:cNvSpPr txBox="1"/>
          <p:nvPr/>
        </p:nvSpPr>
        <p:spPr>
          <a:xfrm>
            <a:off x="138125" y="755050"/>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400" u="none" cap="none" strike="noStrike">
                <a:solidFill>
                  <a:srgbClr val="202426"/>
                </a:solidFill>
                <a:latin typeface="Raleway Black"/>
                <a:ea typeface="Raleway Black"/>
                <a:cs typeface="Raleway Black"/>
                <a:sym typeface="Raleway Black"/>
              </a:rPr>
              <a:t>30 secs</a:t>
            </a:r>
            <a:endParaRPr b="0" i="0" sz="1400" u="none" cap="none" strike="noStrike">
              <a:solidFill>
                <a:srgbClr val="202426"/>
              </a:solidFill>
              <a:latin typeface="Raleway Black"/>
              <a:ea typeface="Raleway Black"/>
              <a:cs typeface="Raleway Black"/>
              <a:sym typeface="Raleway Black"/>
            </a:endParaRPr>
          </a:p>
        </p:txBody>
      </p:sp>
      <p:pic>
        <p:nvPicPr>
          <p:cNvPr id="233" name="Google Shape;233;p2"/>
          <p:cNvPicPr preferRelativeResize="0"/>
          <p:nvPr/>
        </p:nvPicPr>
        <p:blipFill rotWithShape="1">
          <a:blip r:embed="rId4">
            <a:alphaModFix/>
          </a:blip>
          <a:srcRect b="0" l="0" r="0" t="0"/>
          <a:stretch/>
        </p:blipFill>
        <p:spPr>
          <a:xfrm>
            <a:off x="7806775" y="126450"/>
            <a:ext cx="1255551" cy="283125"/>
          </a:xfrm>
          <a:prstGeom prst="rect">
            <a:avLst/>
          </a:prstGeom>
          <a:noFill/>
          <a:ln>
            <a:noFill/>
          </a:ln>
        </p:spPr>
      </p:pic>
      <p:cxnSp>
        <p:nvCxnSpPr>
          <p:cNvPr id="234" name="Google Shape;234;p2"/>
          <p:cNvCxnSpPr/>
          <p:nvPr/>
        </p:nvCxnSpPr>
        <p:spPr>
          <a:xfrm rot="10800000">
            <a:off x="5281005" y="4332375"/>
            <a:ext cx="2714700" cy="62700"/>
          </a:xfrm>
          <a:prstGeom prst="bentConnector3">
            <a:avLst>
              <a:gd fmla="val 50000" name="adj1"/>
            </a:avLst>
          </a:prstGeom>
          <a:noFill/>
          <a:ln cap="flat" cmpd="sng" w="9525">
            <a:solidFill>
              <a:schemeClr val="dk1"/>
            </a:solidFill>
            <a:prstDash val="solid"/>
            <a:round/>
            <a:headEnd len="sm" w="sm" type="none"/>
            <a:tailEnd len="med" w="med" type="oval"/>
          </a:ln>
        </p:spPr>
      </p:cxnSp>
      <p:sp>
        <p:nvSpPr>
          <p:cNvPr id="235" name="Google Shape;235;p2"/>
          <p:cNvSpPr txBox="1"/>
          <p:nvPr/>
        </p:nvSpPr>
        <p:spPr>
          <a:xfrm>
            <a:off x="7701650" y="4068125"/>
            <a:ext cx="1362600" cy="7389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rgbClr val="570E94"/>
                </a:solidFill>
                <a:latin typeface="Fira Sans Extra Condensed"/>
                <a:ea typeface="Fira Sans Extra Condensed"/>
                <a:cs typeface="Fira Sans Extra Condensed"/>
                <a:sym typeface="Fira Sans Extra Condensed"/>
              </a:rPr>
              <a:t>Student Template</a:t>
            </a:r>
            <a:endParaRPr b="0" i="0" sz="1400" u="none" cap="none" strike="noStrike">
              <a:solidFill>
                <a:srgbClr val="570E94"/>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
          <p:cNvSpPr txBox="1"/>
          <p:nvPr>
            <p:ph type="title"/>
          </p:nvPr>
        </p:nvSpPr>
        <p:spPr>
          <a:xfrm>
            <a:off x="720000" y="152400"/>
            <a:ext cx="7704000" cy="726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3000"/>
              <a:buFont typeface="Arial"/>
              <a:buNone/>
            </a:pPr>
            <a:r>
              <a:rPr b="0" lang="en" sz="3000">
                <a:latin typeface="Sigmar One"/>
                <a:ea typeface="Sigmar One"/>
                <a:cs typeface="Sigmar One"/>
                <a:sym typeface="Sigmar One"/>
              </a:rPr>
              <a:t>Unlock Concept</a:t>
            </a:r>
            <a:r>
              <a:rPr b="0" lang="en" sz="2000">
                <a:latin typeface="Sigmar One"/>
                <a:ea typeface="Sigmar One"/>
                <a:cs typeface="Sigmar One"/>
                <a:sym typeface="Sigmar One"/>
              </a:rPr>
              <a:t>: </a:t>
            </a:r>
            <a:endParaRPr b="0" sz="2000">
              <a:latin typeface="Sigmar One"/>
              <a:ea typeface="Sigmar One"/>
              <a:cs typeface="Sigmar One"/>
              <a:sym typeface="Sigmar One"/>
            </a:endParaRPr>
          </a:p>
          <a:p>
            <a:pPr indent="0" lvl="0" marL="0" rtl="0" algn="ctr">
              <a:lnSpc>
                <a:spcPct val="100000"/>
              </a:lnSpc>
              <a:spcBef>
                <a:spcPts val="0"/>
              </a:spcBef>
              <a:spcAft>
                <a:spcPts val="0"/>
              </a:spcAft>
              <a:buClr>
                <a:schemeClr val="dk1"/>
              </a:buClr>
              <a:buSzPts val="3000"/>
              <a:buFont typeface="Arial"/>
              <a:buNone/>
            </a:pPr>
            <a:r>
              <a:rPr b="0" lang="en" sz="2000">
                <a:solidFill>
                  <a:srgbClr val="021CAF"/>
                </a:solidFill>
                <a:latin typeface="Lexend Deca ExtraBold"/>
                <a:ea typeface="Lexend Deca ExtraBold"/>
                <a:cs typeface="Lexend Deca ExtraBold"/>
                <a:sym typeface="Lexend Deca ExtraBold"/>
              </a:rPr>
              <a:t>Policy Debate</a:t>
            </a:r>
            <a:endParaRPr>
              <a:latin typeface="Lexend Deca"/>
              <a:ea typeface="Lexend Deca"/>
              <a:cs typeface="Lexend Deca"/>
              <a:sym typeface="Lexend Deca"/>
            </a:endParaRPr>
          </a:p>
        </p:txBody>
      </p:sp>
      <p:cxnSp>
        <p:nvCxnSpPr>
          <p:cNvPr id="241" name="Google Shape;241;p3"/>
          <p:cNvCxnSpPr/>
          <p:nvPr/>
        </p:nvCxnSpPr>
        <p:spPr>
          <a:xfrm flipH="1">
            <a:off x="7335857" y="2307611"/>
            <a:ext cx="516600" cy="1001100"/>
          </a:xfrm>
          <a:prstGeom prst="straightConnector1">
            <a:avLst/>
          </a:prstGeom>
          <a:noFill/>
          <a:ln cap="flat" cmpd="sng" w="76200">
            <a:solidFill>
              <a:srgbClr val="570E94"/>
            </a:solidFill>
            <a:prstDash val="lgDash"/>
            <a:miter lim="800000"/>
            <a:headEnd len="sm" w="sm" type="none"/>
            <a:tailEnd len="sm" w="sm" type="none"/>
          </a:ln>
        </p:spPr>
      </p:cxnSp>
      <p:cxnSp>
        <p:nvCxnSpPr>
          <p:cNvPr id="242" name="Google Shape;242;p3"/>
          <p:cNvCxnSpPr/>
          <p:nvPr/>
        </p:nvCxnSpPr>
        <p:spPr>
          <a:xfrm>
            <a:off x="6509212" y="2244512"/>
            <a:ext cx="420000" cy="954600"/>
          </a:xfrm>
          <a:prstGeom prst="straightConnector1">
            <a:avLst/>
          </a:prstGeom>
          <a:noFill/>
          <a:ln cap="flat" cmpd="sng" w="76200">
            <a:solidFill>
              <a:srgbClr val="570E94"/>
            </a:solidFill>
            <a:prstDash val="lgDash"/>
            <a:miter lim="800000"/>
            <a:headEnd len="sm" w="sm" type="none"/>
            <a:tailEnd len="sm" w="sm" type="none"/>
          </a:ln>
        </p:spPr>
      </p:cxnSp>
      <p:cxnSp>
        <p:nvCxnSpPr>
          <p:cNvPr id="243" name="Google Shape;243;p3"/>
          <p:cNvCxnSpPr/>
          <p:nvPr/>
        </p:nvCxnSpPr>
        <p:spPr>
          <a:xfrm flipH="1">
            <a:off x="5227996" y="2307611"/>
            <a:ext cx="516600" cy="1001100"/>
          </a:xfrm>
          <a:prstGeom prst="straightConnector1">
            <a:avLst/>
          </a:prstGeom>
          <a:noFill/>
          <a:ln cap="flat" cmpd="sng" w="76200">
            <a:solidFill>
              <a:srgbClr val="570E94"/>
            </a:solidFill>
            <a:prstDash val="lgDash"/>
            <a:miter lim="800000"/>
            <a:headEnd len="sm" w="sm" type="none"/>
            <a:tailEnd len="sm" w="sm" type="none"/>
          </a:ln>
        </p:spPr>
      </p:cxnSp>
      <p:cxnSp>
        <p:nvCxnSpPr>
          <p:cNvPr id="244" name="Google Shape;244;p3"/>
          <p:cNvCxnSpPr/>
          <p:nvPr/>
        </p:nvCxnSpPr>
        <p:spPr>
          <a:xfrm>
            <a:off x="4427519" y="2205093"/>
            <a:ext cx="351300" cy="780600"/>
          </a:xfrm>
          <a:prstGeom prst="straightConnector1">
            <a:avLst/>
          </a:prstGeom>
          <a:noFill/>
          <a:ln cap="flat" cmpd="sng" w="76200">
            <a:solidFill>
              <a:srgbClr val="570E94"/>
            </a:solidFill>
            <a:prstDash val="lgDash"/>
            <a:miter lim="800000"/>
            <a:headEnd len="sm" w="sm" type="none"/>
            <a:tailEnd len="sm" w="sm" type="none"/>
          </a:ln>
        </p:spPr>
      </p:cxnSp>
      <p:cxnSp>
        <p:nvCxnSpPr>
          <p:cNvPr id="245" name="Google Shape;245;p3"/>
          <p:cNvCxnSpPr/>
          <p:nvPr/>
        </p:nvCxnSpPr>
        <p:spPr>
          <a:xfrm flipH="1">
            <a:off x="2933741" y="2307611"/>
            <a:ext cx="751200" cy="1301400"/>
          </a:xfrm>
          <a:prstGeom prst="straightConnector1">
            <a:avLst/>
          </a:prstGeom>
          <a:noFill/>
          <a:ln cap="flat" cmpd="sng" w="76200">
            <a:solidFill>
              <a:srgbClr val="570E94"/>
            </a:solidFill>
            <a:prstDash val="lgDash"/>
            <a:miter lim="800000"/>
            <a:headEnd len="sm" w="sm" type="none"/>
            <a:tailEnd len="sm" w="sm" type="none"/>
          </a:ln>
        </p:spPr>
      </p:cxnSp>
      <p:cxnSp>
        <p:nvCxnSpPr>
          <p:cNvPr id="246" name="Google Shape;246;p3"/>
          <p:cNvCxnSpPr/>
          <p:nvPr/>
        </p:nvCxnSpPr>
        <p:spPr>
          <a:xfrm>
            <a:off x="2396818" y="2244512"/>
            <a:ext cx="317100" cy="883500"/>
          </a:xfrm>
          <a:prstGeom prst="straightConnector1">
            <a:avLst/>
          </a:prstGeom>
          <a:noFill/>
          <a:ln cap="flat" cmpd="sng" w="76200">
            <a:solidFill>
              <a:srgbClr val="570E94"/>
            </a:solidFill>
            <a:prstDash val="lgDash"/>
            <a:miter lim="800000"/>
            <a:headEnd len="sm" w="sm" type="none"/>
            <a:tailEnd len="sm" w="sm" type="none"/>
          </a:ln>
        </p:spPr>
      </p:cxnSp>
      <p:cxnSp>
        <p:nvCxnSpPr>
          <p:cNvPr id="247" name="Google Shape;247;p3"/>
          <p:cNvCxnSpPr/>
          <p:nvPr/>
        </p:nvCxnSpPr>
        <p:spPr>
          <a:xfrm flipH="1">
            <a:off x="925575" y="2236643"/>
            <a:ext cx="603300" cy="1117800"/>
          </a:xfrm>
          <a:prstGeom prst="straightConnector1">
            <a:avLst/>
          </a:prstGeom>
          <a:noFill/>
          <a:ln cap="flat" cmpd="sng" w="76200">
            <a:solidFill>
              <a:srgbClr val="570E94"/>
            </a:solidFill>
            <a:prstDash val="lgDash"/>
            <a:miter lim="800000"/>
            <a:headEnd len="sm" w="sm" type="none"/>
            <a:tailEnd len="sm" w="sm" type="none"/>
          </a:ln>
        </p:spPr>
      </p:cxnSp>
      <p:sp>
        <p:nvSpPr>
          <p:cNvPr id="248" name="Google Shape;248;p3"/>
          <p:cNvSpPr/>
          <p:nvPr/>
        </p:nvSpPr>
        <p:spPr>
          <a:xfrm>
            <a:off x="1333283" y="1559999"/>
            <a:ext cx="1287600" cy="1100700"/>
          </a:xfrm>
          <a:prstGeom prst="roundRect">
            <a:avLst>
              <a:gd fmla="val 50000" name="adj"/>
            </a:avLst>
          </a:prstGeom>
          <a:solidFill>
            <a:srgbClr val="A64D7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9" name="Google Shape;249;p3"/>
          <p:cNvSpPr/>
          <p:nvPr/>
        </p:nvSpPr>
        <p:spPr>
          <a:xfrm>
            <a:off x="5520528" y="1568165"/>
            <a:ext cx="1287600" cy="1100700"/>
          </a:xfrm>
          <a:prstGeom prst="roundRect">
            <a:avLst>
              <a:gd fmla="val 50000" name="adj"/>
            </a:avLst>
          </a:prstGeom>
          <a:solidFill>
            <a:srgbClr val="A64D7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0" name="Google Shape;250;p3"/>
          <p:cNvSpPr/>
          <p:nvPr/>
        </p:nvSpPr>
        <p:spPr>
          <a:xfrm>
            <a:off x="2327351" y="2905974"/>
            <a:ext cx="1287600" cy="1100700"/>
          </a:xfrm>
          <a:prstGeom prst="roundRect">
            <a:avLst>
              <a:gd fmla="val 50000" name="adj"/>
            </a:avLst>
          </a:prstGeom>
          <a:solidFill>
            <a:srgbClr val="FEC41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1" name="Google Shape;251;p3"/>
          <p:cNvSpPr/>
          <p:nvPr/>
        </p:nvSpPr>
        <p:spPr>
          <a:xfrm>
            <a:off x="4409868" y="2905991"/>
            <a:ext cx="1287600" cy="1100700"/>
          </a:xfrm>
          <a:prstGeom prst="roundRect">
            <a:avLst>
              <a:gd fmla="val 50000" name="adj"/>
            </a:avLst>
          </a:prstGeom>
          <a:solidFill>
            <a:srgbClr val="FEC41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2" name="Google Shape;252;p3"/>
          <p:cNvSpPr/>
          <p:nvPr/>
        </p:nvSpPr>
        <p:spPr>
          <a:xfrm>
            <a:off x="6492395" y="2905974"/>
            <a:ext cx="1287600" cy="1100700"/>
          </a:xfrm>
          <a:prstGeom prst="roundRect">
            <a:avLst>
              <a:gd fmla="val 50000" name="adj"/>
            </a:avLst>
          </a:prstGeom>
          <a:solidFill>
            <a:srgbClr val="FEC41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3" name="Google Shape;253;p3"/>
          <p:cNvSpPr/>
          <p:nvPr/>
        </p:nvSpPr>
        <p:spPr>
          <a:xfrm>
            <a:off x="3426905" y="1543675"/>
            <a:ext cx="1287600" cy="1100700"/>
          </a:xfrm>
          <a:prstGeom prst="roundRect">
            <a:avLst>
              <a:gd fmla="val 50000" name="adj"/>
            </a:avLst>
          </a:prstGeom>
          <a:solidFill>
            <a:srgbClr val="A64D7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4" name="Google Shape;254;p3"/>
          <p:cNvSpPr/>
          <p:nvPr/>
        </p:nvSpPr>
        <p:spPr>
          <a:xfrm>
            <a:off x="7614151" y="1574705"/>
            <a:ext cx="1287600" cy="1100700"/>
          </a:xfrm>
          <a:prstGeom prst="roundRect">
            <a:avLst>
              <a:gd fmla="val 50000" name="adj"/>
            </a:avLst>
          </a:prstGeom>
          <a:solidFill>
            <a:srgbClr val="A64D7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5" name="Google Shape;255;p3"/>
          <p:cNvSpPr txBox="1"/>
          <p:nvPr/>
        </p:nvSpPr>
        <p:spPr>
          <a:xfrm>
            <a:off x="334925" y="4002236"/>
            <a:ext cx="12075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 sz="1400" u="none" cap="none" strike="noStrike">
                <a:solidFill>
                  <a:srgbClr val="570E94"/>
                </a:solidFill>
                <a:latin typeface="Raleway Black"/>
                <a:ea typeface="Raleway Black"/>
                <a:cs typeface="Raleway Black"/>
                <a:sym typeface="Raleway Black"/>
              </a:rPr>
              <a:t>Structure of a Debate</a:t>
            </a:r>
            <a:endParaRPr b="0" i="0" sz="600" u="none" cap="none" strike="noStrike">
              <a:solidFill>
                <a:srgbClr val="570E94"/>
              </a:solidFill>
              <a:latin typeface="Raleway Black"/>
              <a:ea typeface="Raleway Black"/>
              <a:cs typeface="Raleway Black"/>
              <a:sym typeface="Raleway Black"/>
            </a:endParaRPr>
          </a:p>
        </p:txBody>
      </p:sp>
      <p:sp>
        <p:nvSpPr>
          <p:cNvPr id="256" name="Google Shape;256;p3"/>
          <p:cNvSpPr/>
          <p:nvPr/>
        </p:nvSpPr>
        <p:spPr>
          <a:xfrm>
            <a:off x="242250" y="2879014"/>
            <a:ext cx="1287600" cy="1100700"/>
          </a:xfrm>
          <a:prstGeom prst="roundRect">
            <a:avLst>
              <a:gd fmla="val 50000" name="adj"/>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7" name="Google Shape;257;p3"/>
          <p:cNvSpPr/>
          <p:nvPr/>
        </p:nvSpPr>
        <p:spPr>
          <a:xfrm>
            <a:off x="318226" y="2943427"/>
            <a:ext cx="1136700" cy="972000"/>
          </a:xfrm>
          <a:prstGeom prst="roundRect">
            <a:avLst>
              <a:gd fmla="val 50000" name="adj"/>
            </a:avLst>
          </a:prstGeom>
          <a:solidFill>
            <a:srgbClr val="F3F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258" name="Google Shape;258;p3"/>
          <p:cNvPicPr preferRelativeResize="0"/>
          <p:nvPr/>
        </p:nvPicPr>
        <p:blipFill rotWithShape="1">
          <a:blip r:embed="rId3">
            <a:alphaModFix/>
          </a:blip>
          <a:srcRect b="0" l="0" r="0" t="0"/>
          <a:stretch/>
        </p:blipFill>
        <p:spPr>
          <a:xfrm>
            <a:off x="438984" y="3055389"/>
            <a:ext cx="874776" cy="748058"/>
          </a:xfrm>
          <a:prstGeom prst="rect">
            <a:avLst/>
          </a:prstGeom>
          <a:noFill/>
          <a:ln>
            <a:noFill/>
          </a:ln>
        </p:spPr>
      </p:pic>
      <p:pic>
        <p:nvPicPr>
          <p:cNvPr id="259" name="Google Shape;259;p3"/>
          <p:cNvPicPr preferRelativeResize="0"/>
          <p:nvPr/>
        </p:nvPicPr>
        <p:blipFill rotWithShape="1">
          <a:blip r:embed="rId4">
            <a:alphaModFix/>
          </a:blip>
          <a:srcRect b="0" l="0" r="0" t="0"/>
          <a:stretch/>
        </p:blipFill>
        <p:spPr>
          <a:xfrm>
            <a:off x="138128" y="152399"/>
            <a:ext cx="638322" cy="602644"/>
          </a:xfrm>
          <a:prstGeom prst="rect">
            <a:avLst/>
          </a:prstGeom>
          <a:noFill/>
          <a:ln>
            <a:noFill/>
          </a:ln>
        </p:spPr>
      </p:pic>
      <p:sp>
        <p:nvSpPr>
          <p:cNvPr id="260" name="Google Shape;260;p3"/>
          <p:cNvSpPr txBox="1"/>
          <p:nvPr/>
        </p:nvSpPr>
        <p:spPr>
          <a:xfrm>
            <a:off x="138125" y="755050"/>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400" u="none" cap="none" strike="noStrike">
                <a:solidFill>
                  <a:srgbClr val="202426"/>
                </a:solidFill>
                <a:latin typeface="Raleway Black"/>
                <a:ea typeface="Raleway Black"/>
                <a:cs typeface="Raleway Black"/>
                <a:sym typeface="Raleway Black"/>
              </a:rPr>
              <a:t>30 secs</a:t>
            </a:r>
            <a:endParaRPr b="0" i="0" sz="1400" u="none" cap="none" strike="noStrike">
              <a:solidFill>
                <a:srgbClr val="202426"/>
              </a:solidFill>
              <a:latin typeface="Raleway Black"/>
              <a:ea typeface="Raleway Black"/>
              <a:cs typeface="Raleway Black"/>
              <a:sym typeface="Raleway Black"/>
            </a:endParaRPr>
          </a:p>
        </p:txBody>
      </p:sp>
      <p:pic>
        <p:nvPicPr>
          <p:cNvPr id="261" name="Google Shape;261;p3"/>
          <p:cNvPicPr preferRelativeResize="0"/>
          <p:nvPr/>
        </p:nvPicPr>
        <p:blipFill rotWithShape="1">
          <a:blip r:embed="rId5">
            <a:alphaModFix/>
          </a:blip>
          <a:srcRect b="0" l="0" r="0" t="0"/>
          <a:stretch/>
        </p:blipFill>
        <p:spPr>
          <a:xfrm>
            <a:off x="7806775" y="126450"/>
            <a:ext cx="1255551" cy="283125"/>
          </a:xfrm>
          <a:prstGeom prst="rect">
            <a:avLst/>
          </a:prstGeom>
          <a:noFill/>
          <a:ln>
            <a:noFill/>
          </a:ln>
        </p:spPr>
      </p:pic>
      <p:pic>
        <p:nvPicPr>
          <p:cNvPr id="262" name="Google Shape;262;p3"/>
          <p:cNvPicPr preferRelativeResize="0"/>
          <p:nvPr/>
        </p:nvPicPr>
        <p:blipFill rotWithShape="1">
          <a:blip r:embed="rId6">
            <a:alphaModFix/>
          </a:blip>
          <a:srcRect b="0" l="0" r="0" t="0"/>
          <a:stretch/>
        </p:blipFill>
        <p:spPr>
          <a:xfrm>
            <a:off x="1476528" y="1674303"/>
            <a:ext cx="1001100" cy="1001100"/>
          </a:xfrm>
          <a:prstGeom prst="rect">
            <a:avLst/>
          </a:prstGeom>
          <a:noFill/>
          <a:ln>
            <a:noFill/>
          </a:ln>
        </p:spPr>
      </p:pic>
      <p:sp>
        <p:nvSpPr>
          <p:cNvPr id="263" name="Google Shape;263;p3"/>
          <p:cNvSpPr txBox="1"/>
          <p:nvPr/>
        </p:nvSpPr>
        <p:spPr>
          <a:xfrm>
            <a:off x="1056225" y="968613"/>
            <a:ext cx="18417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570E94"/>
                </a:solidFill>
                <a:latin typeface="Raleway Black"/>
                <a:ea typeface="Raleway Black"/>
                <a:cs typeface="Raleway Black"/>
                <a:sym typeface="Raleway Black"/>
              </a:rPr>
              <a:t>Building strong arguments</a:t>
            </a:r>
            <a:endParaRPr b="0" i="0" sz="1200" u="none" cap="none" strike="noStrike">
              <a:solidFill>
                <a:srgbClr val="000000"/>
              </a:solidFill>
              <a:latin typeface="Arial"/>
              <a:ea typeface="Arial"/>
              <a:cs typeface="Arial"/>
              <a:sym typeface="Arial"/>
            </a:endParaRPr>
          </a:p>
        </p:txBody>
      </p:sp>
      <p:sp>
        <p:nvSpPr>
          <p:cNvPr id="264" name="Google Shape;264;p3"/>
          <p:cNvSpPr txBox="1"/>
          <p:nvPr/>
        </p:nvSpPr>
        <p:spPr>
          <a:xfrm>
            <a:off x="2059575" y="4063725"/>
            <a:ext cx="19833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570E94"/>
                </a:solidFill>
                <a:latin typeface="Raleway Black"/>
                <a:ea typeface="Raleway Black"/>
                <a:cs typeface="Raleway Black"/>
                <a:sym typeface="Raleway Black"/>
              </a:rPr>
              <a:t>Building a strong opposition </a:t>
            </a:r>
            <a:endParaRPr b="0" i="0" sz="1400" u="none" cap="none" strike="noStrike">
              <a:solidFill>
                <a:srgbClr val="000000"/>
              </a:solidFill>
              <a:latin typeface="Arial"/>
              <a:ea typeface="Arial"/>
              <a:cs typeface="Arial"/>
              <a:sym typeface="Arial"/>
            </a:endParaRPr>
          </a:p>
        </p:txBody>
      </p:sp>
      <p:pic>
        <p:nvPicPr>
          <p:cNvPr id="265" name="Google Shape;265;p3"/>
          <p:cNvPicPr preferRelativeResize="0"/>
          <p:nvPr/>
        </p:nvPicPr>
        <p:blipFill rotWithShape="1">
          <a:blip r:embed="rId7">
            <a:alphaModFix/>
          </a:blip>
          <a:srcRect b="0" l="0" r="44474" t="0"/>
          <a:stretch/>
        </p:blipFill>
        <p:spPr>
          <a:xfrm>
            <a:off x="2440812" y="2955800"/>
            <a:ext cx="1058110" cy="1001100"/>
          </a:xfrm>
          <a:prstGeom prst="rect">
            <a:avLst/>
          </a:prstGeom>
          <a:noFill/>
          <a:ln>
            <a:noFill/>
          </a:ln>
        </p:spPr>
      </p:pic>
      <p:sp>
        <p:nvSpPr>
          <p:cNvPr id="266" name="Google Shape;266;p3"/>
          <p:cNvSpPr txBox="1"/>
          <p:nvPr/>
        </p:nvSpPr>
        <p:spPr>
          <a:xfrm>
            <a:off x="3018375" y="968625"/>
            <a:ext cx="22887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570E94"/>
                </a:solidFill>
                <a:latin typeface="Raleway Black"/>
                <a:ea typeface="Raleway Black"/>
                <a:cs typeface="Raleway Black"/>
                <a:sym typeface="Raleway Black"/>
              </a:rPr>
              <a:t>Scripting and delivering techniques </a:t>
            </a:r>
            <a:endParaRPr b="0" i="0" sz="1400" u="none" cap="none" strike="noStrike">
              <a:solidFill>
                <a:srgbClr val="000000"/>
              </a:solidFill>
              <a:latin typeface="Arial"/>
              <a:ea typeface="Arial"/>
              <a:cs typeface="Arial"/>
              <a:sym typeface="Arial"/>
            </a:endParaRPr>
          </a:p>
        </p:txBody>
      </p:sp>
      <p:pic>
        <p:nvPicPr>
          <p:cNvPr id="267" name="Google Shape;267;p3"/>
          <p:cNvPicPr preferRelativeResize="0"/>
          <p:nvPr/>
        </p:nvPicPr>
        <p:blipFill rotWithShape="1">
          <a:blip r:embed="rId8">
            <a:alphaModFix/>
          </a:blip>
          <a:srcRect b="0" l="0" r="0" t="0"/>
          <a:stretch/>
        </p:blipFill>
        <p:spPr>
          <a:xfrm>
            <a:off x="3643398" y="1674450"/>
            <a:ext cx="947655" cy="883500"/>
          </a:xfrm>
          <a:prstGeom prst="rect">
            <a:avLst/>
          </a:prstGeom>
          <a:noFill/>
          <a:ln>
            <a:noFill/>
          </a:ln>
        </p:spPr>
      </p:pic>
      <p:sp>
        <p:nvSpPr>
          <p:cNvPr id="268" name="Google Shape;268;p3"/>
          <p:cNvSpPr txBox="1"/>
          <p:nvPr/>
        </p:nvSpPr>
        <p:spPr>
          <a:xfrm>
            <a:off x="3553675" y="4118325"/>
            <a:ext cx="30000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570E94"/>
                </a:solidFill>
                <a:latin typeface="Raleway Black"/>
                <a:ea typeface="Raleway Black"/>
                <a:cs typeface="Raleway Black"/>
                <a:sym typeface="Raleway Black"/>
              </a:rPr>
              <a:t>Lincoln- Douglas</a:t>
            </a:r>
            <a:endParaRPr b="0" i="0" sz="1400" u="none" cap="none" strike="noStrike">
              <a:solidFill>
                <a:srgbClr val="570E94"/>
              </a:solidFill>
              <a:latin typeface="Raleway Black"/>
              <a:ea typeface="Raleway Black"/>
              <a:cs typeface="Raleway Black"/>
              <a:sym typeface="Raleway Black"/>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570E94"/>
                </a:solidFill>
                <a:latin typeface="Raleway Black"/>
                <a:ea typeface="Raleway Black"/>
                <a:cs typeface="Raleway Black"/>
                <a:sym typeface="Raleway Black"/>
              </a:rPr>
              <a:t> Debate</a:t>
            </a:r>
            <a:endParaRPr b="0" i="0" sz="1400" u="none" cap="none" strike="noStrike">
              <a:solidFill>
                <a:schemeClr val="dk1"/>
              </a:solidFill>
              <a:latin typeface="Arial"/>
              <a:ea typeface="Arial"/>
              <a:cs typeface="Arial"/>
              <a:sym typeface="Arial"/>
            </a:endParaRPr>
          </a:p>
        </p:txBody>
      </p:sp>
      <p:pic>
        <p:nvPicPr>
          <p:cNvPr id="269" name="Google Shape;269;p3"/>
          <p:cNvPicPr preferRelativeResize="0"/>
          <p:nvPr/>
        </p:nvPicPr>
        <p:blipFill rotWithShape="1">
          <a:blip r:embed="rId9">
            <a:alphaModFix/>
          </a:blip>
          <a:srcRect b="0" l="0" r="0" t="0"/>
          <a:stretch/>
        </p:blipFill>
        <p:spPr>
          <a:xfrm>
            <a:off x="4614850" y="3168999"/>
            <a:ext cx="947650" cy="766017"/>
          </a:xfrm>
          <a:prstGeom prst="rect">
            <a:avLst/>
          </a:prstGeom>
          <a:noFill/>
          <a:ln>
            <a:noFill/>
          </a:ln>
        </p:spPr>
      </p:pic>
      <p:sp>
        <p:nvSpPr>
          <p:cNvPr id="270" name="Google Shape;270;p3"/>
          <p:cNvSpPr txBox="1"/>
          <p:nvPr/>
        </p:nvSpPr>
        <p:spPr>
          <a:xfrm>
            <a:off x="4664325" y="1026450"/>
            <a:ext cx="30000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570E94"/>
                </a:solidFill>
                <a:latin typeface="Raleway Black"/>
                <a:ea typeface="Raleway Black"/>
                <a:cs typeface="Raleway Black"/>
                <a:sym typeface="Raleway Black"/>
              </a:rPr>
              <a:t> Policy Debate</a:t>
            </a:r>
            <a:endParaRPr b="0" i="0" sz="1400" u="none" cap="none" strike="noStrike">
              <a:solidFill>
                <a:schemeClr val="dk1"/>
              </a:solidFill>
              <a:latin typeface="Arial"/>
              <a:ea typeface="Arial"/>
              <a:cs typeface="Arial"/>
              <a:sym typeface="Arial"/>
            </a:endParaRPr>
          </a:p>
        </p:txBody>
      </p:sp>
      <p:pic>
        <p:nvPicPr>
          <p:cNvPr id="271" name="Google Shape;271;p3"/>
          <p:cNvPicPr preferRelativeResize="0"/>
          <p:nvPr/>
        </p:nvPicPr>
        <p:blipFill rotWithShape="1">
          <a:blip r:embed="rId10">
            <a:alphaModFix/>
          </a:blip>
          <a:srcRect b="0" l="19018" r="10464" t="0"/>
          <a:stretch/>
        </p:blipFill>
        <p:spPr>
          <a:xfrm>
            <a:off x="5635261" y="1574700"/>
            <a:ext cx="1058125" cy="93191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grpSp>
        <p:nvGrpSpPr>
          <p:cNvPr id="276" name="Google Shape;276;p5"/>
          <p:cNvGrpSpPr/>
          <p:nvPr/>
        </p:nvGrpSpPr>
        <p:grpSpPr>
          <a:xfrm>
            <a:off x="5078727" y="1804300"/>
            <a:ext cx="3984948" cy="3264076"/>
            <a:chOff x="4718427" y="1468850"/>
            <a:chExt cx="3984948" cy="3264076"/>
          </a:xfrm>
        </p:grpSpPr>
        <p:sp>
          <p:nvSpPr>
            <p:cNvPr id="277" name="Google Shape;277;p5"/>
            <p:cNvSpPr/>
            <p:nvPr/>
          </p:nvSpPr>
          <p:spPr>
            <a:xfrm flipH="1">
              <a:off x="4718427" y="1868757"/>
              <a:ext cx="3850994" cy="2862904"/>
            </a:xfrm>
            <a:custGeom>
              <a:rect b="b" l="l" r="r" t="t"/>
              <a:pathLst>
                <a:path extrusionOk="0" h="73206" w="98472">
                  <a:moveTo>
                    <a:pt x="38560" y="0"/>
                  </a:moveTo>
                  <a:cubicBezTo>
                    <a:pt x="36709" y="0"/>
                    <a:pt x="34860" y="219"/>
                    <a:pt x="33058" y="674"/>
                  </a:cubicBezTo>
                  <a:cubicBezTo>
                    <a:pt x="23634" y="3055"/>
                    <a:pt x="16141" y="11727"/>
                    <a:pt x="15138" y="21376"/>
                  </a:cubicBezTo>
                  <a:cubicBezTo>
                    <a:pt x="14612" y="26589"/>
                    <a:pt x="15639" y="32354"/>
                    <a:pt x="12682" y="36664"/>
                  </a:cubicBezTo>
                  <a:cubicBezTo>
                    <a:pt x="11103" y="38970"/>
                    <a:pt x="8572" y="40474"/>
                    <a:pt x="6516" y="42379"/>
                  </a:cubicBezTo>
                  <a:cubicBezTo>
                    <a:pt x="2231" y="46364"/>
                    <a:pt x="0" y="52429"/>
                    <a:pt x="677" y="58243"/>
                  </a:cubicBezTo>
                  <a:cubicBezTo>
                    <a:pt x="1354" y="64033"/>
                    <a:pt x="4912" y="69447"/>
                    <a:pt x="9975" y="72354"/>
                  </a:cubicBezTo>
                  <a:lnTo>
                    <a:pt x="91730" y="73206"/>
                  </a:lnTo>
                  <a:cubicBezTo>
                    <a:pt x="95590" y="72905"/>
                    <a:pt x="98472" y="68419"/>
                    <a:pt x="97169" y="64785"/>
                  </a:cubicBezTo>
                  <a:cubicBezTo>
                    <a:pt x="96642" y="63331"/>
                    <a:pt x="95615" y="62128"/>
                    <a:pt x="94838" y="60800"/>
                  </a:cubicBezTo>
                  <a:cubicBezTo>
                    <a:pt x="91830" y="55637"/>
                    <a:pt x="92883" y="49171"/>
                    <a:pt x="93610" y="43231"/>
                  </a:cubicBezTo>
                  <a:cubicBezTo>
                    <a:pt x="94311" y="37266"/>
                    <a:pt x="94286" y="30424"/>
                    <a:pt x="89925" y="26339"/>
                  </a:cubicBezTo>
                  <a:cubicBezTo>
                    <a:pt x="83259" y="20048"/>
                    <a:pt x="71053" y="24333"/>
                    <a:pt x="64186" y="18268"/>
                  </a:cubicBezTo>
                  <a:cubicBezTo>
                    <a:pt x="61780" y="16138"/>
                    <a:pt x="60477" y="13080"/>
                    <a:pt x="58672" y="10424"/>
                  </a:cubicBezTo>
                  <a:cubicBezTo>
                    <a:pt x="54253" y="3917"/>
                    <a:pt x="46391" y="0"/>
                    <a:pt x="38560" y="0"/>
                  </a:cubicBezTo>
                  <a:close/>
                </a:path>
              </a:pathLst>
            </a:custGeom>
            <a:solidFill>
              <a:srgbClr val="F7B681">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5"/>
            <p:cNvSpPr/>
            <p:nvPr/>
          </p:nvSpPr>
          <p:spPr>
            <a:xfrm flipH="1">
              <a:off x="5627537" y="1468850"/>
              <a:ext cx="2252048" cy="2464442"/>
            </a:xfrm>
            <a:custGeom>
              <a:rect b="b" l="l" r="r" t="t"/>
              <a:pathLst>
                <a:path extrusionOk="0" h="53537" w="48923">
                  <a:moveTo>
                    <a:pt x="26530" y="1"/>
                  </a:moveTo>
                  <a:cubicBezTo>
                    <a:pt x="25217" y="1"/>
                    <a:pt x="23901" y="199"/>
                    <a:pt x="22632" y="604"/>
                  </a:cubicBezTo>
                  <a:lnTo>
                    <a:pt x="21379" y="829"/>
                  </a:lnTo>
                  <a:cubicBezTo>
                    <a:pt x="20527" y="715"/>
                    <a:pt x="19739" y="652"/>
                    <a:pt x="18993" y="652"/>
                  </a:cubicBezTo>
                  <a:cubicBezTo>
                    <a:pt x="16624" y="652"/>
                    <a:pt x="14675" y="1294"/>
                    <a:pt x="12406" y="3010"/>
                  </a:cubicBezTo>
                  <a:cubicBezTo>
                    <a:pt x="9424" y="5240"/>
                    <a:pt x="7218" y="8699"/>
                    <a:pt x="6316" y="12509"/>
                  </a:cubicBezTo>
                  <a:cubicBezTo>
                    <a:pt x="5840" y="14539"/>
                    <a:pt x="5715" y="16669"/>
                    <a:pt x="4938" y="18624"/>
                  </a:cubicBezTo>
                  <a:cubicBezTo>
                    <a:pt x="4111" y="20729"/>
                    <a:pt x="2532" y="22534"/>
                    <a:pt x="2056" y="24764"/>
                  </a:cubicBezTo>
                  <a:cubicBezTo>
                    <a:pt x="1128" y="29226"/>
                    <a:pt x="4787" y="33461"/>
                    <a:pt x="4111" y="37947"/>
                  </a:cubicBezTo>
                  <a:cubicBezTo>
                    <a:pt x="3860" y="39627"/>
                    <a:pt x="2983" y="41155"/>
                    <a:pt x="2156" y="42634"/>
                  </a:cubicBezTo>
                  <a:cubicBezTo>
                    <a:pt x="1304" y="44113"/>
                    <a:pt x="452" y="45642"/>
                    <a:pt x="226" y="47346"/>
                  </a:cubicBezTo>
                  <a:cubicBezTo>
                    <a:pt x="0" y="49075"/>
                    <a:pt x="552" y="51005"/>
                    <a:pt x="1955" y="51757"/>
                  </a:cubicBezTo>
                  <a:cubicBezTo>
                    <a:pt x="1955" y="51757"/>
                    <a:pt x="4922" y="52560"/>
                    <a:pt x="6904" y="52560"/>
                  </a:cubicBezTo>
                  <a:cubicBezTo>
                    <a:pt x="6934" y="52560"/>
                    <a:pt x="6963" y="52559"/>
                    <a:pt x="6993" y="52559"/>
                  </a:cubicBezTo>
                  <a:lnTo>
                    <a:pt x="7845" y="47622"/>
                  </a:lnTo>
                  <a:lnTo>
                    <a:pt x="8522" y="53085"/>
                  </a:lnTo>
                  <a:cubicBezTo>
                    <a:pt x="8522" y="53085"/>
                    <a:pt x="14053" y="53536"/>
                    <a:pt x="22876" y="53536"/>
                  </a:cubicBezTo>
                  <a:cubicBezTo>
                    <a:pt x="24027" y="53536"/>
                    <a:pt x="25234" y="53529"/>
                    <a:pt x="26492" y="53511"/>
                  </a:cubicBezTo>
                  <a:cubicBezTo>
                    <a:pt x="37394" y="53336"/>
                    <a:pt x="40652" y="50704"/>
                    <a:pt x="40652" y="50704"/>
                  </a:cubicBezTo>
                  <a:lnTo>
                    <a:pt x="40627" y="46343"/>
                  </a:lnTo>
                  <a:lnTo>
                    <a:pt x="42256" y="50629"/>
                  </a:lnTo>
                  <a:cubicBezTo>
                    <a:pt x="42256" y="50629"/>
                    <a:pt x="48146" y="50328"/>
                    <a:pt x="48397" y="48474"/>
                  </a:cubicBezTo>
                  <a:cubicBezTo>
                    <a:pt x="48923" y="44840"/>
                    <a:pt x="48221" y="41707"/>
                    <a:pt x="47018" y="39827"/>
                  </a:cubicBezTo>
                  <a:cubicBezTo>
                    <a:pt x="45840" y="37947"/>
                    <a:pt x="44261" y="36143"/>
                    <a:pt x="44086" y="33837"/>
                  </a:cubicBezTo>
                  <a:cubicBezTo>
                    <a:pt x="43885" y="31657"/>
                    <a:pt x="44687" y="30128"/>
                    <a:pt x="44211" y="28023"/>
                  </a:cubicBezTo>
                  <a:cubicBezTo>
                    <a:pt x="43660" y="25566"/>
                    <a:pt x="41655" y="24890"/>
                    <a:pt x="40652" y="22634"/>
                  </a:cubicBezTo>
                  <a:cubicBezTo>
                    <a:pt x="39650" y="20353"/>
                    <a:pt x="40226" y="17596"/>
                    <a:pt x="40276" y="15040"/>
                  </a:cubicBezTo>
                  <a:cubicBezTo>
                    <a:pt x="40301" y="10353"/>
                    <a:pt x="38246" y="5742"/>
                    <a:pt x="34863" y="2960"/>
                  </a:cubicBezTo>
                  <a:cubicBezTo>
                    <a:pt x="32494" y="1027"/>
                    <a:pt x="29520" y="1"/>
                    <a:pt x="2653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5"/>
            <p:cNvSpPr/>
            <p:nvPr/>
          </p:nvSpPr>
          <p:spPr>
            <a:xfrm flipH="1">
              <a:off x="5247889" y="3150768"/>
              <a:ext cx="1262395" cy="1332779"/>
            </a:xfrm>
            <a:custGeom>
              <a:rect b="b" l="l" r="r" t="t"/>
              <a:pathLst>
                <a:path extrusionOk="0" h="28953" w="27424">
                  <a:moveTo>
                    <a:pt x="3728" y="1"/>
                  </a:moveTo>
                  <a:cubicBezTo>
                    <a:pt x="1" y="1"/>
                    <a:pt x="4472" y="9052"/>
                    <a:pt x="1709" y="11938"/>
                  </a:cubicBezTo>
                  <a:cubicBezTo>
                    <a:pt x="1835" y="13241"/>
                    <a:pt x="5594" y="20359"/>
                    <a:pt x="6045" y="20985"/>
                  </a:cubicBezTo>
                  <a:cubicBezTo>
                    <a:pt x="8025" y="23767"/>
                    <a:pt x="10180" y="26875"/>
                    <a:pt x="12862" y="28178"/>
                  </a:cubicBezTo>
                  <a:cubicBezTo>
                    <a:pt x="14011" y="28735"/>
                    <a:pt x="15157" y="28953"/>
                    <a:pt x="16207" y="28953"/>
                  </a:cubicBezTo>
                  <a:cubicBezTo>
                    <a:pt x="18042" y="28953"/>
                    <a:pt x="19582" y="28288"/>
                    <a:pt x="20331" y="27602"/>
                  </a:cubicBezTo>
                  <a:cubicBezTo>
                    <a:pt x="22712" y="25422"/>
                    <a:pt x="26371" y="15422"/>
                    <a:pt x="27424" y="11612"/>
                  </a:cubicBezTo>
                  <a:cubicBezTo>
                    <a:pt x="24592" y="11161"/>
                    <a:pt x="22085" y="10259"/>
                    <a:pt x="19228" y="9557"/>
                  </a:cubicBezTo>
                  <a:cubicBezTo>
                    <a:pt x="19028" y="9858"/>
                    <a:pt x="17073" y="13592"/>
                    <a:pt x="16872" y="13893"/>
                  </a:cubicBezTo>
                  <a:cubicBezTo>
                    <a:pt x="16496" y="14670"/>
                    <a:pt x="16095" y="15472"/>
                    <a:pt x="15719" y="16274"/>
                  </a:cubicBezTo>
                  <a:lnTo>
                    <a:pt x="15744" y="16299"/>
                  </a:lnTo>
                  <a:lnTo>
                    <a:pt x="13915" y="20785"/>
                  </a:lnTo>
                  <a:cubicBezTo>
                    <a:pt x="14291" y="19582"/>
                    <a:pt x="14967" y="17953"/>
                    <a:pt x="15719" y="16274"/>
                  </a:cubicBezTo>
                  <a:cubicBezTo>
                    <a:pt x="15719" y="16274"/>
                    <a:pt x="9178" y="384"/>
                    <a:pt x="3915" y="8"/>
                  </a:cubicBezTo>
                  <a:cubicBezTo>
                    <a:pt x="3850" y="3"/>
                    <a:pt x="3788" y="1"/>
                    <a:pt x="3728"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5"/>
            <p:cNvSpPr/>
            <p:nvPr/>
          </p:nvSpPr>
          <p:spPr>
            <a:xfrm flipH="1">
              <a:off x="5728945" y="3785216"/>
              <a:ext cx="145417" cy="327015"/>
            </a:xfrm>
            <a:custGeom>
              <a:rect b="b" l="l" r="r" t="t"/>
              <a:pathLst>
                <a:path extrusionOk="0" h="7104" w="3159">
                  <a:moveTo>
                    <a:pt x="3043" y="1"/>
                  </a:moveTo>
                  <a:cubicBezTo>
                    <a:pt x="3008" y="1"/>
                    <a:pt x="2976" y="24"/>
                    <a:pt x="2958" y="61"/>
                  </a:cubicBezTo>
                  <a:cubicBezTo>
                    <a:pt x="2532" y="938"/>
                    <a:pt x="2156" y="1715"/>
                    <a:pt x="1830" y="2467"/>
                  </a:cubicBezTo>
                  <a:cubicBezTo>
                    <a:pt x="1830" y="2467"/>
                    <a:pt x="1830" y="2492"/>
                    <a:pt x="1830" y="2517"/>
                  </a:cubicBezTo>
                  <a:lnTo>
                    <a:pt x="1" y="6953"/>
                  </a:lnTo>
                  <a:cubicBezTo>
                    <a:pt x="1" y="7003"/>
                    <a:pt x="1" y="7078"/>
                    <a:pt x="76" y="7103"/>
                  </a:cubicBezTo>
                  <a:lnTo>
                    <a:pt x="101" y="7103"/>
                  </a:lnTo>
                  <a:cubicBezTo>
                    <a:pt x="151" y="7103"/>
                    <a:pt x="176" y="7078"/>
                    <a:pt x="201" y="7028"/>
                  </a:cubicBezTo>
                  <a:lnTo>
                    <a:pt x="2031" y="2567"/>
                  </a:lnTo>
                  <a:cubicBezTo>
                    <a:pt x="2031" y="2542"/>
                    <a:pt x="2031" y="2517"/>
                    <a:pt x="2031" y="2517"/>
                  </a:cubicBezTo>
                  <a:cubicBezTo>
                    <a:pt x="2356" y="1790"/>
                    <a:pt x="2732" y="1013"/>
                    <a:pt x="3133" y="161"/>
                  </a:cubicBezTo>
                  <a:cubicBezTo>
                    <a:pt x="3158" y="111"/>
                    <a:pt x="3133" y="36"/>
                    <a:pt x="3083" y="10"/>
                  </a:cubicBezTo>
                  <a:cubicBezTo>
                    <a:pt x="3070" y="4"/>
                    <a:pt x="3056" y="1"/>
                    <a:pt x="30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5"/>
            <p:cNvSpPr/>
            <p:nvPr/>
          </p:nvSpPr>
          <p:spPr>
            <a:xfrm flipH="1">
              <a:off x="5027491" y="3129684"/>
              <a:ext cx="614948" cy="561412"/>
            </a:xfrm>
            <a:custGeom>
              <a:rect b="b" l="l" r="r" t="t"/>
              <a:pathLst>
                <a:path extrusionOk="0" h="12196" w="13359">
                  <a:moveTo>
                    <a:pt x="8247" y="0"/>
                  </a:moveTo>
                  <a:cubicBezTo>
                    <a:pt x="7857" y="0"/>
                    <a:pt x="7474" y="213"/>
                    <a:pt x="7268" y="591"/>
                  </a:cubicBezTo>
                  <a:lnTo>
                    <a:pt x="5765" y="3348"/>
                  </a:lnTo>
                  <a:lnTo>
                    <a:pt x="6466" y="1694"/>
                  </a:lnTo>
                  <a:cubicBezTo>
                    <a:pt x="6692" y="1218"/>
                    <a:pt x="6466" y="641"/>
                    <a:pt x="5965" y="416"/>
                  </a:cubicBezTo>
                  <a:lnTo>
                    <a:pt x="5790" y="341"/>
                  </a:lnTo>
                  <a:cubicBezTo>
                    <a:pt x="5658" y="281"/>
                    <a:pt x="5520" y="253"/>
                    <a:pt x="5386" y="253"/>
                  </a:cubicBezTo>
                  <a:cubicBezTo>
                    <a:pt x="5009" y="253"/>
                    <a:pt x="4653" y="473"/>
                    <a:pt x="4486" y="842"/>
                  </a:cubicBezTo>
                  <a:lnTo>
                    <a:pt x="3233" y="3749"/>
                  </a:lnTo>
                  <a:cubicBezTo>
                    <a:pt x="3208" y="3774"/>
                    <a:pt x="3208" y="3824"/>
                    <a:pt x="3183" y="3849"/>
                  </a:cubicBezTo>
                  <a:cubicBezTo>
                    <a:pt x="2882" y="4250"/>
                    <a:pt x="2682" y="5153"/>
                    <a:pt x="2080" y="5529"/>
                  </a:cubicBezTo>
                  <a:cubicBezTo>
                    <a:pt x="1964" y="5157"/>
                    <a:pt x="1611" y="4872"/>
                    <a:pt x="1201" y="4872"/>
                  </a:cubicBezTo>
                  <a:cubicBezTo>
                    <a:pt x="1169" y="4872"/>
                    <a:pt x="1136" y="4873"/>
                    <a:pt x="1103" y="4877"/>
                  </a:cubicBezTo>
                  <a:lnTo>
                    <a:pt x="902" y="4902"/>
                  </a:lnTo>
                  <a:cubicBezTo>
                    <a:pt x="376" y="4927"/>
                    <a:pt x="0" y="5403"/>
                    <a:pt x="50" y="5930"/>
                  </a:cubicBezTo>
                  <a:lnTo>
                    <a:pt x="451" y="10491"/>
                  </a:lnTo>
                  <a:lnTo>
                    <a:pt x="8471" y="12195"/>
                  </a:lnTo>
                  <a:cubicBezTo>
                    <a:pt x="10100" y="10967"/>
                    <a:pt x="10978" y="8311"/>
                    <a:pt x="11003" y="8110"/>
                  </a:cubicBezTo>
                  <a:lnTo>
                    <a:pt x="13008" y="5654"/>
                  </a:lnTo>
                  <a:cubicBezTo>
                    <a:pt x="13359" y="5228"/>
                    <a:pt x="13283" y="4601"/>
                    <a:pt x="12857" y="4250"/>
                  </a:cubicBezTo>
                  <a:lnTo>
                    <a:pt x="12707" y="4100"/>
                  </a:lnTo>
                  <a:cubicBezTo>
                    <a:pt x="12514" y="3950"/>
                    <a:pt x="12289" y="3878"/>
                    <a:pt x="12067" y="3878"/>
                  </a:cubicBezTo>
                  <a:cubicBezTo>
                    <a:pt x="11770" y="3878"/>
                    <a:pt x="11479" y="4007"/>
                    <a:pt x="11278" y="4250"/>
                  </a:cubicBezTo>
                  <a:lnTo>
                    <a:pt x="10151" y="5654"/>
                  </a:lnTo>
                  <a:lnTo>
                    <a:pt x="10126" y="5654"/>
                  </a:lnTo>
                  <a:lnTo>
                    <a:pt x="11554" y="3473"/>
                  </a:lnTo>
                  <a:cubicBezTo>
                    <a:pt x="11880" y="2972"/>
                    <a:pt x="11730" y="2295"/>
                    <a:pt x="11228" y="1945"/>
                  </a:cubicBezTo>
                  <a:lnTo>
                    <a:pt x="11028" y="1819"/>
                  </a:lnTo>
                  <a:cubicBezTo>
                    <a:pt x="10848" y="1702"/>
                    <a:pt x="10645" y="1647"/>
                    <a:pt x="10443" y="1647"/>
                  </a:cubicBezTo>
                  <a:cubicBezTo>
                    <a:pt x="10083" y="1647"/>
                    <a:pt x="9724" y="1824"/>
                    <a:pt x="9499" y="2145"/>
                  </a:cubicBezTo>
                  <a:lnTo>
                    <a:pt x="7970" y="4476"/>
                  </a:lnTo>
                  <a:lnTo>
                    <a:pt x="7945" y="4476"/>
                  </a:lnTo>
                  <a:lnTo>
                    <a:pt x="9424" y="1744"/>
                  </a:lnTo>
                  <a:cubicBezTo>
                    <a:pt x="9725" y="1218"/>
                    <a:pt x="9524" y="541"/>
                    <a:pt x="8973" y="240"/>
                  </a:cubicBezTo>
                  <a:lnTo>
                    <a:pt x="8772" y="140"/>
                  </a:lnTo>
                  <a:cubicBezTo>
                    <a:pt x="8606" y="45"/>
                    <a:pt x="8426" y="0"/>
                    <a:pt x="8247"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5"/>
            <p:cNvSpPr/>
            <p:nvPr/>
          </p:nvSpPr>
          <p:spPr>
            <a:xfrm flipH="1">
              <a:off x="5207470" y="3428541"/>
              <a:ext cx="264227" cy="136809"/>
            </a:xfrm>
            <a:custGeom>
              <a:rect b="b" l="l" r="r" t="t"/>
              <a:pathLst>
                <a:path extrusionOk="0" h="2972" w="5740">
                  <a:moveTo>
                    <a:pt x="4670" y="1"/>
                  </a:moveTo>
                  <a:cubicBezTo>
                    <a:pt x="3436" y="1"/>
                    <a:pt x="1333" y="392"/>
                    <a:pt x="26" y="2821"/>
                  </a:cubicBezTo>
                  <a:cubicBezTo>
                    <a:pt x="0" y="2871"/>
                    <a:pt x="26" y="2921"/>
                    <a:pt x="76" y="2946"/>
                  </a:cubicBezTo>
                  <a:cubicBezTo>
                    <a:pt x="101" y="2971"/>
                    <a:pt x="101" y="2971"/>
                    <a:pt x="126" y="2971"/>
                  </a:cubicBezTo>
                  <a:cubicBezTo>
                    <a:pt x="151" y="2971"/>
                    <a:pt x="201" y="2946"/>
                    <a:pt x="226" y="2921"/>
                  </a:cubicBezTo>
                  <a:cubicBezTo>
                    <a:pt x="1473" y="581"/>
                    <a:pt x="3512" y="208"/>
                    <a:pt x="4692" y="208"/>
                  </a:cubicBezTo>
                  <a:cubicBezTo>
                    <a:pt x="5243" y="208"/>
                    <a:pt x="5607" y="290"/>
                    <a:pt x="5615" y="290"/>
                  </a:cubicBezTo>
                  <a:cubicBezTo>
                    <a:pt x="5624" y="294"/>
                    <a:pt x="5633" y="296"/>
                    <a:pt x="5642" y="296"/>
                  </a:cubicBezTo>
                  <a:cubicBezTo>
                    <a:pt x="5682" y="296"/>
                    <a:pt x="5719" y="255"/>
                    <a:pt x="5740" y="215"/>
                  </a:cubicBezTo>
                  <a:cubicBezTo>
                    <a:pt x="5740" y="164"/>
                    <a:pt x="5715" y="114"/>
                    <a:pt x="5665" y="89"/>
                  </a:cubicBezTo>
                  <a:cubicBezTo>
                    <a:pt x="5648" y="89"/>
                    <a:pt x="5257" y="1"/>
                    <a:pt x="46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5"/>
            <p:cNvSpPr/>
            <p:nvPr/>
          </p:nvSpPr>
          <p:spPr>
            <a:xfrm flipH="1">
              <a:off x="6193941" y="4180239"/>
              <a:ext cx="1132998" cy="375395"/>
            </a:xfrm>
            <a:custGeom>
              <a:rect b="b" l="l" r="r" t="t"/>
              <a:pathLst>
                <a:path extrusionOk="0" h="8155" w="24613">
                  <a:moveTo>
                    <a:pt x="0" y="1"/>
                  </a:moveTo>
                  <a:lnTo>
                    <a:pt x="276" y="8071"/>
                  </a:lnTo>
                  <a:cubicBezTo>
                    <a:pt x="2084" y="8128"/>
                    <a:pt x="3759" y="8155"/>
                    <a:pt x="5313" y="8155"/>
                  </a:cubicBezTo>
                  <a:cubicBezTo>
                    <a:pt x="22113" y="8155"/>
                    <a:pt x="24612" y="5089"/>
                    <a:pt x="24612" y="5089"/>
                  </a:cubicBezTo>
                  <a:lnTo>
                    <a:pt x="24462" y="352"/>
                  </a:lnTo>
                  <a:lnTo>
                    <a:pt x="0" y="1"/>
                  </a:ln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84" name="Google Shape;284;p5"/>
            <p:cNvGrpSpPr/>
            <p:nvPr/>
          </p:nvGrpSpPr>
          <p:grpSpPr>
            <a:xfrm flipH="1">
              <a:off x="6158767" y="4293001"/>
              <a:ext cx="1210648" cy="437401"/>
              <a:chOff x="6861454" y="4410459"/>
              <a:chExt cx="657496" cy="237550"/>
            </a:xfrm>
          </p:grpSpPr>
          <p:sp>
            <p:nvSpPr>
              <p:cNvPr id="285" name="Google Shape;285;p5"/>
              <p:cNvSpPr/>
              <p:nvPr/>
            </p:nvSpPr>
            <p:spPr>
              <a:xfrm>
                <a:off x="6886075" y="4476225"/>
                <a:ext cx="632875" cy="128475"/>
              </a:xfrm>
              <a:custGeom>
                <a:rect b="b" l="l" r="r" t="t"/>
                <a:pathLst>
                  <a:path extrusionOk="0" h="5139" w="25315">
                    <a:moveTo>
                      <a:pt x="15540" y="2281"/>
                    </a:moveTo>
                    <a:cubicBezTo>
                      <a:pt x="15890" y="2281"/>
                      <a:pt x="16191" y="2582"/>
                      <a:pt x="16191" y="2933"/>
                    </a:cubicBezTo>
                    <a:cubicBezTo>
                      <a:pt x="16191" y="3284"/>
                      <a:pt x="15890" y="3585"/>
                      <a:pt x="15540" y="3585"/>
                    </a:cubicBezTo>
                    <a:cubicBezTo>
                      <a:pt x="15164" y="3585"/>
                      <a:pt x="14863" y="3284"/>
                      <a:pt x="14863" y="2933"/>
                    </a:cubicBezTo>
                    <a:cubicBezTo>
                      <a:pt x="14863" y="2582"/>
                      <a:pt x="15164" y="2281"/>
                      <a:pt x="15540" y="2281"/>
                    </a:cubicBezTo>
                    <a:close/>
                    <a:moveTo>
                      <a:pt x="24537" y="1"/>
                    </a:moveTo>
                    <a:lnTo>
                      <a:pt x="201" y="2983"/>
                    </a:lnTo>
                    <a:lnTo>
                      <a:pt x="1" y="4186"/>
                    </a:lnTo>
                    <a:cubicBezTo>
                      <a:pt x="2306" y="4450"/>
                      <a:pt x="4553" y="4559"/>
                      <a:pt x="6690" y="4559"/>
                    </a:cubicBezTo>
                    <a:cubicBezTo>
                      <a:pt x="9432" y="4559"/>
                      <a:pt x="11993" y="4379"/>
                      <a:pt x="14261" y="4111"/>
                    </a:cubicBezTo>
                    <a:lnTo>
                      <a:pt x="14236" y="2532"/>
                    </a:lnTo>
                    <a:cubicBezTo>
                      <a:pt x="14236" y="2457"/>
                      <a:pt x="14286" y="2407"/>
                      <a:pt x="14362" y="2407"/>
                    </a:cubicBezTo>
                    <a:cubicBezTo>
                      <a:pt x="14412" y="2407"/>
                      <a:pt x="14462" y="2457"/>
                      <a:pt x="14487" y="2532"/>
                    </a:cubicBezTo>
                    <a:lnTo>
                      <a:pt x="14487" y="4086"/>
                    </a:lnTo>
                    <a:cubicBezTo>
                      <a:pt x="15214" y="4011"/>
                      <a:pt x="15916" y="3910"/>
                      <a:pt x="16592" y="3810"/>
                    </a:cubicBezTo>
                    <a:cubicBezTo>
                      <a:pt x="16592" y="2883"/>
                      <a:pt x="16567" y="2256"/>
                      <a:pt x="16567" y="2231"/>
                    </a:cubicBezTo>
                    <a:cubicBezTo>
                      <a:pt x="16567" y="2156"/>
                      <a:pt x="16617" y="2106"/>
                      <a:pt x="16667" y="2106"/>
                    </a:cubicBezTo>
                    <a:cubicBezTo>
                      <a:pt x="16743" y="2106"/>
                      <a:pt x="16793" y="2156"/>
                      <a:pt x="16793" y="2231"/>
                    </a:cubicBezTo>
                    <a:cubicBezTo>
                      <a:pt x="16793" y="2306"/>
                      <a:pt x="16818" y="2908"/>
                      <a:pt x="16843" y="3760"/>
                    </a:cubicBezTo>
                    <a:cubicBezTo>
                      <a:pt x="21354" y="3058"/>
                      <a:pt x="24236" y="2131"/>
                      <a:pt x="24312" y="2106"/>
                    </a:cubicBezTo>
                    <a:cubicBezTo>
                      <a:pt x="24362" y="2106"/>
                      <a:pt x="24437" y="2131"/>
                      <a:pt x="24462" y="2181"/>
                    </a:cubicBezTo>
                    <a:cubicBezTo>
                      <a:pt x="24462" y="2256"/>
                      <a:pt x="24437" y="2332"/>
                      <a:pt x="24387" y="2332"/>
                    </a:cubicBezTo>
                    <a:cubicBezTo>
                      <a:pt x="24312" y="2357"/>
                      <a:pt x="21404" y="3284"/>
                      <a:pt x="16843" y="4011"/>
                    </a:cubicBezTo>
                    <a:cubicBezTo>
                      <a:pt x="16843" y="4362"/>
                      <a:pt x="16843" y="4738"/>
                      <a:pt x="16843" y="5139"/>
                    </a:cubicBezTo>
                    <a:lnTo>
                      <a:pt x="25314" y="5139"/>
                    </a:lnTo>
                    <a:cubicBezTo>
                      <a:pt x="24788" y="3058"/>
                      <a:pt x="24487" y="1880"/>
                      <a:pt x="24487" y="1880"/>
                    </a:cubicBezTo>
                    <a:lnTo>
                      <a:pt x="2453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5"/>
              <p:cNvSpPr/>
              <p:nvPr/>
            </p:nvSpPr>
            <p:spPr>
              <a:xfrm>
                <a:off x="6861454" y="4410459"/>
                <a:ext cx="647825" cy="237550"/>
              </a:xfrm>
              <a:custGeom>
                <a:rect b="b" l="l" r="r" t="t"/>
                <a:pathLst>
                  <a:path extrusionOk="0" h="9502" w="25913">
                    <a:moveTo>
                      <a:pt x="264" y="8684"/>
                    </a:moveTo>
                    <a:cubicBezTo>
                      <a:pt x="257" y="8202"/>
                      <a:pt x="800" y="7438"/>
                      <a:pt x="1229" y="5991"/>
                    </a:cubicBezTo>
                    <a:cubicBezTo>
                      <a:pt x="1658" y="4544"/>
                      <a:pt x="-1249" y="61"/>
                      <a:pt x="2837" y="1"/>
                    </a:cubicBezTo>
                    <a:cubicBezTo>
                      <a:pt x="6924" y="-59"/>
                      <a:pt x="24127" y="4075"/>
                      <a:pt x="25748" y="5629"/>
                    </a:cubicBezTo>
                    <a:cubicBezTo>
                      <a:pt x="27369" y="7183"/>
                      <a:pt x="16644" y="8784"/>
                      <a:pt x="12564" y="9327"/>
                    </a:cubicBezTo>
                    <a:cubicBezTo>
                      <a:pt x="8484" y="9870"/>
                      <a:pt x="3319" y="8992"/>
                      <a:pt x="1269" y="8885"/>
                    </a:cubicBezTo>
                    <a:cubicBezTo>
                      <a:pt x="-781" y="8778"/>
                      <a:pt x="271" y="9166"/>
                      <a:pt x="264" y="8684"/>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7" name="Google Shape;287;p5"/>
            <p:cNvSpPr/>
            <p:nvPr/>
          </p:nvSpPr>
          <p:spPr>
            <a:xfrm flipH="1">
              <a:off x="6955070" y="3212362"/>
              <a:ext cx="967189" cy="1474977"/>
            </a:xfrm>
            <a:custGeom>
              <a:rect b="b" l="l" r="r" t="t"/>
              <a:pathLst>
                <a:path extrusionOk="0" h="36381" w="21011">
                  <a:moveTo>
                    <a:pt x="17536" y="0"/>
                  </a:moveTo>
                  <a:cubicBezTo>
                    <a:pt x="17437" y="0"/>
                    <a:pt x="17331" y="8"/>
                    <a:pt x="17218" y="23"/>
                  </a:cubicBezTo>
                  <a:cubicBezTo>
                    <a:pt x="3258" y="1953"/>
                    <a:pt x="0" y="31101"/>
                    <a:pt x="0" y="31101"/>
                  </a:cubicBezTo>
                  <a:cubicBezTo>
                    <a:pt x="647" y="32436"/>
                    <a:pt x="5357" y="36381"/>
                    <a:pt x="8166" y="36381"/>
                  </a:cubicBezTo>
                  <a:cubicBezTo>
                    <a:pt x="8838" y="36381"/>
                    <a:pt x="9402" y="36155"/>
                    <a:pt x="9775" y="35612"/>
                  </a:cubicBezTo>
                  <a:cubicBezTo>
                    <a:pt x="10201" y="34986"/>
                    <a:pt x="19524" y="13231"/>
                    <a:pt x="19649" y="11928"/>
                  </a:cubicBezTo>
                  <a:cubicBezTo>
                    <a:pt x="16872" y="9126"/>
                    <a:pt x="21010" y="0"/>
                    <a:pt x="17536"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5"/>
            <p:cNvSpPr/>
            <p:nvPr/>
          </p:nvSpPr>
          <p:spPr>
            <a:xfrm flipH="1">
              <a:off x="6271269" y="3163244"/>
              <a:ext cx="907991" cy="370147"/>
            </a:xfrm>
            <a:custGeom>
              <a:rect b="b" l="l" r="r" t="t"/>
              <a:pathLst>
                <a:path extrusionOk="0" h="8041" w="19725">
                  <a:moveTo>
                    <a:pt x="17009" y="0"/>
                  </a:moveTo>
                  <a:cubicBezTo>
                    <a:pt x="8313" y="0"/>
                    <a:pt x="1028" y="739"/>
                    <a:pt x="1028" y="739"/>
                  </a:cubicBezTo>
                  <a:cubicBezTo>
                    <a:pt x="1028" y="739"/>
                    <a:pt x="1204" y="4123"/>
                    <a:pt x="1" y="8033"/>
                  </a:cubicBezTo>
                  <a:cubicBezTo>
                    <a:pt x="586" y="8038"/>
                    <a:pt x="1185" y="8041"/>
                    <a:pt x="1797" y="8041"/>
                  </a:cubicBezTo>
                  <a:cubicBezTo>
                    <a:pt x="7102" y="8041"/>
                    <a:pt x="13343" y="7832"/>
                    <a:pt x="19725" y="7181"/>
                  </a:cubicBezTo>
                  <a:cubicBezTo>
                    <a:pt x="18472" y="3421"/>
                    <a:pt x="18948" y="13"/>
                    <a:pt x="18948" y="13"/>
                  </a:cubicBezTo>
                  <a:cubicBezTo>
                    <a:pt x="18296" y="4"/>
                    <a:pt x="17649" y="0"/>
                    <a:pt x="1700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5"/>
            <p:cNvSpPr/>
            <p:nvPr/>
          </p:nvSpPr>
          <p:spPr>
            <a:xfrm flipH="1">
              <a:off x="6105148" y="3493772"/>
              <a:ext cx="1302536" cy="469624"/>
            </a:xfrm>
            <a:custGeom>
              <a:rect b="b" l="l" r="r" t="t"/>
              <a:pathLst>
                <a:path extrusionOk="0" h="10202" w="28296">
                  <a:moveTo>
                    <a:pt x="24687" y="1"/>
                  </a:moveTo>
                  <a:cubicBezTo>
                    <a:pt x="18305" y="652"/>
                    <a:pt x="12064" y="861"/>
                    <a:pt x="6759" y="861"/>
                  </a:cubicBezTo>
                  <a:cubicBezTo>
                    <a:pt x="6147" y="861"/>
                    <a:pt x="5548" y="858"/>
                    <a:pt x="4963" y="853"/>
                  </a:cubicBezTo>
                  <a:cubicBezTo>
                    <a:pt x="4812" y="1304"/>
                    <a:pt x="4662" y="1780"/>
                    <a:pt x="4486" y="2256"/>
                  </a:cubicBezTo>
                  <a:cubicBezTo>
                    <a:pt x="2732" y="6717"/>
                    <a:pt x="0" y="10076"/>
                    <a:pt x="0" y="10076"/>
                  </a:cubicBezTo>
                  <a:lnTo>
                    <a:pt x="0" y="10201"/>
                  </a:lnTo>
                  <a:cubicBezTo>
                    <a:pt x="6993" y="10026"/>
                    <a:pt x="17694" y="9399"/>
                    <a:pt x="28296" y="7394"/>
                  </a:cubicBezTo>
                  <a:cubicBezTo>
                    <a:pt x="28171" y="6216"/>
                    <a:pt x="28070" y="5464"/>
                    <a:pt x="28070" y="5464"/>
                  </a:cubicBezTo>
                  <a:cubicBezTo>
                    <a:pt x="26341" y="3785"/>
                    <a:pt x="25313" y="1855"/>
                    <a:pt x="2468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5"/>
            <p:cNvSpPr/>
            <p:nvPr/>
          </p:nvSpPr>
          <p:spPr>
            <a:xfrm flipH="1">
              <a:off x="6031314" y="4234467"/>
              <a:ext cx="1428296" cy="419540"/>
            </a:xfrm>
            <a:custGeom>
              <a:rect b="b" l="l" r="r" t="t"/>
              <a:pathLst>
                <a:path extrusionOk="0" h="9114" w="31028">
                  <a:moveTo>
                    <a:pt x="30401" y="1"/>
                  </a:moveTo>
                  <a:cubicBezTo>
                    <a:pt x="18747" y="2131"/>
                    <a:pt x="7068" y="2632"/>
                    <a:pt x="376" y="2733"/>
                  </a:cubicBezTo>
                  <a:lnTo>
                    <a:pt x="0" y="7394"/>
                  </a:lnTo>
                  <a:cubicBezTo>
                    <a:pt x="5511" y="8659"/>
                    <a:pt x="10376" y="9113"/>
                    <a:pt x="14522" y="9113"/>
                  </a:cubicBezTo>
                  <a:cubicBezTo>
                    <a:pt x="25084" y="9113"/>
                    <a:pt x="30978" y="6166"/>
                    <a:pt x="30978" y="6166"/>
                  </a:cubicBezTo>
                  <a:cubicBezTo>
                    <a:pt x="31028" y="5815"/>
                    <a:pt x="30752" y="3109"/>
                    <a:pt x="3040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5"/>
            <p:cNvSpPr/>
            <p:nvPr/>
          </p:nvSpPr>
          <p:spPr>
            <a:xfrm flipH="1">
              <a:off x="6060130" y="3834151"/>
              <a:ext cx="1382172" cy="526105"/>
            </a:xfrm>
            <a:custGeom>
              <a:rect b="b" l="l" r="r" t="t"/>
              <a:pathLst>
                <a:path extrusionOk="0" h="11429" w="30026">
                  <a:moveTo>
                    <a:pt x="29048" y="0"/>
                  </a:moveTo>
                  <a:cubicBezTo>
                    <a:pt x="18446" y="2005"/>
                    <a:pt x="7745" y="2632"/>
                    <a:pt x="752" y="2807"/>
                  </a:cubicBezTo>
                  <a:lnTo>
                    <a:pt x="0" y="11429"/>
                  </a:lnTo>
                  <a:cubicBezTo>
                    <a:pt x="6692" y="11328"/>
                    <a:pt x="18371" y="10827"/>
                    <a:pt x="30025" y="8697"/>
                  </a:cubicBezTo>
                  <a:cubicBezTo>
                    <a:pt x="29700" y="5614"/>
                    <a:pt x="29299" y="2130"/>
                    <a:pt x="29048"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5"/>
            <p:cNvSpPr/>
            <p:nvPr/>
          </p:nvSpPr>
          <p:spPr>
            <a:xfrm flipH="1">
              <a:off x="6450050" y="2911112"/>
              <a:ext cx="531906" cy="349893"/>
            </a:xfrm>
            <a:custGeom>
              <a:rect b="b" l="l" r="r" t="t"/>
              <a:pathLst>
                <a:path extrusionOk="0" h="7601" w="11555">
                  <a:moveTo>
                    <a:pt x="6893" y="1"/>
                  </a:moveTo>
                  <a:lnTo>
                    <a:pt x="9173" y="652"/>
                  </a:lnTo>
                  <a:cubicBezTo>
                    <a:pt x="9173" y="652"/>
                    <a:pt x="5686" y="2343"/>
                    <a:pt x="1597" y="2343"/>
                  </a:cubicBezTo>
                  <a:cubicBezTo>
                    <a:pt x="1260" y="2343"/>
                    <a:pt x="920" y="2331"/>
                    <a:pt x="577" y="2307"/>
                  </a:cubicBezTo>
                  <a:lnTo>
                    <a:pt x="501" y="3334"/>
                  </a:lnTo>
                  <a:lnTo>
                    <a:pt x="0" y="6166"/>
                  </a:lnTo>
                  <a:cubicBezTo>
                    <a:pt x="476" y="6392"/>
                    <a:pt x="1805" y="7094"/>
                    <a:pt x="2682" y="7319"/>
                  </a:cubicBezTo>
                  <a:cubicBezTo>
                    <a:pt x="3453" y="7510"/>
                    <a:pt x="4204" y="7601"/>
                    <a:pt x="4950" y="7601"/>
                  </a:cubicBezTo>
                  <a:cubicBezTo>
                    <a:pt x="6651" y="7601"/>
                    <a:pt x="8329" y="7128"/>
                    <a:pt x="10176" y="6292"/>
                  </a:cubicBezTo>
                  <a:lnTo>
                    <a:pt x="10727" y="3585"/>
                  </a:lnTo>
                  <a:lnTo>
                    <a:pt x="11554" y="76"/>
                  </a:lnTo>
                  <a:lnTo>
                    <a:pt x="6893" y="1"/>
                  </a:ln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5"/>
            <p:cNvSpPr/>
            <p:nvPr/>
          </p:nvSpPr>
          <p:spPr>
            <a:xfrm flipH="1">
              <a:off x="6567754" y="2905358"/>
              <a:ext cx="391138" cy="154255"/>
            </a:xfrm>
            <a:custGeom>
              <a:rect b="b" l="l" r="r" t="t"/>
              <a:pathLst>
                <a:path extrusionOk="0" h="3351" w="8497">
                  <a:moveTo>
                    <a:pt x="226" y="1"/>
                  </a:moveTo>
                  <a:lnTo>
                    <a:pt x="0" y="3309"/>
                  </a:lnTo>
                  <a:cubicBezTo>
                    <a:pt x="396" y="3337"/>
                    <a:pt x="788" y="3350"/>
                    <a:pt x="1172" y="3350"/>
                  </a:cubicBezTo>
                  <a:cubicBezTo>
                    <a:pt x="5198" y="3350"/>
                    <a:pt x="8497" y="1930"/>
                    <a:pt x="8497" y="1930"/>
                  </a:cubicBezTo>
                  <a:lnTo>
                    <a:pt x="6392" y="126"/>
                  </a:lnTo>
                  <a:lnTo>
                    <a:pt x="22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5"/>
            <p:cNvSpPr/>
            <p:nvPr/>
          </p:nvSpPr>
          <p:spPr>
            <a:xfrm flipH="1">
              <a:off x="6065881" y="1666200"/>
              <a:ext cx="1308382" cy="1346451"/>
            </a:xfrm>
            <a:custGeom>
              <a:rect b="b" l="l" r="r" t="t"/>
              <a:pathLst>
                <a:path extrusionOk="0" h="29250" w="28423">
                  <a:moveTo>
                    <a:pt x="14222" y="1"/>
                  </a:moveTo>
                  <a:cubicBezTo>
                    <a:pt x="6443" y="1"/>
                    <a:pt x="101" y="6498"/>
                    <a:pt x="51" y="14538"/>
                  </a:cubicBezTo>
                  <a:cubicBezTo>
                    <a:pt x="1" y="22608"/>
                    <a:pt x="6317" y="29199"/>
                    <a:pt x="14136" y="29249"/>
                  </a:cubicBezTo>
                  <a:cubicBezTo>
                    <a:pt x="14166" y="29250"/>
                    <a:pt x="14196" y="29250"/>
                    <a:pt x="14226" y="29250"/>
                  </a:cubicBezTo>
                  <a:cubicBezTo>
                    <a:pt x="22005" y="29250"/>
                    <a:pt x="28347" y="22752"/>
                    <a:pt x="28397" y="14713"/>
                  </a:cubicBezTo>
                  <a:cubicBezTo>
                    <a:pt x="28422" y="6618"/>
                    <a:pt x="22131" y="26"/>
                    <a:pt x="14312" y="1"/>
                  </a:cubicBezTo>
                  <a:cubicBezTo>
                    <a:pt x="14282" y="1"/>
                    <a:pt x="14252" y="1"/>
                    <a:pt x="14222"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5"/>
            <p:cNvSpPr/>
            <p:nvPr/>
          </p:nvSpPr>
          <p:spPr>
            <a:xfrm flipH="1">
              <a:off x="6083193" y="1627168"/>
              <a:ext cx="1367211" cy="710788"/>
            </a:xfrm>
            <a:custGeom>
              <a:rect b="b" l="l" r="r" t="t"/>
              <a:pathLst>
                <a:path extrusionOk="0" h="15441" w="29701">
                  <a:moveTo>
                    <a:pt x="19879" y="0"/>
                  </a:moveTo>
                  <a:cubicBezTo>
                    <a:pt x="18589" y="0"/>
                    <a:pt x="17133" y="214"/>
                    <a:pt x="15490" y="704"/>
                  </a:cubicBezTo>
                  <a:cubicBezTo>
                    <a:pt x="15490" y="704"/>
                    <a:pt x="1" y="1030"/>
                    <a:pt x="3209" y="15441"/>
                  </a:cubicBezTo>
                  <a:cubicBezTo>
                    <a:pt x="3209" y="15441"/>
                    <a:pt x="6843" y="14513"/>
                    <a:pt x="10327" y="13661"/>
                  </a:cubicBezTo>
                  <a:cubicBezTo>
                    <a:pt x="10809" y="13546"/>
                    <a:pt x="10302" y="10904"/>
                    <a:pt x="10214" y="10523"/>
                  </a:cubicBezTo>
                  <a:lnTo>
                    <a:pt x="10214" y="10523"/>
                  </a:lnTo>
                  <a:cubicBezTo>
                    <a:pt x="10341" y="10931"/>
                    <a:pt x="11287" y="13313"/>
                    <a:pt x="11730" y="13313"/>
                  </a:cubicBezTo>
                  <a:cubicBezTo>
                    <a:pt x="11739" y="13313"/>
                    <a:pt x="11747" y="13312"/>
                    <a:pt x="11755" y="13310"/>
                  </a:cubicBezTo>
                  <a:cubicBezTo>
                    <a:pt x="16116" y="12258"/>
                    <a:pt x="21580" y="11255"/>
                    <a:pt x="25565" y="10553"/>
                  </a:cubicBezTo>
                  <a:cubicBezTo>
                    <a:pt x="25840" y="10503"/>
                    <a:pt x="25615" y="7646"/>
                    <a:pt x="25866" y="7596"/>
                  </a:cubicBezTo>
                  <a:cubicBezTo>
                    <a:pt x="25869" y="7596"/>
                    <a:pt x="25872" y="7595"/>
                    <a:pt x="25875" y="7595"/>
                  </a:cubicBezTo>
                  <a:cubicBezTo>
                    <a:pt x="26226" y="7595"/>
                    <a:pt x="27000" y="10229"/>
                    <a:pt x="27331" y="10229"/>
                  </a:cubicBezTo>
                  <a:cubicBezTo>
                    <a:pt x="27335" y="10229"/>
                    <a:pt x="27340" y="10229"/>
                    <a:pt x="27344" y="10228"/>
                  </a:cubicBezTo>
                  <a:cubicBezTo>
                    <a:pt x="28297" y="10077"/>
                    <a:pt x="29099" y="9927"/>
                    <a:pt x="29700" y="9802"/>
                  </a:cubicBezTo>
                  <a:cubicBezTo>
                    <a:pt x="29700" y="9802"/>
                    <a:pt x="28615" y="0"/>
                    <a:pt x="198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5"/>
            <p:cNvSpPr/>
            <p:nvPr/>
          </p:nvSpPr>
          <p:spPr>
            <a:xfrm flipH="1">
              <a:off x="7093838" y="2391152"/>
              <a:ext cx="391184" cy="453926"/>
            </a:xfrm>
            <a:custGeom>
              <a:rect b="b" l="l" r="r" t="t"/>
              <a:pathLst>
                <a:path extrusionOk="0" h="9861" w="8498">
                  <a:moveTo>
                    <a:pt x="5104" y="0"/>
                  </a:moveTo>
                  <a:cubicBezTo>
                    <a:pt x="2571" y="0"/>
                    <a:pt x="415" y="1960"/>
                    <a:pt x="201" y="4529"/>
                  </a:cubicBezTo>
                  <a:cubicBezTo>
                    <a:pt x="1" y="7236"/>
                    <a:pt x="2006" y="9617"/>
                    <a:pt x="4738" y="9842"/>
                  </a:cubicBezTo>
                  <a:cubicBezTo>
                    <a:pt x="4878" y="9854"/>
                    <a:pt x="5017" y="9861"/>
                    <a:pt x="5155" y="9861"/>
                  </a:cubicBezTo>
                  <a:cubicBezTo>
                    <a:pt x="6428" y="9861"/>
                    <a:pt x="7615" y="9350"/>
                    <a:pt x="8497" y="8514"/>
                  </a:cubicBezTo>
                  <a:lnTo>
                    <a:pt x="7419" y="569"/>
                  </a:lnTo>
                  <a:cubicBezTo>
                    <a:pt x="6843" y="268"/>
                    <a:pt x="6216" y="68"/>
                    <a:pt x="5515" y="18"/>
                  </a:cubicBezTo>
                  <a:cubicBezTo>
                    <a:pt x="5377" y="6"/>
                    <a:pt x="5240" y="0"/>
                    <a:pt x="5104"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5"/>
            <p:cNvSpPr/>
            <p:nvPr/>
          </p:nvSpPr>
          <p:spPr>
            <a:xfrm flipH="1">
              <a:off x="7169969" y="2521752"/>
              <a:ext cx="175430" cy="215202"/>
            </a:xfrm>
            <a:custGeom>
              <a:rect b="b" l="l" r="r" t="t"/>
              <a:pathLst>
                <a:path extrusionOk="0" h="4675" w="3811">
                  <a:moveTo>
                    <a:pt x="272" y="1"/>
                  </a:moveTo>
                  <a:cubicBezTo>
                    <a:pt x="172" y="1"/>
                    <a:pt x="111" y="8"/>
                    <a:pt x="101" y="13"/>
                  </a:cubicBezTo>
                  <a:cubicBezTo>
                    <a:pt x="51" y="13"/>
                    <a:pt x="0" y="63"/>
                    <a:pt x="0" y="113"/>
                  </a:cubicBezTo>
                  <a:cubicBezTo>
                    <a:pt x="0" y="163"/>
                    <a:pt x="51" y="213"/>
                    <a:pt x="101" y="213"/>
                  </a:cubicBezTo>
                  <a:cubicBezTo>
                    <a:pt x="105" y="213"/>
                    <a:pt x="148" y="210"/>
                    <a:pt x="221" y="210"/>
                  </a:cubicBezTo>
                  <a:cubicBezTo>
                    <a:pt x="569" y="210"/>
                    <a:pt x="1599" y="279"/>
                    <a:pt x="2406" y="1065"/>
                  </a:cubicBezTo>
                  <a:cubicBezTo>
                    <a:pt x="3209" y="1817"/>
                    <a:pt x="3584" y="2995"/>
                    <a:pt x="3559" y="4574"/>
                  </a:cubicBezTo>
                  <a:cubicBezTo>
                    <a:pt x="3559" y="4624"/>
                    <a:pt x="3610" y="4674"/>
                    <a:pt x="3660" y="4674"/>
                  </a:cubicBezTo>
                  <a:lnTo>
                    <a:pt x="3685" y="4674"/>
                  </a:lnTo>
                  <a:cubicBezTo>
                    <a:pt x="3735" y="4674"/>
                    <a:pt x="3785" y="4624"/>
                    <a:pt x="3785" y="4574"/>
                  </a:cubicBezTo>
                  <a:cubicBezTo>
                    <a:pt x="3810" y="2920"/>
                    <a:pt x="3384" y="1692"/>
                    <a:pt x="2557" y="915"/>
                  </a:cubicBezTo>
                  <a:cubicBezTo>
                    <a:pt x="1695" y="113"/>
                    <a:pt x="672"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5"/>
            <p:cNvSpPr/>
            <p:nvPr/>
          </p:nvSpPr>
          <p:spPr>
            <a:xfrm flipH="1">
              <a:off x="7175767" y="2620404"/>
              <a:ext cx="132712" cy="63479"/>
            </a:xfrm>
            <a:custGeom>
              <a:rect b="b" l="l" r="r" t="t"/>
              <a:pathLst>
                <a:path extrusionOk="0" h="1379" w="2883">
                  <a:moveTo>
                    <a:pt x="26" y="0"/>
                  </a:moveTo>
                  <a:lnTo>
                    <a:pt x="51" y="100"/>
                  </a:lnTo>
                  <a:lnTo>
                    <a:pt x="0" y="201"/>
                  </a:lnTo>
                  <a:cubicBezTo>
                    <a:pt x="126" y="251"/>
                    <a:pt x="2557" y="1278"/>
                    <a:pt x="2707" y="1353"/>
                  </a:cubicBezTo>
                  <a:cubicBezTo>
                    <a:pt x="2732" y="1378"/>
                    <a:pt x="2757" y="1378"/>
                    <a:pt x="2757" y="1378"/>
                  </a:cubicBezTo>
                  <a:cubicBezTo>
                    <a:pt x="2782" y="1378"/>
                    <a:pt x="2808" y="1378"/>
                    <a:pt x="2833" y="1353"/>
                  </a:cubicBezTo>
                  <a:cubicBezTo>
                    <a:pt x="2883" y="1328"/>
                    <a:pt x="2883" y="1278"/>
                    <a:pt x="2858" y="1228"/>
                  </a:cubicBezTo>
                  <a:cubicBezTo>
                    <a:pt x="2808" y="1153"/>
                    <a:pt x="51"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5"/>
            <p:cNvSpPr/>
            <p:nvPr/>
          </p:nvSpPr>
          <p:spPr>
            <a:xfrm flipH="1">
              <a:off x="6485801" y="2269621"/>
              <a:ext cx="165027" cy="326555"/>
            </a:xfrm>
            <a:custGeom>
              <a:rect b="b" l="l" r="r" t="t"/>
              <a:pathLst>
                <a:path extrusionOk="0" h="7094" w="3585">
                  <a:moveTo>
                    <a:pt x="201" y="1"/>
                  </a:moveTo>
                  <a:lnTo>
                    <a:pt x="0" y="51"/>
                  </a:lnTo>
                  <a:cubicBezTo>
                    <a:pt x="0" y="51"/>
                    <a:pt x="552" y="3435"/>
                    <a:pt x="702" y="4487"/>
                  </a:cubicBezTo>
                  <a:cubicBezTo>
                    <a:pt x="727" y="4587"/>
                    <a:pt x="777" y="4688"/>
                    <a:pt x="877" y="4738"/>
                  </a:cubicBezTo>
                  <a:cubicBezTo>
                    <a:pt x="934" y="4794"/>
                    <a:pt x="1018" y="4822"/>
                    <a:pt x="1100" y="4822"/>
                  </a:cubicBezTo>
                  <a:cubicBezTo>
                    <a:pt x="1127" y="4822"/>
                    <a:pt x="1153" y="4819"/>
                    <a:pt x="1178" y="4813"/>
                  </a:cubicBezTo>
                  <a:lnTo>
                    <a:pt x="3283" y="4462"/>
                  </a:lnTo>
                  <a:cubicBezTo>
                    <a:pt x="3291" y="4455"/>
                    <a:pt x="3298" y="4452"/>
                    <a:pt x="3306" y="4452"/>
                  </a:cubicBezTo>
                  <a:cubicBezTo>
                    <a:pt x="3323" y="4452"/>
                    <a:pt x="3341" y="4469"/>
                    <a:pt x="3359" y="4487"/>
                  </a:cubicBezTo>
                  <a:cubicBezTo>
                    <a:pt x="3359" y="4487"/>
                    <a:pt x="3384" y="4512"/>
                    <a:pt x="3359" y="4562"/>
                  </a:cubicBezTo>
                  <a:lnTo>
                    <a:pt x="2431" y="6943"/>
                  </a:lnTo>
                  <a:cubicBezTo>
                    <a:pt x="2406" y="6993"/>
                    <a:pt x="2431" y="7069"/>
                    <a:pt x="2481" y="7069"/>
                  </a:cubicBezTo>
                  <a:cubicBezTo>
                    <a:pt x="2507" y="7094"/>
                    <a:pt x="2507" y="7094"/>
                    <a:pt x="2532" y="7094"/>
                  </a:cubicBezTo>
                  <a:cubicBezTo>
                    <a:pt x="2557" y="7094"/>
                    <a:pt x="2607" y="7069"/>
                    <a:pt x="2607" y="7019"/>
                  </a:cubicBezTo>
                  <a:lnTo>
                    <a:pt x="3559" y="4638"/>
                  </a:lnTo>
                  <a:cubicBezTo>
                    <a:pt x="3584" y="4537"/>
                    <a:pt x="3559" y="4437"/>
                    <a:pt x="3509" y="4362"/>
                  </a:cubicBezTo>
                  <a:cubicBezTo>
                    <a:pt x="3447" y="4300"/>
                    <a:pt x="3385" y="4255"/>
                    <a:pt x="3296" y="4255"/>
                  </a:cubicBezTo>
                  <a:cubicBezTo>
                    <a:pt x="3276" y="4255"/>
                    <a:pt x="3256" y="4257"/>
                    <a:pt x="3233" y="4262"/>
                  </a:cubicBezTo>
                  <a:lnTo>
                    <a:pt x="1128" y="4612"/>
                  </a:lnTo>
                  <a:cubicBezTo>
                    <a:pt x="1078" y="4612"/>
                    <a:pt x="1028" y="4612"/>
                    <a:pt x="1003" y="4562"/>
                  </a:cubicBezTo>
                  <a:cubicBezTo>
                    <a:pt x="953" y="4537"/>
                    <a:pt x="928" y="4512"/>
                    <a:pt x="928" y="4437"/>
                  </a:cubicBezTo>
                  <a:cubicBezTo>
                    <a:pt x="752" y="3409"/>
                    <a:pt x="201" y="1"/>
                    <a:pt x="20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5"/>
            <p:cNvSpPr/>
            <p:nvPr/>
          </p:nvSpPr>
          <p:spPr>
            <a:xfrm flipH="1">
              <a:off x="6795012" y="2508034"/>
              <a:ext cx="79636" cy="97819"/>
            </a:xfrm>
            <a:custGeom>
              <a:rect b="b" l="l" r="r" t="t"/>
              <a:pathLst>
                <a:path extrusionOk="0" h="2125" w="1730">
                  <a:moveTo>
                    <a:pt x="774" y="1"/>
                  </a:moveTo>
                  <a:cubicBezTo>
                    <a:pt x="742" y="1"/>
                    <a:pt x="709" y="4"/>
                    <a:pt x="677" y="10"/>
                  </a:cubicBezTo>
                  <a:cubicBezTo>
                    <a:pt x="251" y="85"/>
                    <a:pt x="0" y="637"/>
                    <a:pt x="100" y="1213"/>
                  </a:cubicBezTo>
                  <a:cubicBezTo>
                    <a:pt x="192" y="1743"/>
                    <a:pt x="560" y="2124"/>
                    <a:pt x="949" y="2124"/>
                  </a:cubicBezTo>
                  <a:cubicBezTo>
                    <a:pt x="984" y="2124"/>
                    <a:pt x="1018" y="2121"/>
                    <a:pt x="1053" y="2115"/>
                  </a:cubicBezTo>
                  <a:cubicBezTo>
                    <a:pt x="1479" y="2040"/>
                    <a:pt x="1729" y="1514"/>
                    <a:pt x="1629" y="937"/>
                  </a:cubicBezTo>
                  <a:cubicBezTo>
                    <a:pt x="1514" y="384"/>
                    <a:pt x="1145" y="1"/>
                    <a:pt x="77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5"/>
            <p:cNvSpPr/>
            <p:nvPr/>
          </p:nvSpPr>
          <p:spPr>
            <a:xfrm flipH="1">
              <a:off x="6291991" y="2438844"/>
              <a:ext cx="79636" cy="97773"/>
            </a:xfrm>
            <a:custGeom>
              <a:rect b="b" l="l" r="r" t="t"/>
              <a:pathLst>
                <a:path extrusionOk="0" h="2124" w="1730">
                  <a:moveTo>
                    <a:pt x="776" y="1"/>
                  </a:moveTo>
                  <a:cubicBezTo>
                    <a:pt x="743" y="1"/>
                    <a:pt x="710" y="3"/>
                    <a:pt x="677" y="9"/>
                  </a:cubicBezTo>
                  <a:cubicBezTo>
                    <a:pt x="251" y="109"/>
                    <a:pt x="0" y="636"/>
                    <a:pt x="101" y="1212"/>
                  </a:cubicBezTo>
                  <a:cubicBezTo>
                    <a:pt x="193" y="1742"/>
                    <a:pt x="560" y="2124"/>
                    <a:pt x="950" y="2124"/>
                  </a:cubicBezTo>
                  <a:cubicBezTo>
                    <a:pt x="984" y="2124"/>
                    <a:pt x="1019" y="2121"/>
                    <a:pt x="1053" y="2114"/>
                  </a:cubicBezTo>
                  <a:cubicBezTo>
                    <a:pt x="1479" y="2039"/>
                    <a:pt x="1730" y="1513"/>
                    <a:pt x="1630" y="936"/>
                  </a:cubicBezTo>
                  <a:cubicBezTo>
                    <a:pt x="1537" y="404"/>
                    <a:pt x="1167" y="1"/>
                    <a:pt x="77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5"/>
            <p:cNvSpPr/>
            <p:nvPr/>
          </p:nvSpPr>
          <p:spPr>
            <a:xfrm flipH="1">
              <a:off x="6203153" y="2210651"/>
              <a:ext cx="261925" cy="123781"/>
            </a:xfrm>
            <a:custGeom>
              <a:rect b="b" l="l" r="r" t="t"/>
              <a:pathLst>
                <a:path extrusionOk="0" h="2689" w="5690">
                  <a:moveTo>
                    <a:pt x="934" y="0"/>
                  </a:moveTo>
                  <a:cubicBezTo>
                    <a:pt x="539" y="0"/>
                    <a:pt x="182" y="278"/>
                    <a:pt x="76" y="680"/>
                  </a:cubicBezTo>
                  <a:cubicBezTo>
                    <a:pt x="0" y="981"/>
                    <a:pt x="76" y="1257"/>
                    <a:pt x="251" y="1457"/>
                  </a:cubicBezTo>
                  <a:cubicBezTo>
                    <a:pt x="376" y="1608"/>
                    <a:pt x="552" y="1708"/>
                    <a:pt x="727" y="1758"/>
                  </a:cubicBezTo>
                  <a:lnTo>
                    <a:pt x="4487" y="2660"/>
                  </a:lnTo>
                  <a:cubicBezTo>
                    <a:pt x="4560" y="2680"/>
                    <a:pt x="4634" y="2689"/>
                    <a:pt x="4707" y="2689"/>
                  </a:cubicBezTo>
                  <a:cubicBezTo>
                    <a:pt x="5108" y="2689"/>
                    <a:pt x="5480" y="2412"/>
                    <a:pt x="5564" y="2009"/>
                  </a:cubicBezTo>
                  <a:cubicBezTo>
                    <a:pt x="5690" y="1533"/>
                    <a:pt x="5389" y="1056"/>
                    <a:pt x="4913" y="931"/>
                  </a:cubicBezTo>
                  <a:lnTo>
                    <a:pt x="1153" y="29"/>
                  </a:lnTo>
                  <a:cubicBezTo>
                    <a:pt x="1080" y="9"/>
                    <a:pt x="1007" y="0"/>
                    <a:pt x="93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5"/>
            <p:cNvSpPr/>
            <p:nvPr/>
          </p:nvSpPr>
          <p:spPr>
            <a:xfrm flipH="1">
              <a:off x="6743093" y="2284490"/>
              <a:ext cx="244663" cy="175844"/>
            </a:xfrm>
            <a:custGeom>
              <a:rect b="b" l="l" r="r" t="t"/>
              <a:pathLst>
                <a:path extrusionOk="0" h="3820" w="5315">
                  <a:moveTo>
                    <a:pt x="4287" y="1"/>
                  </a:moveTo>
                  <a:cubicBezTo>
                    <a:pt x="4130" y="1"/>
                    <a:pt x="3974" y="43"/>
                    <a:pt x="3836" y="129"/>
                  </a:cubicBezTo>
                  <a:lnTo>
                    <a:pt x="552" y="2159"/>
                  </a:lnTo>
                  <a:cubicBezTo>
                    <a:pt x="126" y="2435"/>
                    <a:pt x="1" y="2986"/>
                    <a:pt x="252" y="3387"/>
                  </a:cubicBezTo>
                  <a:cubicBezTo>
                    <a:pt x="402" y="3638"/>
                    <a:pt x="653" y="3788"/>
                    <a:pt x="928" y="3813"/>
                  </a:cubicBezTo>
                  <a:cubicBezTo>
                    <a:pt x="963" y="3818"/>
                    <a:pt x="996" y="3820"/>
                    <a:pt x="1029" y="3820"/>
                  </a:cubicBezTo>
                  <a:cubicBezTo>
                    <a:pt x="1189" y="3820"/>
                    <a:pt x="1334" y="3771"/>
                    <a:pt x="1480" y="3688"/>
                  </a:cubicBezTo>
                  <a:lnTo>
                    <a:pt x="4763" y="1658"/>
                  </a:lnTo>
                  <a:cubicBezTo>
                    <a:pt x="5189" y="1407"/>
                    <a:pt x="5314" y="856"/>
                    <a:pt x="5064" y="430"/>
                  </a:cubicBezTo>
                  <a:cubicBezTo>
                    <a:pt x="4883" y="151"/>
                    <a:pt x="4584" y="1"/>
                    <a:pt x="42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5"/>
            <p:cNvSpPr/>
            <p:nvPr/>
          </p:nvSpPr>
          <p:spPr>
            <a:xfrm flipH="1">
              <a:off x="6516965" y="2689732"/>
              <a:ext cx="135013" cy="49347"/>
            </a:xfrm>
            <a:custGeom>
              <a:rect b="b" l="l" r="r" t="t"/>
              <a:pathLst>
                <a:path extrusionOk="0" h="1072" w="2933">
                  <a:moveTo>
                    <a:pt x="932" y="1"/>
                  </a:moveTo>
                  <a:cubicBezTo>
                    <a:pt x="624" y="1"/>
                    <a:pt x="313" y="46"/>
                    <a:pt x="0" y="148"/>
                  </a:cubicBezTo>
                  <a:cubicBezTo>
                    <a:pt x="226" y="549"/>
                    <a:pt x="627" y="950"/>
                    <a:pt x="1404" y="1050"/>
                  </a:cubicBezTo>
                  <a:cubicBezTo>
                    <a:pt x="1503" y="1065"/>
                    <a:pt x="1599" y="1071"/>
                    <a:pt x="1689" y="1071"/>
                  </a:cubicBezTo>
                  <a:cubicBezTo>
                    <a:pt x="2238" y="1071"/>
                    <a:pt x="2632" y="829"/>
                    <a:pt x="2933" y="549"/>
                  </a:cubicBezTo>
                  <a:cubicBezTo>
                    <a:pt x="2278" y="222"/>
                    <a:pt x="1611" y="1"/>
                    <a:pt x="932" y="1"/>
                  </a:cubicBezTo>
                  <a:close/>
                </a:path>
              </a:pathLst>
            </a:custGeom>
            <a:solidFill>
              <a:srgbClr val="E8438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5"/>
            <p:cNvSpPr/>
            <p:nvPr/>
          </p:nvSpPr>
          <p:spPr>
            <a:xfrm flipH="1">
              <a:off x="6489254" y="2658475"/>
              <a:ext cx="174279" cy="56574"/>
            </a:xfrm>
            <a:custGeom>
              <a:rect b="b" l="l" r="r" t="t"/>
              <a:pathLst>
                <a:path extrusionOk="0" h="1229" w="3786">
                  <a:moveTo>
                    <a:pt x="1" y="0"/>
                  </a:moveTo>
                  <a:cubicBezTo>
                    <a:pt x="1" y="0"/>
                    <a:pt x="26" y="401"/>
                    <a:pt x="251" y="827"/>
                  </a:cubicBezTo>
                  <a:cubicBezTo>
                    <a:pt x="564" y="725"/>
                    <a:pt x="875" y="680"/>
                    <a:pt x="1183" y="680"/>
                  </a:cubicBezTo>
                  <a:cubicBezTo>
                    <a:pt x="1862" y="680"/>
                    <a:pt x="2529" y="901"/>
                    <a:pt x="3184" y="1228"/>
                  </a:cubicBezTo>
                  <a:cubicBezTo>
                    <a:pt x="3610" y="802"/>
                    <a:pt x="3785" y="251"/>
                    <a:pt x="3760" y="226"/>
                  </a:cubicBez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5"/>
            <p:cNvSpPr/>
            <p:nvPr/>
          </p:nvSpPr>
          <p:spPr>
            <a:xfrm flipH="1">
              <a:off x="7476805" y="4360561"/>
              <a:ext cx="492686" cy="370608"/>
            </a:xfrm>
            <a:custGeom>
              <a:rect b="b" l="l" r="r" t="t"/>
              <a:pathLst>
                <a:path extrusionOk="0" h="8051" w="10703">
                  <a:moveTo>
                    <a:pt x="1390" y="511"/>
                  </a:moveTo>
                  <a:cubicBezTo>
                    <a:pt x="1169" y="1013"/>
                    <a:pt x="1042" y="1918"/>
                    <a:pt x="868" y="3043"/>
                  </a:cubicBezTo>
                  <a:cubicBezTo>
                    <a:pt x="694" y="4169"/>
                    <a:pt x="365" y="6433"/>
                    <a:pt x="345" y="7264"/>
                  </a:cubicBezTo>
                  <a:cubicBezTo>
                    <a:pt x="325" y="8095"/>
                    <a:pt x="-626" y="7954"/>
                    <a:pt x="747" y="8028"/>
                  </a:cubicBezTo>
                  <a:cubicBezTo>
                    <a:pt x="2120" y="8102"/>
                    <a:pt x="6984" y="7954"/>
                    <a:pt x="8585" y="7706"/>
                  </a:cubicBezTo>
                  <a:cubicBezTo>
                    <a:pt x="10186" y="7458"/>
                    <a:pt x="11299" y="7666"/>
                    <a:pt x="10354" y="6540"/>
                  </a:cubicBezTo>
                  <a:cubicBezTo>
                    <a:pt x="9410" y="5415"/>
                    <a:pt x="4278" y="2038"/>
                    <a:pt x="2918" y="953"/>
                  </a:cubicBezTo>
                  <a:cubicBezTo>
                    <a:pt x="1558" y="-132"/>
                    <a:pt x="2449" y="103"/>
                    <a:pt x="2194" y="29"/>
                  </a:cubicBezTo>
                  <a:cubicBezTo>
                    <a:pt x="1939" y="-45"/>
                    <a:pt x="1611" y="9"/>
                    <a:pt x="1390" y="51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5"/>
            <p:cNvSpPr/>
            <p:nvPr/>
          </p:nvSpPr>
          <p:spPr>
            <a:xfrm flipH="1">
              <a:off x="4718434" y="4650988"/>
              <a:ext cx="3984941" cy="81938"/>
            </a:xfrm>
            <a:custGeom>
              <a:rect b="b" l="l" r="r" t="t"/>
              <a:pathLst>
                <a:path extrusionOk="0" h="1780" w="86568">
                  <a:moveTo>
                    <a:pt x="1" y="1"/>
                  </a:moveTo>
                  <a:lnTo>
                    <a:pt x="1" y="1780"/>
                  </a:lnTo>
                  <a:lnTo>
                    <a:pt x="86567" y="1780"/>
                  </a:lnTo>
                  <a:lnTo>
                    <a:pt x="8656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8" name="Google Shape;308;p5"/>
            <p:cNvGrpSpPr/>
            <p:nvPr/>
          </p:nvGrpSpPr>
          <p:grpSpPr>
            <a:xfrm>
              <a:off x="5085437" y="1715660"/>
              <a:ext cx="705768" cy="744661"/>
              <a:chOff x="2940600" y="2123160"/>
              <a:chExt cx="705768" cy="744661"/>
            </a:xfrm>
          </p:grpSpPr>
          <p:sp>
            <p:nvSpPr>
              <p:cNvPr id="309" name="Google Shape;309;p5"/>
              <p:cNvSpPr/>
              <p:nvPr/>
            </p:nvSpPr>
            <p:spPr>
              <a:xfrm>
                <a:off x="2940600" y="2123160"/>
                <a:ext cx="705768" cy="705768"/>
              </a:xfrm>
              <a:custGeom>
                <a:rect b="b" l="l" r="r" t="t"/>
                <a:pathLst>
                  <a:path extrusionOk="0" h="17294" w="17294">
                    <a:moveTo>
                      <a:pt x="8647" y="1"/>
                    </a:moveTo>
                    <a:cubicBezTo>
                      <a:pt x="3860" y="1"/>
                      <a:pt x="1" y="3860"/>
                      <a:pt x="1" y="8647"/>
                    </a:cubicBezTo>
                    <a:cubicBezTo>
                      <a:pt x="1" y="13409"/>
                      <a:pt x="3860" y="17294"/>
                      <a:pt x="8647" y="17294"/>
                    </a:cubicBezTo>
                    <a:cubicBezTo>
                      <a:pt x="13409" y="17294"/>
                      <a:pt x="17294" y="13409"/>
                      <a:pt x="17294" y="8647"/>
                    </a:cubicBezTo>
                    <a:cubicBezTo>
                      <a:pt x="17294" y="3860"/>
                      <a:pt x="13409" y="1"/>
                      <a:pt x="864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5"/>
              <p:cNvSpPr/>
              <p:nvPr/>
            </p:nvSpPr>
            <p:spPr>
              <a:xfrm>
                <a:off x="3034708" y="2428990"/>
                <a:ext cx="120716" cy="120716"/>
              </a:xfrm>
              <a:custGeom>
                <a:rect b="b" l="l" r="r" t="t"/>
                <a:pathLst>
                  <a:path extrusionOk="0" h="2958" w="2958">
                    <a:moveTo>
                      <a:pt x="1479" y="0"/>
                    </a:moveTo>
                    <a:cubicBezTo>
                      <a:pt x="652" y="0"/>
                      <a:pt x="0" y="677"/>
                      <a:pt x="0" y="1479"/>
                    </a:cubicBezTo>
                    <a:cubicBezTo>
                      <a:pt x="0" y="2306"/>
                      <a:pt x="652" y="2958"/>
                      <a:pt x="1479" y="2958"/>
                    </a:cubicBezTo>
                    <a:cubicBezTo>
                      <a:pt x="2281" y="2958"/>
                      <a:pt x="2958" y="2306"/>
                      <a:pt x="2958" y="1479"/>
                    </a:cubicBezTo>
                    <a:cubicBezTo>
                      <a:pt x="2958" y="677"/>
                      <a:pt x="2281" y="0"/>
                      <a:pt x="147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5"/>
              <p:cNvSpPr/>
              <p:nvPr/>
            </p:nvSpPr>
            <p:spPr>
              <a:xfrm>
                <a:off x="3230065" y="2428990"/>
                <a:ext cx="120716" cy="120716"/>
              </a:xfrm>
              <a:custGeom>
                <a:rect b="b" l="l" r="r" t="t"/>
                <a:pathLst>
                  <a:path extrusionOk="0" h="2958" w="2958">
                    <a:moveTo>
                      <a:pt x="1479" y="0"/>
                    </a:moveTo>
                    <a:cubicBezTo>
                      <a:pt x="652" y="0"/>
                      <a:pt x="0" y="677"/>
                      <a:pt x="0" y="1479"/>
                    </a:cubicBezTo>
                    <a:cubicBezTo>
                      <a:pt x="0" y="2306"/>
                      <a:pt x="652" y="2958"/>
                      <a:pt x="1479" y="2958"/>
                    </a:cubicBezTo>
                    <a:cubicBezTo>
                      <a:pt x="2281" y="2958"/>
                      <a:pt x="2958" y="2306"/>
                      <a:pt x="2958" y="1479"/>
                    </a:cubicBezTo>
                    <a:cubicBezTo>
                      <a:pt x="2958" y="677"/>
                      <a:pt x="2281" y="0"/>
                      <a:pt x="147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5"/>
              <p:cNvSpPr/>
              <p:nvPr/>
            </p:nvSpPr>
            <p:spPr>
              <a:xfrm>
                <a:off x="3425423" y="2428990"/>
                <a:ext cx="120716" cy="120716"/>
              </a:xfrm>
              <a:custGeom>
                <a:rect b="b" l="l" r="r" t="t"/>
                <a:pathLst>
                  <a:path extrusionOk="0" h="2958" w="2958">
                    <a:moveTo>
                      <a:pt x="1479" y="0"/>
                    </a:moveTo>
                    <a:cubicBezTo>
                      <a:pt x="652" y="0"/>
                      <a:pt x="0" y="677"/>
                      <a:pt x="0" y="1479"/>
                    </a:cubicBezTo>
                    <a:cubicBezTo>
                      <a:pt x="0" y="2306"/>
                      <a:pt x="652" y="2958"/>
                      <a:pt x="1479" y="2958"/>
                    </a:cubicBezTo>
                    <a:cubicBezTo>
                      <a:pt x="2281" y="2958"/>
                      <a:pt x="2958" y="2306"/>
                      <a:pt x="2958" y="1479"/>
                    </a:cubicBezTo>
                    <a:cubicBezTo>
                      <a:pt x="2958" y="677"/>
                      <a:pt x="2281" y="0"/>
                      <a:pt x="147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5"/>
              <p:cNvSpPr/>
              <p:nvPr/>
            </p:nvSpPr>
            <p:spPr>
              <a:xfrm>
                <a:off x="3354821" y="2615125"/>
                <a:ext cx="264979" cy="252696"/>
              </a:xfrm>
              <a:custGeom>
                <a:rect b="b" l="l" r="r" t="t"/>
                <a:pathLst>
                  <a:path extrusionOk="0" h="6192" w="6493">
                    <a:moveTo>
                      <a:pt x="4763" y="1"/>
                    </a:moveTo>
                    <a:lnTo>
                      <a:pt x="1" y="3484"/>
                    </a:lnTo>
                    <a:lnTo>
                      <a:pt x="6492" y="6191"/>
                    </a:lnTo>
                    <a:lnTo>
                      <a:pt x="476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314" name="Google Shape;314;p5"/>
          <p:cNvSpPr/>
          <p:nvPr/>
        </p:nvSpPr>
        <p:spPr>
          <a:xfrm>
            <a:off x="211200" y="1110100"/>
            <a:ext cx="5111100" cy="3363600"/>
          </a:xfrm>
          <a:prstGeom prst="roundRect">
            <a:avLst>
              <a:gd fmla="val 27476" name="adj"/>
            </a:avLst>
          </a:prstGeom>
          <a:solidFill>
            <a:srgbClr val="A64D7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5" name="Google Shape;315;p5"/>
          <p:cNvSpPr txBox="1"/>
          <p:nvPr/>
        </p:nvSpPr>
        <p:spPr>
          <a:xfrm>
            <a:off x="283200" y="1241175"/>
            <a:ext cx="5039100" cy="32325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15000"/>
              </a:lnSpc>
              <a:spcBef>
                <a:spcPts val="0"/>
              </a:spcBef>
              <a:spcAft>
                <a:spcPts val="0"/>
              </a:spcAft>
              <a:buClr>
                <a:schemeClr val="lt1"/>
              </a:buClr>
              <a:buSzPts val="2000"/>
              <a:buFont typeface="Lexend Deca"/>
              <a:buChar char="➔"/>
            </a:pPr>
            <a:r>
              <a:rPr b="1" i="1" lang="en" sz="2000" u="none" cap="none" strike="noStrike">
                <a:solidFill>
                  <a:srgbClr val="FEC41B"/>
                </a:solidFill>
                <a:latin typeface="Lexend Deca"/>
                <a:ea typeface="Lexend Deca"/>
                <a:cs typeface="Lexend Deca"/>
                <a:sym typeface="Lexend Deca"/>
              </a:rPr>
              <a:t>Word:</a:t>
            </a:r>
            <a:r>
              <a:rPr b="1" i="1" lang="en" sz="2000" u="none" cap="none" strike="noStrike">
                <a:solidFill>
                  <a:schemeClr val="lt1"/>
                </a:solidFill>
                <a:latin typeface="Lexend Deca"/>
                <a:ea typeface="Lexend Deca"/>
                <a:cs typeface="Lexend Deca"/>
                <a:sym typeface="Lexend Deca"/>
              </a:rPr>
              <a:t> Presumption </a:t>
            </a:r>
            <a:endParaRPr b="1" i="1" sz="2000" u="none" cap="none" strike="noStrike">
              <a:solidFill>
                <a:srgbClr val="FFFF00"/>
              </a:solidFill>
              <a:latin typeface="Lexend Deca"/>
              <a:ea typeface="Lexend Deca"/>
              <a:cs typeface="Lexend Deca"/>
              <a:sym typeface="Lexend Deca"/>
            </a:endParaRPr>
          </a:p>
          <a:p>
            <a:pPr indent="-355600" lvl="0" marL="457200" marR="0" rtl="0" algn="l">
              <a:lnSpc>
                <a:spcPct val="115000"/>
              </a:lnSpc>
              <a:spcBef>
                <a:spcPts val="0"/>
              </a:spcBef>
              <a:spcAft>
                <a:spcPts val="0"/>
              </a:spcAft>
              <a:buClr>
                <a:schemeClr val="lt1"/>
              </a:buClr>
              <a:buSzPts val="2000"/>
              <a:buFont typeface="Lexend Deca"/>
              <a:buChar char="➔"/>
            </a:pPr>
            <a:r>
              <a:rPr b="1" i="1" lang="en" sz="2000" u="none" cap="none" strike="noStrike">
                <a:solidFill>
                  <a:srgbClr val="FEC41B"/>
                </a:solidFill>
                <a:latin typeface="Lexend Deca"/>
                <a:ea typeface="Lexend Deca"/>
                <a:cs typeface="Lexend Deca"/>
                <a:sym typeface="Lexend Deca"/>
              </a:rPr>
              <a:t>Meaning:</a:t>
            </a:r>
            <a:r>
              <a:rPr b="1" i="1" lang="en" sz="2000" u="none" cap="none" strike="noStrike">
                <a:solidFill>
                  <a:schemeClr val="lt1"/>
                </a:solidFill>
                <a:latin typeface="Lexend Deca"/>
                <a:ea typeface="Lexend Deca"/>
                <a:cs typeface="Lexend Deca"/>
                <a:sym typeface="Lexend Deca"/>
              </a:rPr>
              <a:t>  the act of believing that something is true without having any proof </a:t>
            </a:r>
            <a:endParaRPr b="1" i="1" sz="2000" u="none" cap="none" strike="noStrike">
              <a:solidFill>
                <a:schemeClr val="lt1"/>
              </a:solidFill>
              <a:latin typeface="Lexend Deca"/>
              <a:ea typeface="Lexend Deca"/>
              <a:cs typeface="Lexend Deca"/>
              <a:sym typeface="Lexend Deca"/>
            </a:endParaRPr>
          </a:p>
          <a:p>
            <a:pPr indent="-355600" lvl="0" marL="457200" marR="0" rtl="0" algn="l">
              <a:lnSpc>
                <a:spcPct val="115000"/>
              </a:lnSpc>
              <a:spcBef>
                <a:spcPts val="0"/>
              </a:spcBef>
              <a:spcAft>
                <a:spcPts val="0"/>
              </a:spcAft>
              <a:buClr>
                <a:schemeClr val="lt1"/>
              </a:buClr>
              <a:buSzPts val="2000"/>
              <a:buFont typeface="Lexend Deca"/>
              <a:buChar char="➔"/>
            </a:pPr>
            <a:r>
              <a:rPr b="1" i="1" lang="en" sz="2000" u="none" cap="none" strike="noStrike">
                <a:solidFill>
                  <a:srgbClr val="FEC41B"/>
                </a:solidFill>
                <a:latin typeface="Lexend Deca"/>
                <a:ea typeface="Lexend Deca"/>
                <a:cs typeface="Lexend Deca"/>
                <a:sym typeface="Lexend Deca"/>
              </a:rPr>
              <a:t>Part of speech: </a:t>
            </a:r>
            <a:r>
              <a:rPr b="1" i="1" lang="en" sz="2000" u="none" cap="none" strike="noStrike">
                <a:solidFill>
                  <a:schemeClr val="lt1"/>
                </a:solidFill>
                <a:latin typeface="Lexend Deca"/>
                <a:ea typeface="Lexend Deca"/>
                <a:cs typeface="Lexend Deca"/>
                <a:sym typeface="Lexend Deca"/>
              </a:rPr>
              <a:t> Noun </a:t>
            </a:r>
            <a:endParaRPr b="1" i="1" sz="2000" u="none" cap="none" strike="noStrike">
              <a:solidFill>
                <a:schemeClr val="lt1"/>
              </a:solidFill>
              <a:latin typeface="Lexend Deca"/>
              <a:ea typeface="Lexend Deca"/>
              <a:cs typeface="Lexend Deca"/>
              <a:sym typeface="Lexend Deca"/>
            </a:endParaRPr>
          </a:p>
          <a:p>
            <a:pPr indent="-355600" lvl="0" marL="457200" marR="0" rtl="0" algn="l">
              <a:lnSpc>
                <a:spcPct val="115000"/>
              </a:lnSpc>
              <a:spcBef>
                <a:spcPts val="0"/>
              </a:spcBef>
              <a:spcAft>
                <a:spcPts val="0"/>
              </a:spcAft>
              <a:buClr>
                <a:schemeClr val="lt1"/>
              </a:buClr>
              <a:buSzPts val="2000"/>
              <a:buFont typeface="Lexend Deca"/>
              <a:buChar char="➔"/>
            </a:pPr>
            <a:r>
              <a:rPr b="1" i="1" lang="en" sz="2000" u="none" cap="none" strike="noStrike">
                <a:solidFill>
                  <a:srgbClr val="FEC41B"/>
                </a:solidFill>
                <a:latin typeface="Lexend Deca"/>
                <a:ea typeface="Lexend Deca"/>
                <a:cs typeface="Lexend Deca"/>
                <a:sym typeface="Lexend Deca"/>
              </a:rPr>
              <a:t>Usage:</a:t>
            </a:r>
            <a:r>
              <a:rPr b="1" i="1" lang="en" sz="2000" u="none" cap="none" strike="noStrike">
                <a:solidFill>
                  <a:schemeClr val="lt1"/>
                </a:solidFill>
                <a:latin typeface="Lexend Deca"/>
                <a:ea typeface="Lexend Deca"/>
                <a:cs typeface="Lexend Deca"/>
                <a:sym typeface="Lexend Deca"/>
              </a:rPr>
              <a:t> The decision is based on the presumption that all information must be freely available. </a:t>
            </a:r>
            <a:endParaRPr b="1" i="1" sz="2000" u="none" cap="none" strike="noStrike">
              <a:solidFill>
                <a:srgbClr val="FFFFFF"/>
              </a:solidFill>
              <a:latin typeface="Lexend Deca"/>
              <a:ea typeface="Lexend Deca"/>
              <a:cs typeface="Lexend Deca"/>
              <a:sym typeface="Lexend Deca"/>
            </a:endParaRPr>
          </a:p>
        </p:txBody>
      </p:sp>
      <p:sp>
        <p:nvSpPr>
          <p:cNvPr id="316" name="Google Shape;316;p5"/>
          <p:cNvSpPr txBox="1"/>
          <p:nvPr/>
        </p:nvSpPr>
        <p:spPr>
          <a:xfrm>
            <a:off x="1950575" y="164375"/>
            <a:ext cx="5603100" cy="692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b="0" i="0" lang="en" sz="3300" u="none" cap="none" strike="noStrike">
                <a:solidFill>
                  <a:schemeClr val="dk1"/>
                </a:solidFill>
                <a:latin typeface="Sigmar One"/>
                <a:ea typeface="Sigmar One"/>
                <a:cs typeface="Sigmar One"/>
                <a:sym typeface="Sigmar One"/>
              </a:rPr>
              <a:t>Word of the day</a:t>
            </a:r>
            <a:endParaRPr b="0" i="0" sz="1100" u="none" cap="none" strike="noStrike">
              <a:solidFill>
                <a:srgbClr val="000000"/>
              </a:solidFill>
              <a:latin typeface="Arial"/>
              <a:ea typeface="Arial"/>
              <a:cs typeface="Arial"/>
              <a:sym typeface="Arial"/>
            </a:endParaRPr>
          </a:p>
        </p:txBody>
      </p:sp>
      <p:pic>
        <p:nvPicPr>
          <p:cNvPr id="317" name="Google Shape;317;p5"/>
          <p:cNvPicPr preferRelativeResize="0"/>
          <p:nvPr/>
        </p:nvPicPr>
        <p:blipFill rotWithShape="1">
          <a:blip r:embed="rId3">
            <a:alphaModFix/>
          </a:blip>
          <a:srcRect b="0" l="0" r="0" t="0"/>
          <a:stretch/>
        </p:blipFill>
        <p:spPr>
          <a:xfrm>
            <a:off x="138128" y="152399"/>
            <a:ext cx="638322" cy="602644"/>
          </a:xfrm>
          <a:prstGeom prst="rect">
            <a:avLst/>
          </a:prstGeom>
          <a:noFill/>
          <a:ln>
            <a:noFill/>
          </a:ln>
        </p:spPr>
      </p:pic>
      <p:sp>
        <p:nvSpPr>
          <p:cNvPr id="318" name="Google Shape;318;p5"/>
          <p:cNvSpPr txBox="1"/>
          <p:nvPr/>
        </p:nvSpPr>
        <p:spPr>
          <a:xfrm>
            <a:off x="138125" y="755050"/>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400" u="none" cap="none" strike="noStrike">
                <a:solidFill>
                  <a:srgbClr val="202426"/>
                </a:solidFill>
                <a:latin typeface="Raleway Black"/>
                <a:ea typeface="Raleway Black"/>
                <a:cs typeface="Raleway Black"/>
                <a:sym typeface="Raleway Black"/>
              </a:rPr>
              <a:t>3 mins</a:t>
            </a:r>
            <a:endParaRPr b="0" i="0" sz="1400" u="none" cap="none" strike="noStrike">
              <a:solidFill>
                <a:srgbClr val="202426"/>
              </a:solidFill>
              <a:latin typeface="Raleway Black"/>
              <a:ea typeface="Raleway Black"/>
              <a:cs typeface="Raleway Black"/>
              <a:sym typeface="Raleway Black"/>
            </a:endParaRPr>
          </a:p>
        </p:txBody>
      </p:sp>
      <p:pic>
        <p:nvPicPr>
          <p:cNvPr id="319" name="Google Shape;319;p5"/>
          <p:cNvPicPr preferRelativeResize="0"/>
          <p:nvPr/>
        </p:nvPicPr>
        <p:blipFill rotWithShape="1">
          <a:blip r:embed="rId4">
            <a:alphaModFix/>
          </a:blip>
          <a:srcRect b="0" l="0" r="0" t="0"/>
          <a:stretch/>
        </p:blipFill>
        <p:spPr>
          <a:xfrm>
            <a:off x="7806775" y="126450"/>
            <a:ext cx="1255551" cy="283125"/>
          </a:xfrm>
          <a:prstGeom prst="rect">
            <a:avLst/>
          </a:prstGeom>
          <a:noFill/>
          <a:ln>
            <a:noFill/>
          </a:ln>
        </p:spPr>
      </p:pic>
      <p:sp>
        <p:nvSpPr>
          <p:cNvPr id="320" name="Google Shape;320;p5"/>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
        <p:nvSpPr>
          <p:cNvPr id="321" name="Google Shape;321;p5"/>
          <p:cNvSpPr txBox="1"/>
          <p:nvPr/>
        </p:nvSpPr>
        <p:spPr>
          <a:xfrm>
            <a:off x="8935725" y="48863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pic>
        <p:nvPicPr>
          <p:cNvPr id="326" name="Google Shape;326;p8"/>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pic>
        <p:nvPicPr>
          <p:cNvPr id="327" name="Google Shape;327;p8"/>
          <p:cNvPicPr preferRelativeResize="0"/>
          <p:nvPr/>
        </p:nvPicPr>
        <p:blipFill rotWithShape="1">
          <a:blip r:embed="rId4">
            <a:alphaModFix/>
          </a:blip>
          <a:srcRect b="0" l="0" r="0" t="0"/>
          <a:stretch/>
        </p:blipFill>
        <p:spPr>
          <a:xfrm>
            <a:off x="138128" y="152399"/>
            <a:ext cx="638322" cy="602644"/>
          </a:xfrm>
          <a:prstGeom prst="rect">
            <a:avLst/>
          </a:prstGeom>
          <a:noFill/>
          <a:ln>
            <a:noFill/>
          </a:ln>
        </p:spPr>
      </p:pic>
      <p:sp>
        <p:nvSpPr>
          <p:cNvPr id="328" name="Google Shape;328;p8"/>
          <p:cNvSpPr txBox="1"/>
          <p:nvPr/>
        </p:nvSpPr>
        <p:spPr>
          <a:xfrm>
            <a:off x="138125" y="755050"/>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400" u="none" cap="none" strike="noStrike">
                <a:solidFill>
                  <a:srgbClr val="202426"/>
                </a:solidFill>
                <a:latin typeface="Raleway Black"/>
                <a:ea typeface="Raleway Black"/>
                <a:cs typeface="Raleway Black"/>
                <a:sym typeface="Raleway Black"/>
              </a:rPr>
              <a:t>2 mins</a:t>
            </a:r>
            <a:endParaRPr b="0" i="0" sz="1400" u="none" cap="none" strike="noStrike">
              <a:solidFill>
                <a:srgbClr val="202426"/>
              </a:solidFill>
              <a:latin typeface="Raleway Black"/>
              <a:ea typeface="Raleway Black"/>
              <a:cs typeface="Raleway Black"/>
              <a:sym typeface="Raleway Black"/>
            </a:endParaRPr>
          </a:p>
        </p:txBody>
      </p:sp>
      <p:pic>
        <p:nvPicPr>
          <p:cNvPr id="329" name="Google Shape;329;p8"/>
          <p:cNvPicPr preferRelativeResize="0"/>
          <p:nvPr/>
        </p:nvPicPr>
        <p:blipFill rotWithShape="1">
          <a:blip r:embed="rId5">
            <a:alphaModFix/>
          </a:blip>
          <a:srcRect b="12572" l="0" r="0" t="0"/>
          <a:stretch/>
        </p:blipFill>
        <p:spPr>
          <a:xfrm>
            <a:off x="1685475" y="1066799"/>
            <a:ext cx="5773050" cy="3936976"/>
          </a:xfrm>
          <a:prstGeom prst="rect">
            <a:avLst/>
          </a:prstGeom>
          <a:noFill/>
          <a:ln>
            <a:noFill/>
          </a:ln>
        </p:spPr>
      </p:pic>
      <p:sp>
        <p:nvSpPr>
          <p:cNvPr id="330" name="Google Shape;330;p8"/>
          <p:cNvSpPr txBox="1"/>
          <p:nvPr/>
        </p:nvSpPr>
        <p:spPr>
          <a:xfrm>
            <a:off x="2947025" y="2503575"/>
            <a:ext cx="3092400" cy="1231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200"/>
              <a:buFont typeface="Arial"/>
              <a:buNone/>
            </a:pPr>
            <a:r>
              <a:rPr b="1" i="1" lang="en" sz="2200" u="none" cap="none" strike="noStrike">
                <a:solidFill>
                  <a:schemeClr val="dk1"/>
                </a:solidFill>
                <a:latin typeface="Lexend Deca"/>
                <a:ea typeface="Lexend Deca"/>
                <a:cs typeface="Lexend Deca"/>
                <a:sym typeface="Lexend Deca"/>
              </a:rPr>
              <a:t>Link: </a:t>
            </a:r>
            <a:r>
              <a:rPr b="1" i="1" lang="en" sz="1800" u="sng" cap="none" strike="noStrike">
                <a:solidFill>
                  <a:schemeClr val="hlink"/>
                </a:solidFill>
                <a:latin typeface="Lexend Deca"/>
                <a:ea typeface="Lexend Deca"/>
                <a:cs typeface="Lexend Deca"/>
                <a:sym typeface="Lexend Deca"/>
                <a:hlinkClick r:id="rId6"/>
              </a:rPr>
              <a:t>https://</a:t>
            </a:r>
            <a:r>
              <a:rPr b="1" i="1" lang="en" sz="1800" u="sng" cap="none" strike="noStrike">
                <a:solidFill>
                  <a:schemeClr val="hlink"/>
                </a:solidFill>
                <a:latin typeface="Lexend Deca"/>
                <a:ea typeface="Lexend Deca"/>
                <a:cs typeface="Lexend Deca"/>
                <a:sym typeface="Lexend Deca"/>
                <a:hlinkClick r:id="rId7"/>
                <a:extLst>
                  <a:ext uri="http://customooxmlschemas.google.com/">
                    <go:slidesCustomData xmlns:go="http://customooxmlschemas.google.com/" textRoundtripDataId="3"/>
                  </a:ext>
                </a:extLst>
              </a:rPr>
              <a:t>wordwall</a:t>
            </a:r>
            <a:r>
              <a:rPr b="1" i="1" lang="en" sz="1800" u="sng" cap="none" strike="noStrike">
                <a:solidFill>
                  <a:schemeClr val="hlink"/>
                </a:solidFill>
                <a:latin typeface="Lexend Deca"/>
                <a:ea typeface="Lexend Deca"/>
                <a:cs typeface="Lexend Deca"/>
                <a:sym typeface="Lexend Deca"/>
                <a:hlinkClick r:id="rId8"/>
              </a:rPr>
              <a:t>.net/play/34890/815/618</a:t>
            </a:r>
            <a:r>
              <a:rPr b="1" i="1" lang="en" sz="2200" u="none" cap="none" strike="noStrike">
                <a:solidFill>
                  <a:schemeClr val="dk1"/>
                </a:solidFill>
                <a:latin typeface="Lexend Deca"/>
                <a:ea typeface="Lexend Deca"/>
                <a:cs typeface="Lexend Deca"/>
                <a:sym typeface="Lexend Deca"/>
              </a:rPr>
              <a:t> </a:t>
            </a:r>
            <a:endParaRPr b="1" i="1" sz="2200" u="none" cap="none" strike="noStrike">
              <a:solidFill>
                <a:schemeClr val="dk2"/>
              </a:solidFill>
              <a:latin typeface="Lexend Deca"/>
              <a:ea typeface="Lexend Deca"/>
              <a:cs typeface="Lexend Deca"/>
              <a:sym typeface="Lexend Deca"/>
            </a:endParaRPr>
          </a:p>
        </p:txBody>
      </p:sp>
      <p:sp>
        <p:nvSpPr>
          <p:cNvPr id="331" name="Google Shape;331;p8"/>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
        <p:nvSpPr>
          <p:cNvPr id="332" name="Google Shape;332;p8"/>
          <p:cNvSpPr txBox="1"/>
          <p:nvPr>
            <p:ph type="title"/>
          </p:nvPr>
        </p:nvSpPr>
        <p:spPr>
          <a:xfrm>
            <a:off x="641225" y="555975"/>
            <a:ext cx="7704000" cy="94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b="0" lang="en" sz="3300">
                <a:latin typeface="Sigmar One"/>
                <a:ea typeface="Sigmar One"/>
                <a:cs typeface="Sigmar One"/>
                <a:sym typeface="Sigmar One"/>
              </a:rPr>
              <a:t>Start Ritual:</a:t>
            </a:r>
            <a:endParaRPr b="0" sz="3300">
              <a:latin typeface="Sigmar One"/>
              <a:ea typeface="Sigmar One"/>
              <a:cs typeface="Sigmar One"/>
              <a:sym typeface="Sigmar One"/>
            </a:endParaRPr>
          </a:p>
          <a:p>
            <a:pPr indent="0" lvl="0" marL="0" rtl="0" algn="ctr">
              <a:lnSpc>
                <a:spcPct val="100000"/>
              </a:lnSpc>
              <a:spcBef>
                <a:spcPts val="0"/>
              </a:spcBef>
              <a:spcAft>
                <a:spcPts val="0"/>
              </a:spcAft>
              <a:buClr>
                <a:schemeClr val="dk1"/>
              </a:buClr>
              <a:buSzPts val="1100"/>
              <a:buFont typeface="Arial"/>
              <a:buNone/>
            </a:pPr>
            <a:r>
              <a:rPr b="0" i="1" lang="en" sz="2400">
                <a:latin typeface="Lexend Deca"/>
                <a:ea typeface="Lexend Deca"/>
                <a:cs typeface="Lexend Deca"/>
                <a:sym typeface="Lexend Deca"/>
              </a:rPr>
              <a:t>Recap Trivia!</a:t>
            </a:r>
            <a:endParaRPr b="0" i="1" sz="2400">
              <a:latin typeface="Lexend Deca"/>
              <a:ea typeface="Lexend Deca"/>
              <a:cs typeface="Lexend Deca"/>
              <a:sym typeface="Lexend Dec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g13a5e165431_0_2"/>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sp>
        <p:nvSpPr>
          <p:cNvPr id="338" name="Google Shape;338;g13a5e165431_0_2"/>
          <p:cNvSpPr txBox="1"/>
          <p:nvPr/>
        </p:nvSpPr>
        <p:spPr>
          <a:xfrm>
            <a:off x="2426500" y="755050"/>
            <a:ext cx="64935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chemeClr val="dk1"/>
              </a:buClr>
              <a:buSzPts val="1100"/>
              <a:buFont typeface="Arial"/>
              <a:buNone/>
            </a:pPr>
            <a:r>
              <a:t/>
            </a:r>
            <a:endParaRPr b="1" i="0" sz="2000" u="none" cap="none" strike="noStrike">
              <a:solidFill>
                <a:srgbClr val="202124"/>
              </a:solidFill>
              <a:highlight>
                <a:srgbClr val="FFFFFF"/>
              </a:highlight>
              <a:latin typeface="Lexend Deca"/>
              <a:ea typeface="Lexend Deca"/>
              <a:cs typeface="Lexend Deca"/>
              <a:sym typeface="Lexend Deca"/>
            </a:endParaRPr>
          </a:p>
        </p:txBody>
      </p:sp>
      <p:grpSp>
        <p:nvGrpSpPr>
          <p:cNvPr id="339" name="Google Shape;339;g13a5e165431_0_2"/>
          <p:cNvGrpSpPr/>
          <p:nvPr/>
        </p:nvGrpSpPr>
        <p:grpSpPr>
          <a:xfrm>
            <a:off x="0" y="1155261"/>
            <a:ext cx="3720429" cy="4722594"/>
            <a:chOff x="-24307" y="1519883"/>
            <a:chExt cx="4026438" cy="4848659"/>
          </a:xfrm>
        </p:grpSpPr>
        <p:grpSp>
          <p:nvGrpSpPr>
            <p:cNvPr id="340" name="Google Shape;340;g13a5e165431_0_2"/>
            <p:cNvGrpSpPr/>
            <p:nvPr/>
          </p:nvGrpSpPr>
          <p:grpSpPr>
            <a:xfrm>
              <a:off x="-24307" y="3560286"/>
              <a:ext cx="4026438" cy="1697970"/>
              <a:chOff x="-24307" y="3560286"/>
              <a:chExt cx="4026438" cy="1697970"/>
            </a:xfrm>
          </p:grpSpPr>
          <p:sp>
            <p:nvSpPr>
              <p:cNvPr id="341" name="Google Shape;341;g13a5e165431_0_2"/>
              <p:cNvSpPr/>
              <p:nvPr/>
            </p:nvSpPr>
            <p:spPr>
              <a:xfrm>
                <a:off x="2796079" y="3587459"/>
                <a:ext cx="805338" cy="713527"/>
              </a:xfrm>
              <a:custGeom>
                <a:rect b="b" l="l" r="r" t="t"/>
                <a:pathLst>
                  <a:path extrusionOk="0" h="16779" w="18938">
                    <a:moveTo>
                      <a:pt x="1" y="0"/>
                    </a:moveTo>
                    <a:lnTo>
                      <a:pt x="1" y="16779"/>
                    </a:lnTo>
                    <a:lnTo>
                      <a:pt x="18937" y="14894"/>
                    </a:lnTo>
                    <a:cubicBezTo>
                      <a:pt x="18633" y="13070"/>
                      <a:pt x="18421" y="10882"/>
                      <a:pt x="18390" y="8481"/>
                    </a:cubicBezTo>
                    <a:cubicBezTo>
                      <a:pt x="18390" y="5958"/>
                      <a:pt x="18633" y="3708"/>
                      <a:pt x="18937" y="1885"/>
                    </a:cubicBez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g13a5e165431_0_2"/>
              <p:cNvSpPr/>
              <p:nvPr/>
            </p:nvSpPr>
            <p:spPr>
              <a:xfrm>
                <a:off x="569002" y="3560286"/>
                <a:ext cx="3103517" cy="796281"/>
              </a:xfrm>
              <a:custGeom>
                <a:rect b="b" l="l" r="r" t="t"/>
                <a:pathLst>
                  <a:path extrusionOk="0" h="18725" w="72981">
                    <a:moveTo>
                      <a:pt x="53952" y="1"/>
                    </a:moveTo>
                    <a:lnTo>
                      <a:pt x="1763" y="1369"/>
                    </a:lnTo>
                    <a:cubicBezTo>
                      <a:pt x="1064" y="3132"/>
                      <a:pt x="243" y="5867"/>
                      <a:pt x="122" y="9332"/>
                    </a:cubicBezTo>
                    <a:cubicBezTo>
                      <a:pt x="0" y="13527"/>
                      <a:pt x="1003" y="16779"/>
                      <a:pt x="1763" y="18725"/>
                    </a:cubicBezTo>
                    <a:cubicBezTo>
                      <a:pt x="19149" y="18299"/>
                      <a:pt x="36566" y="17934"/>
                      <a:pt x="53952" y="17509"/>
                    </a:cubicBezTo>
                    <a:lnTo>
                      <a:pt x="54044" y="17509"/>
                    </a:lnTo>
                    <a:lnTo>
                      <a:pt x="54044" y="2129"/>
                    </a:lnTo>
                    <a:lnTo>
                      <a:pt x="72980" y="2615"/>
                    </a:lnTo>
                    <a:lnTo>
                      <a:pt x="72980" y="700"/>
                    </a:lnTo>
                    <a:lnTo>
                      <a:pt x="53952" y="1"/>
                    </a:ln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g13a5e165431_0_2"/>
              <p:cNvSpPr/>
              <p:nvPr/>
            </p:nvSpPr>
            <p:spPr>
              <a:xfrm>
                <a:off x="2863311" y="4220826"/>
                <a:ext cx="807890" cy="131870"/>
              </a:xfrm>
              <a:custGeom>
                <a:rect b="b" l="l" r="r" t="t"/>
                <a:pathLst>
                  <a:path extrusionOk="0" h="3101" w="18998">
                    <a:moveTo>
                      <a:pt x="18998" y="0"/>
                    </a:moveTo>
                    <a:lnTo>
                      <a:pt x="0" y="486"/>
                    </a:lnTo>
                    <a:lnTo>
                      <a:pt x="0" y="2553"/>
                    </a:lnTo>
                    <a:lnTo>
                      <a:pt x="18998" y="3100"/>
                    </a:lnTo>
                    <a:lnTo>
                      <a:pt x="18998" y="0"/>
                    </a:lnTo>
                    <a:close/>
                  </a:path>
                </a:pathLst>
              </a:custGeom>
              <a:solidFill>
                <a:srgbClr val="6B22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g13a5e165431_0_2"/>
              <p:cNvSpPr/>
              <p:nvPr/>
            </p:nvSpPr>
            <p:spPr>
              <a:xfrm>
                <a:off x="2880108" y="4329393"/>
                <a:ext cx="1035399" cy="919050"/>
              </a:xfrm>
              <a:custGeom>
                <a:rect b="b" l="l" r="r" t="t"/>
                <a:pathLst>
                  <a:path extrusionOk="0" h="21612" w="24348">
                    <a:moveTo>
                      <a:pt x="1" y="0"/>
                    </a:moveTo>
                    <a:lnTo>
                      <a:pt x="1" y="21611"/>
                    </a:lnTo>
                    <a:lnTo>
                      <a:pt x="24348" y="19180"/>
                    </a:lnTo>
                    <a:cubicBezTo>
                      <a:pt x="23952" y="16870"/>
                      <a:pt x="23709" y="14165"/>
                      <a:pt x="23709" y="11125"/>
                    </a:cubicBezTo>
                    <a:cubicBezTo>
                      <a:pt x="23648" y="7812"/>
                      <a:pt x="23952" y="4894"/>
                      <a:pt x="24348" y="2432"/>
                    </a:cubicBez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g13a5e165431_0_2"/>
              <p:cNvSpPr/>
              <p:nvPr/>
            </p:nvSpPr>
            <p:spPr>
              <a:xfrm>
                <a:off x="-24307" y="4293204"/>
                <a:ext cx="4025119" cy="955239"/>
              </a:xfrm>
              <a:custGeom>
                <a:rect b="b" l="l" r="r" t="t"/>
                <a:pathLst>
                  <a:path extrusionOk="0" h="22463" w="94653">
                    <a:moveTo>
                      <a:pt x="70275" y="0"/>
                    </a:moveTo>
                    <a:lnTo>
                      <a:pt x="3101" y="1763"/>
                    </a:lnTo>
                    <a:cubicBezTo>
                      <a:pt x="2280" y="2979"/>
                      <a:pt x="0" y="6718"/>
                      <a:pt x="456" y="11885"/>
                    </a:cubicBezTo>
                    <a:cubicBezTo>
                      <a:pt x="760" y="15472"/>
                      <a:pt x="2250" y="18055"/>
                      <a:pt x="3101" y="19301"/>
                    </a:cubicBezTo>
                    <a:cubicBezTo>
                      <a:pt x="25472" y="20365"/>
                      <a:pt x="47843" y="21399"/>
                      <a:pt x="70215" y="22462"/>
                    </a:cubicBezTo>
                    <a:lnTo>
                      <a:pt x="70306" y="22462"/>
                    </a:lnTo>
                    <a:lnTo>
                      <a:pt x="70306" y="2614"/>
                    </a:lnTo>
                    <a:lnTo>
                      <a:pt x="94653" y="3283"/>
                    </a:lnTo>
                    <a:lnTo>
                      <a:pt x="94653" y="851"/>
                    </a:lnTo>
                    <a:lnTo>
                      <a:pt x="70275" y="0"/>
                    </a:lnTo>
                    <a:close/>
                  </a:path>
                </a:pathLst>
              </a:custGeom>
              <a:solidFill>
                <a:srgbClr val="6B22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g13a5e165431_0_2"/>
              <p:cNvSpPr/>
              <p:nvPr/>
            </p:nvSpPr>
            <p:spPr>
              <a:xfrm>
                <a:off x="2964138" y="5119880"/>
                <a:ext cx="1037993" cy="138376"/>
              </a:xfrm>
              <a:custGeom>
                <a:rect b="b" l="l" r="r" t="t"/>
                <a:pathLst>
                  <a:path extrusionOk="0" h="3254" w="24409">
                    <a:moveTo>
                      <a:pt x="24408" y="1"/>
                    </a:moveTo>
                    <a:lnTo>
                      <a:pt x="0" y="639"/>
                    </a:lnTo>
                    <a:lnTo>
                      <a:pt x="0" y="3253"/>
                    </a:lnTo>
                    <a:lnTo>
                      <a:pt x="24408" y="2432"/>
                    </a:lnTo>
                    <a:lnTo>
                      <a:pt x="24408" y="1"/>
                    </a:lnTo>
                    <a:close/>
                  </a:path>
                </a:pathLst>
              </a:custGeom>
              <a:solidFill>
                <a:srgbClr val="6B22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47" name="Google Shape;347;g13a5e165431_0_2"/>
            <p:cNvCxnSpPr/>
            <p:nvPr/>
          </p:nvCxnSpPr>
          <p:spPr>
            <a:xfrm flipH="1" rot="10800000">
              <a:off x="709325" y="4196050"/>
              <a:ext cx="2020500" cy="47700"/>
            </a:xfrm>
            <a:prstGeom prst="straightConnector1">
              <a:avLst/>
            </a:prstGeom>
            <a:noFill/>
            <a:ln cap="flat" cmpd="sng" w="19050">
              <a:solidFill>
                <a:srgbClr val="000000"/>
              </a:solidFill>
              <a:prstDash val="solid"/>
              <a:round/>
              <a:headEnd len="sm" w="sm" type="none"/>
              <a:tailEnd len="sm" w="sm" type="none"/>
            </a:ln>
          </p:spPr>
        </p:cxnSp>
        <p:cxnSp>
          <p:nvCxnSpPr>
            <p:cNvPr id="348" name="Google Shape;348;g13a5e165431_0_2"/>
            <p:cNvCxnSpPr/>
            <p:nvPr/>
          </p:nvCxnSpPr>
          <p:spPr>
            <a:xfrm>
              <a:off x="166950" y="4989525"/>
              <a:ext cx="2646300" cy="100500"/>
            </a:xfrm>
            <a:prstGeom prst="straightConnector1">
              <a:avLst/>
            </a:prstGeom>
            <a:noFill/>
            <a:ln cap="flat" cmpd="sng" w="19050">
              <a:solidFill>
                <a:srgbClr val="000000"/>
              </a:solidFill>
              <a:prstDash val="solid"/>
              <a:round/>
              <a:headEnd len="sm" w="sm" type="none"/>
              <a:tailEnd len="sm" w="sm" type="none"/>
            </a:ln>
          </p:spPr>
        </p:cxnSp>
        <p:grpSp>
          <p:nvGrpSpPr>
            <p:cNvPr id="349" name="Google Shape;349;g13a5e165431_0_2"/>
            <p:cNvGrpSpPr/>
            <p:nvPr/>
          </p:nvGrpSpPr>
          <p:grpSpPr>
            <a:xfrm>
              <a:off x="998079" y="1519883"/>
              <a:ext cx="1798000" cy="4848659"/>
              <a:chOff x="998079" y="1519883"/>
              <a:chExt cx="1798000" cy="4848659"/>
            </a:xfrm>
          </p:grpSpPr>
          <p:sp>
            <p:nvSpPr>
              <p:cNvPr id="350" name="Google Shape;350;g13a5e165431_0_2"/>
              <p:cNvSpPr/>
              <p:nvPr/>
            </p:nvSpPr>
            <p:spPr>
              <a:xfrm>
                <a:off x="998079" y="1667445"/>
                <a:ext cx="1145241" cy="1315851"/>
              </a:xfrm>
              <a:custGeom>
                <a:rect b="b" l="l" r="r" t="t"/>
                <a:pathLst>
                  <a:path extrusionOk="0" h="30943" w="26931">
                    <a:moveTo>
                      <a:pt x="13344" y="0"/>
                    </a:moveTo>
                    <a:cubicBezTo>
                      <a:pt x="13344" y="2523"/>
                      <a:pt x="11247" y="4590"/>
                      <a:pt x="9058" y="5927"/>
                    </a:cubicBezTo>
                    <a:cubicBezTo>
                      <a:pt x="6839" y="7204"/>
                      <a:pt x="4377" y="8207"/>
                      <a:pt x="2736" y="10183"/>
                    </a:cubicBezTo>
                    <a:cubicBezTo>
                      <a:pt x="1459" y="11733"/>
                      <a:pt x="790" y="13769"/>
                      <a:pt x="608" y="15836"/>
                    </a:cubicBezTo>
                    <a:cubicBezTo>
                      <a:pt x="0" y="21642"/>
                      <a:pt x="2857" y="27691"/>
                      <a:pt x="7690" y="30943"/>
                    </a:cubicBezTo>
                    <a:cubicBezTo>
                      <a:pt x="5411" y="27387"/>
                      <a:pt x="6049" y="22493"/>
                      <a:pt x="8511" y="19028"/>
                    </a:cubicBezTo>
                    <a:cubicBezTo>
                      <a:pt x="10943" y="15563"/>
                      <a:pt x="14864" y="13435"/>
                      <a:pt x="18876" y="12158"/>
                    </a:cubicBezTo>
                    <a:cubicBezTo>
                      <a:pt x="20852" y="11490"/>
                      <a:pt x="22949" y="11034"/>
                      <a:pt x="24712" y="9909"/>
                    </a:cubicBezTo>
                    <a:cubicBezTo>
                      <a:pt x="25867" y="9149"/>
                      <a:pt x="26931" y="7873"/>
                      <a:pt x="26779" y="6475"/>
                    </a:cubicBezTo>
                    <a:cubicBezTo>
                      <a:pt x="26627" y="4803"/>
                      <a:pt x="24955" y="3800"/>
                      <a:pt x="23496" y="3040"/>
                    </a:cubicBezTo>
                    <a:lnTo>
                      <a:pt x="13344" y="0"/>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g13a5e165431_0_2"/>
              <p:cNvSpPr/>
              <p:nvPr/>
            </p:nvSpPr>
            <p:spPr>
              <a:xfrm>
                <a:off x="1833058" y="1787663"/>
                <a:ext cx="142246" cy="227424"/>
              </a:xfrm>
              <a:custGeom>
                <a:rect b="b" l="l" r="r" t="t"/>
                <a:pathLst>
                  <a:path extrusionOk="0" h="5348" w="3345">
                    <a:moveTo>
                      <a:pt x="3344" y="0"/>
                    </a:moveTo>
                    <a:cubicBezTo>
                      <a:pt x="3344" y="0"/>
                      <a:pt x="1" y="578"/>
                      <a:pt x="852" y="1185"/>
                    </a:cubicBezTo>
                    <a:cubicBezTo>
                      <a:pt x="1642" y="1793"/>
                      <a:pt x="1824" y="2401"/>
                      <a:pt x="1672" y="3800"/>
                    </a:cubicBezTo>
                    <a:cubicBezTo>
                      <a:pt x="1560" y="4856"/>
                      <a:pt x="1863" y="5347"/>
                      <a:pt x="2029" y="5347"/>
                    </a:cubicBezTo>
                    <a:cubicBezTo>
                      <a:pt x="2087" y="5347"/>
                      <a:pt x="2128" y="5286"/>
                      <a:pt x="2128" y="5167"/>
                    </a:cubicBezTo>
                    <a:cubicBezTo>
                      <a:pt x="2098" y="4681"/>
                      <a:pt x="2098" y="3313"/>
                      <a:pt x="2676" y="2979"/>
                    </a:cubicBezTo>
                    <a:lnTo>
                      <a:pt x="3344" y="0"/>
                    </a:lnTo>
                    <a:close/>
                  </a:path>
                </a:pathLst>
              </a:custGeom>
              <a:solidFill>
                <a:srgbClr val="38190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g13a5e165431_0_2"/>
              <p:cNvSpPr/>
              <p:nvPr/>
            </p:nvSpPr>
            <p:spPr>
              <a:xfrm>
                <a:off x="1243661" y="3428745"/>
                <a:ext cx="549380" cy="1564537"/>
              </a:xfrm>
              <a:custGeom>
                <a:rect b="b" l="l" r="r" t="t"/>
                <a:pathLst>
                  <a:path extrusionOk="0" h="36791" w="12919">
                    <a:moveTo>
                      <a:pt x="4735" y="1"/>
                    </a:moveTo>
                    <a:cubicBezTo>
                      <a:pt x="4296" y="1"/>
                      <a:pt x="3823" y="32"/>
                      <a:pt x="3313" y="103"/>
                    </a:cubicBezTo>
                    <a:cubicBezTo>
                      <a:pt x="2432" y="255"/>
                      <a:pt x="2402" y="437"/>
                      <a:pt x="1702" y="1075"/>
                    </a:cubicBezTo>
                    <a:cubicBezTo>
                      <a:pt x="0" y="2595"/>
                      <a:pt x="4955" y="32170"/>
                      <a:pt x="5927" y="34966"/>
                    </a:cubicBezTo>
                    <a:cubicBezTo>
                      <a:pt x="6290" y="36010"/>
                      <a:pt x="7745" y="36790"/>
                      <a:pt x="9163" y="36790"/>
                    </a:cubicBezTo>
                    <a:cubicBezTo>
                      <a:pt x="10595" y="36790"/>
                      <a:pt x="11990" y="35995"/>
                      <a:pt x="12189" y="33872"/>
                    </a:cubicBezTo>
                    <a:cubicBezTo>
                      <a:pt x="12918" y="26425"/>
                      <a:pt x="9909" y="1835"/>
                      <a:pt x="9909" y="1835"/>
                    </a:cubicBezTo>
                    <a:cubicBezTo>
                      <a:pt x="8791" y="1107"/>
                      <a:pt x="7339" y="1"/>
                      <a:pt x="4735"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g13a5e165431_0_2"/>
              <p:cNvSpPr/>
              <p:nvPr/>
            </p:nvSpPr>
            <p:spPr>
              <a:xfrm>
                <a:off x="1393604" y="4736432"/>
                <a:ext cx="381322" cy="1347787"/>
              </a:xfrm>
              <a:custGeom>
                <a:rect b="b" l="l" r="r" t="t"/>
                <a:pathLst>
                  <a:path extrusionOk="0" h="31694" w="8967">
                    <a:moveTo>
                      <a:pt x="5598" y="0"/>
                    </a:moveTo>
                    <a:cubicBezTo>
                      <a:pt x="4793" y="0"/>
                      <a:pt x="3969" y="340"/>
                      <a:pt x="3374" y="1176"/>
                    </a:cubicBezTo>
                    <a:cubicBezTo>
                      <a:pt x="2401" y="2604"/>
                      <a:pt x="1216" y="5705"/>
                      <a:pt x="730" y="9200"/>
                    </a:cubicBezTo>
                    <a:cubicBezTo>
                      <a:pt x="0" y="14094"/>
                      <a:pt x="517" y="17802"/>
                      <a:pt x="821" y="25796"/>
                    </a:cubicBezTo>
                    <a:cubicBezTo>
                      <a:pt x="882" y="27924"/>
                      <a:pt x="973" y="29687"/>
                      <a:pt x="1003" y="30751"/>
                    </a:cubicBezTo>
                    <a:cubicBezTo>
                      <a:pt x="1575" y="31103"/>
                      <a:pt x="2545" y="31693"/>
                      <a:pt x="3176" y="31693"/>
                    </a:cubicBezTo>
                    <a:cubicBezTo>
                      <a:pt x="3416" y="31693"/>
                      <a:pt x="3608" y="31607"/>
                      <a:pt x="3708" y="31389"/>
                    </a:cubicBezTo>
                    <a:cubicBezTo>
                      <a:pt x="4012" y="30629"/>
                      <a:pt x="4560" y="28076"/>
                      <a:pt x="4499" y="27286"/>
                    </a:cubicBezTo>
                    <a:cubicBezTo>
                      <a:pt x="3587" y="17559"/>
                      <a:pt x="8967" y="8076"/>
                      <a:pt x="8329" y="2088"/>
                    </a:cubicBezTo>
                    <a:cubicBezTo>
                      <a:pt x="8215" y="932"/>
                      <a:pt x="6932" y="0"/>
                      <a:pt x="5598"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g13a5e165431_0_2"/>
              <p:cNvSpPr/>
              <p:nvPr/>
            </p:nvSpPr>
            <p:spPr>
              <a:xfrm>
                <a:off x="1383271" y="5913269"/>
                <a:ext cx="239161" cy="455273"/>
              </a:xfrm>
              <a:custGeom>
                <a:rect b="b" l="l" r="r" t="t"/>
                <a:pathLst>
                  <a:path extrusionOk="0" h="10706" w="5624">
                    <a:moveTo>
                      <a:pt x="2573" y="1"/>
                    </a:moveTo>
                    <a:cubicBezTo>
                      <a:pt x="2527" y="1"/>
                      <a:pt x="2480" y="3"/>
                      <a:pt x="2432" y="7"/>
                    </a:cubicBezTo>
                    <a:cubicBezTo>
                      <a:pt x="942" y="159"/>
                      <a:pt x="0" y="2651"/>
                      <a:pt x="213" y="5569"/>
                    </a:cubicBezTo>
                    <a:cubicBezTo>
                      <a:pt x="486" y="8548"/>
                      <a:pt x="1854" y="10706"/>
                      <a:pt x="3283" y="10706"/>
                    </a:cubicBezTo>
                    <a:cubicBezTo>
                      <a:pt x="5623" y="10706"/>
                      <a:pt x="5228" y="7514"/>
                      <a:pt x="5015" y="4566"/>
                    </a:cubicBezTo>
                    <a:cubicBezTo>
                      <a:pt x="4751" y="1687"/>
                      <a:pt x="3919" y="1"/>
                      <a:pt x="2573"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g13a5e165431_0_2"/>
              <p:cNvSpPr/>
              <p:nvPr/>
            </p:nvSpPr>
            <p:spPr>
              <a:xfrm>
                <a:off x="1409083" y="5878568"/>
                <a:ext cx="182305" cy="349470"/>
              </a:xfrm>
              <a:custGeom>
                <a:rect b="b" l="l" r="r" t="t"/>
                <a:pathLst>
                  <a:path extrusionOk="0" h="8218" w="4287">
                    <a:moveTo>
                      <a:pt x="1983" y="1"/>
                    </a:moveTo>
                    <a:cubicBezTo>
                      <a:pt x="1368" y="1"/>
                      <a:pt x="785" y="304"/>
                      <a:pt x="548" y="1157"/>
                    </a:cubicBezTo>
                    <a:cubicBezTo>
                      <a:pt x="1" y="3285"/>
                      <a:pt x="31" y="6051"/>
                      <a:pt x="244" y="6689"/>
                    </a:cubicBezTo>
                    <a:cubicBezTo>
                      <a:pt x="633" y="7732"/>
                      <a:pt x="1621" y="8217"/>
                      <a:pt x="2512" y="8217"/>
                    </a:cubicBezTo>
                    <a:cubicBezTo>
                      <a:pt x="3361" y="8217"/>
                      <a:pt x="4121" y="7778"/>
                      <a:pt x="4196" y="6963"/>
                    </a:cubicBezTo>
                    <a:cubicBezTo>
                      <a:pt x="4287" y="6233"/>
                      <a:pt x="3861" y="3710"/>
                      <a:pt x="3892" y="1826"/>
                    </a:cubicBezTo>
                    <a:cubicBezTo>
                      <a:pt x="3892" y="1491"/>
                      <a:pt x="3740" y="762"/>
                      <a:pt x="3527" y="580"/>
                    </a:cubicBezTo>
                    <a:cubicBezTo>
                      <a:pt x="3148" y="259"/>
                      <a:pt x="2551" y="1"/>
                      <a:pt x="1983"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g13a5e165431_0_2"/>
              <p:cNvSpPr/>
              <p:nvPr/>
            </p:nvSpPr>
            <p:spPr>
              <a:xfrm>
                <a:off x="1754216" y="3439377"/>
                <a:ext cx="424017" cy="1581590"/>
              </a:xfrm>
              <a:custGeom>
                <a:rect b="b" l="l" r="r" t="t"/>
                <a:pathLst>
                  <a:path extrusionOk="0" h="37192" w="9971">
                    <a:moveTo>
                      <a:pt x="6069" y="1"/>
                    </a:moveTo>
                    <a:cubicBezTo>
                      <a:pt x="2684" y="1"/>
                      <a:pt x="1184" y="1582"/>
                      <a:pt x="1" y="2588"/>
                    </a:cubicBezTo>
                    <a:cubicBezTo>
                      <a:pt x="1" y="2588"/>
                      <a:pt x="244" y="27361"/>
                      <a:pt x="1916" y="34656"/>
                    </a:cubicBezTo>
                    <a:cubicBezTo>
                      <a:pt x="2337" y="36504"/>
                      <a:pt x="3566" y="37191"/>
                      <a:pt x="4837" y="37191"/>
                    </a:cubicBezTo>
                    <a:cubicBezTo>
                      <a:pt x="6410" y="37191"/>
                      <a:pt x="8047" y="36139"/>
                      <a:pt x="8299" y="34929"/>
                    </a:cubicBezTo>
                    <a:cubicBezTo>
                      <a:pt x="8907" y="31981"/>
                      <a:pt x="9970" y="2041"/>
                      <a:pt x="8055" y="764"/>
                    </a:cubicBezTo>
                    <a:cubicBezTo>
                      <a:pt x="7296" y="217"/>
                      <a:pt x="7235" y="35"/>
                      <a:pt x="6353" y="5"/>
                    </a:cubicBezTo>
                    <a:cubicBezTo>
                      <a:pt x="6257" y="2"/>
                      <a:pt x="6163" y="1"/>
                      <a:pt x="6069"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g13a5e165431_0_2"/>
              <p:cNvSpPr/>
              <p:nvPr/>
            </p:nvSpPr>
            <p:spPr>
              <a:xfrm>
                <a:off x="1842541" y="4761989"/>
                <a:ext cx="468838" cy="1325079"/>
              </a:xfrm>
              <a:custGeom>
                <a:rect b="b" l="l" r="r" t="t"/>
                <a:pathLst>
                  <a:path extrusionOk="0" h="31160" w="11025">
                    <a:moveTo>
                      <a:pt x="2819" y="1"/>
                    </a:moveTo>
                    <a:cubicBezTo>
                      <a:pt x="1368" y="1"/>
                      <a:pt x="0" y="1189"/>
                      <a:pt x="21" y="2490"/>
                    </a:cubicBezTo>
                    <a:cubicBezTo>
                      <a:pt x="173" y="8478"/>
                      <a:pt x="6738" y="17232"/>
                      <a:pt x="7133" y="26958"/>
                    </a:cubicBezTo>
                    <a:cubicBezTo>
                      <a:pt x="7164" y="27748"/>
                      <a:pt x="8045" y="30210"/>
                      <a:pt x="8441" y="30910"/>
                    </a:cubicBezTo>
                    <a:cubicBezTo>
                      <a:pt x="8547" y="31087"/>
                      <a:pt x="8706" y="31160"/>
                      <a:pt x="8897" y="31160"/>
                    </a:cubicBezTo>
                    <a:cubicBezTo>
                      <a:pt x="9524" y="31160"/>
                      <a:pt x="10488" y="30373"/>
                      <a:pt x="11024" y="29907"/>
                    </a:cubicBezTo>
                    <a:cubicBezTo>
                      <a:pt x="10933" y="28843"/>
                      <a:pt x="10781" y="27141"/>
                      <a:pt x="10568" y="25013"/>
                    </a:cubicBezTo>
                    <a:cubicBezTo>
                      <a:pt x="9808" y="16988"/>
                      <a:pt x="9869" y="13280"/>
                      <a:pt x="8501" y="8538"/>
                    </a:cubicBezTo>
                    <a:cubicBezTo>
                      <a:pt x="7529" y="5134"/>
                      <a:pt x="5948" y="2216"/>
                      <a:pt x="4793" y="909"/>
                    </a:cubicBezTo>
                    <a:cubicBezTo>
                      <a:pt x="4208" y="266"/>
                      <a:pt x="3504" y="1"/>
                      <a:pt x="2819"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g13a5e165431_0_2"/>
              <p:cNvSpPr/>
              <p:nvPr/>
            </p:nvSpPr>
            <p:spPr>
              <a:xfrm>
                <a:off x="2156205" y="5909654"/>
                <a:ext cx="218493" cy="458462"/>
              </a:xfrm>
              <a:custGeom>
                <a:rect b="b" l="l" r="r" t="t"/>
                <a:pathLst>
                  <a:path extrusionOk="0" h="10781" w="5138">
                    <a:moveTo>
                      <a:pt x="2156" y="0"/>
                    </a:moveTo>
                    <a:cubicBezTo>
                      <a:pt x="2147" y="0"/>
                      <a:pt x="2138" y="0"/>
                      <a:pt x="2128" y="1"/>
                    </a:cubicBezTo>
                    <a:cubicBezTo>
                      <a:pt x="700" y="61"/>
                      <a:pt x="1" y="1885"/>
                      <a:pt x="153" y="4864"/>
                    </a:cubicBezTo>
                    <a:cubicBezTo>
                      <a:pt x="269" y="7711"/>
                      <a:pt x="302" y="10781"/>
                      <a:pt x="2348" y="10781"/>
                    </a:cubicBezTo>
                    <a:cubicBezTo>
                      <a:pt x="2443" y="10781"/>
                      <a:pt x="2542" y="10774"/>
                      <a:pt x="2645" y="10761"/>
                    </a:cubicBezTo>
                    <a:cubicBezTo>
                      <a:pt x="4043" y="10548"/>
                      <a:pt x="5138" y="8238"/>
                      <a:pt x="4986" y="5289"/>
                    </a:cubicBezTo>
                    <a:cubicBezTo>
                      <a:pt x="4865" y="2330"/>
                      <a:pt x="3604" y="0"/>
                      <a:pt x="2156"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g13a5e165431_0_2"/>
              <p:cNvSpPr/>
              <p:nvPr/>
            </p:nvSpPr>
            <p:spPr>
              <a:xfrm>
                <a:off x="2161393" y="5876527"/>
                <a:ext cx="188768" cy="352022"/>
              </a:xfrm>
              <a:custGeom>
                <a:rect b="b" l="l" r="r" t="t"/>
                <a:pathLst>
                  <a:path extrusionOk="0" h="8278" w="4439">
                    <a:moveTo>
                      <a:pt x="1943" y="0"/>
                    </a:moveTo>
                    <a:cubicBezTo>
                      <a:pt x="1305" y="0"/>
                      <a:pt x="639" y="378"/>
                      <a:pt x="274" y="810"/>
                    </a:cubicBezTo>
                    <a:cubicBezTo>
                      <a:pt x="31" y="1053"/>
                      <a:pt x="0" y="1783"/>
                      <a:pt x="31" y="2117"/>
                    </a:cubicBezTo>
                    <a:cubicBezTo>
                      <a:pt x="335" y="3971"/>
                      <a:pt x="274" y="6555"/>
                      <a:pt x="426" y="7254"/>
                    </a:cubicBezTo>
                    <a:cubicBezTo>
                      <a:pt x="568" y="7938"/>
                      <a:pt x="1204" y="8277"/>
                      <a:pt x="1923" y="8277"/>
                    </a:cubicBezTo>
                    <a:cubicBezTo>
                      <a:pt x="2897" y="8277"/>
                      <a:pt x="4024" y="7657"/>
                      <a:pt x="4286" y="6433"/>
                    </a:cubicBezTo>
                    <a:cubicBezTo>
                      <a:pt x="4438" y="5764"/>
                      <a:pt x="4104" y="3029"/>
                      <a:pt x="3283" y="962"/>
                    </a:cubicBezTo>
                    <a:cubicBezTo>
                      <a:pt x="2980" y="259"/>
                      <a:pt x="2471" y="0"/>
                      <a:pt x="1943"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g13a5e165431_0_2"/>
              <p:cNvSpPr/>
              <p:nvPr/>
            </p:nvSpPr>
            <p:spPr>
              <a:xfrm>
                <a:off x="1250125" y="2212913"/>
                <a:ext cx="1013413" cy="1530687"/>
              </a:xfrm>
              <a:custGeom>
                <a:rect b="b" l="l" r="r" t="t"/>
                <a:pathLst>
                  <a:path extrusionOk="0" h="35995" w="23831">
                    <a:moveTo>
                      <a:pt x="5912" y="16"/>
                    </a:moveTo>
                    <a:cubicBezTo>
                      <a:pt x="5452" y="16"/>
                      <a:pt x="5790" y="163"/>
                      <a:pt x="5046" y="547"/>
                    </a:cubicBezTo>
                    <a:cubicBezTo>
                      <a:pt x="2371" y="1854"/>
                      <a:pt x="3739" y="6930"/>
                      <a:pt x="4347" y="9149"/>
                    </a:cubicBezTo>
                    <a:cubicBezTo>
                      <a:pt x="5107" y="11794"/>
                      <a:pt x="6110" y="14468"/>
                      <a:pt x="5775" y="17174"/>
                    </a:cubicBezTo>
                    <a:cubicBezTo>
                      <a:pt x="5441" y="20152"/>
                      <a:pt x="3587" y="22615"/>
                      <a:pt x="2250" y="25198"/>
                    </a:cubicBezTo>
                    <a:cubicBezTo>
                      <a:pt x="1064" y="27478"/>
                      <a:pt x="0" y="30973"/>
                      <a:pt x="1702" y="33283"/>
                    </a:cubicBezTo>
                    <a:cubicBezTo>
                      <a:pt x="1794" y="33405"/>
                      <a:pt x="1854" y="33466"/>
                      <a:pt x="1976" y="33587"/>
                    </a:cubicBezTo>
                    <a:cubicBezTo>
                      <a:pt x="3769" y="35654"/>
                      <a:pt x="8359" y="35441"/>
                      <a:pt x="10882" y="35685"/>
                    </a:cubicBezTo>
                    <a:cubicBezTo>
                      <a:pt x="12100" y="35796"/>
                      <a:pt x="13501" y="35995"/>
                      <a:pt x="14868" y="35995"/>
                    </a:cubicBezTo>
                    <a:cubicBezTo>
                      <a:pt x="16846" y="35995"/>
                      <a:pt x="18754" y="35580"/>
                      <a:pt x="19940" y="33891"/>
                    </a:cubicBezTo>
                    <a:cubicBezTo>
                      <a:pt x="22280" y="30639"/>
                      <a:pt x="20031" y="26839"/>
                      <a:pt x="18694" y="23678"/>
                    </a:cubicBezTo>
                    <a:cubicBezTo>
                      <a:pt x="18025" y="22037"/>
                      <a:pt x="17630" y="20487"/>
                      <a:pt x="17660" y="18724"/>
                    </a:cubicBezTo>
                    <a:cubicBezTo>
                      <a:pt x="17721" y="17143"/>
                      <a:pt x="18511" y="15502"/>
                      <a:pt x="19089" y="14013"/>
                    </a:cubicBezTo>
                    <a:cubicBezTo>
                      <a:pt x="19879" y="11824"/>
                      <a:pt x="20761" y="9666"/>
                      <a:pt x="21612" y="7478"/>
                    </a:cubicBezTo>
                    <a:cubicBezTo>
                      <a:pt x="22280" y="5958"/>
                      <a:pt x="23831" y="3830"/>
                      <a:pt x="22645" y="2219"/>
                    </a:cubicBezTo>
                    <a:cubicBezTo>
                      <a:pt x="21156" y="183"/>
                      <a:pt x="17417" y="426"/>
                      <a:pt x="15289" y="243"/>
                    </a:cubicBezTo>
                    <a:cubicBezTo>
                      <a:pt x="12797" y="0"/>
                      <a:pt x="8754" y="183"/>
                      <a:pt x="6262" y="31"/>
                    </a:cubicBezTo>
                    <a:cubicBezTo>
                      <a:pt x="6110" y="21"/>
                      <a:pt x="5997" y="16"/>
                      <a:pt x="5912" y="16"/>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g13a5e165431_0_2"/>
              <p:cNvSpPr/>
              <p:nvPr/>
            </p:nvSpPr>
            <p:spPr>
              <a:xfrm>
                <a:off x="1496983" y="1521372"/>
                <a:ext cx="262464" cy="478151"/>
              </a:xfrm>
              <a:custGeom>
                <a:rect b="b" l="l" r="r" t="t"/>
                <a:pathLst>
                  <a:path extrusionOk="0" h="11244" w="6172">
                    <a:moveTo>
                      <a:pt x="6171" y="1"/>
                    </a:moveTo>
                    <a:lnTo>
                      <a:pt x="6171" y="1"/>
                    </a:lnTo>
                    <a:cubicBezTo>
                      <a:pt x="3770" y="487"/>
                      <a:pt x="1673" y="2219"/>
                      <a:pt x="730" y="4499"/>
                    </a:cubicBezTo>
                    <a:cubicBezTo>
                      <a:pt x="92" y="6019"/>
                      <a:pt x="1" y="7873"/>
                      <a:pt x="852" y="9302"/>
                    </a:cubicBezTo>
                    <a:cubicBezTo>
                      <a:pt x="1499" y="10452"/>
                      <a:pt x="2808" y="11244"/>
                      <a:pt x="4092" y="11244"/>
                    </a:cubicBezTo>
                    <a:cubicBezTo>
                      <a:pt x="4437" y="11244"/>
                      <a:pt x="4780" y="11187"/>
                      <a:pt x="5107" y="11065"/>
                    </a:cubicBezTo>
                    <a:lnTo>
                      <a:pt x="6171" y="1"/>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g13a5e165431_0_2"/>
              <p:cNvSpPr/>
              <p:nvPr/>
            </p:nvSpPr>
            <p:spPr>
              <a:xfrm>
                <a:off x="1496983" y="1564024"/>
                <a:ext cx="243456" cy="233462"/>
              </a:xfrm>
              <a:custGeom>
                <a:rect b="b" l="l" r="r" t="t"/>
                <a:pathLst>
                  <a:path extrusionOk="0" h="5490" w="5725">
                    <a:moveTo>
                      <a:pt x="3588" y="1"/>
                    </a:moveTo>
                    <a:cubicBezTo>
                      <a:pt x="3588" y="1"/>
                      <a:pt x="1" y="2189"/>
                      <a:pt x="2554" y="5411"/>
                    </a:cubicBezTo>
                    <a:cubicBezTo>
                      <a:pt x="2598" y="5464"/>
                      <a:pt x="2654" y="5489"/>
                      <a:pt x="2720" y="5489"/>
                    </a:cubicBezTo>
                    <a:cubicBezTo>
                      <a:pt x="3514" y="5489"/>
                      <a:pt x="5725" y="1885"/>
                      <a:pt x="5472" y="1885"/>
                    </a:cubicBezTo>
                    <a:cubicBezTo>
                      <a:pt x="5259" y="1855"/>
                      <a:pt x="3588" y="1"/>
                      <a:pt x="3588" y="1"/>
                    </a:cubicBezTo>
                    <a:close/>
                  </a:path>
                </a:pathLst>
              </a:custGeom>
              <a:solidFill>
                <a:srgbClr val="38190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g13a5e165431_0_2"/>
              <p:cNvSpPr/>
              <p:nvPr/>
            </p:nvSpPr>
            <p:spPr>
              <a:xfrm>
                <a:off x="1790405" y="1973795"/>
                <a:ext cx="168101" cy="308944"/>
              </a:xfrm>
              <a:custGeom>
                <a:rect b="b" l="l" r="r" t="t"/>
                <a:pathLst>
                  <a:path extrusionOk="0" h="7265" w="3953">
                    <a:moveTo>
                      <a:pt x="3952" y="0"/>
                    </a:moveTo>
                    <a:lnTo>
                      <a:pt x="1095" y="669"/>
                    </a:lnTo>
                    <a:lnTo>
                      <a:pt x="1" y="7265"/>
                    </a:lnTo>
                    <a:lnTo>
                      <a:pt x="3283" y="7143"/>
                    </a:lnTo>
                    <a:lnTo>
                      <a:pt x="3952" y="0"/>
                    </a:ln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g13a5e165431_0_2"/>
              <p:cNvSpPr/>
              <p:nvPr/>
            </p:nvSpPr>
            <p:spPr>
              <a:xfrm>
                <a:off x="1804651" y="1980216"/>
                <a:ext cx="142204" cy="213348"/>
              </a:xfrm>
              <a:custGeom>
                <a:rect b="b" l="l" r="r" t="t"/>
                <a:pathLst>
                  <a:path extrusionOk="0" h="5017" w="3344">
                    <a:moveTo>
                      <a:pt x="3344" y="1"/>
                    </a:moveTo>
                    <a:lnTo>
                      <a:pt x="395" y="579"/>
                    </a:lnTo>
                    <a:lnTo>
                      <a:pt x="0" y="5016"/>
                    </a:lnTo>
                    <a:cubicBezTo>
                      <a:pt x="1520" y="3983"/>
                      <a:pt x="2766" y="1794"/>
                      <a:pt x="3344"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g13a5e165431_0_2"/>
              <p:cNvSpPr/>
              <p:nvPr/>
            </p:nvSpPr>
            <p:spPr>
              <a:xfrm>
                <a:off x="1515098" y="1581545"/>
                <a:ext cx="514680" cy="551294"/>
              </a:xfrm>
              <a:custGeom>
                <a:rect b="b" l="l" r="r" t="t"/>
                <a:pathLst>
                  <a:path extrusionOk="0" h="12964" w="12103">
                    <a:moveTo>
                      <a:pt x="5439" y="1"/>
                    </a:moveTo>
                    <a:cubicBezTo>
                      <a:pt x="4333" y="1"/>
                      <a:pt x="3234" y="390"/>
                      <a:pt x="2341" y="1200"/>
                    </a:cubicBezTo>
                    <a:cubicBezTo>
                      <a:pt x="791" y="2628"/>
                      <a:pt x="0" y="10896"/>
                      <a:pt x="3192" y="12537"/>
                    </a:cubicBezTo>
                    <a:cubicBezTo>
                      <a:pt x="3774" y="12836"/>
                      <a:pt x="4373" y="12964"/>
                      <a:pt x="4964" y="12964"/>
                    </a:cubicBezTo>
                    <a:cubicBezTo>
                      <a:pt x="6783" y="12964"/>
                      <a:pt x="8536" y="11754"/>
                      <a:pt x="9545" y="10561"/>
                    </a:cubicBezTo>
                    <a:cubicBezTo>
                      <a:pt x="10001" y="9984"/>
                      <a:pt x="10305" y="9558"/>
                      <a:pt x="10305" y="9558"/>
                    </a:cubicBezTo>
                    <a:cubicBezTo>
                      <a:pt x="12103" y="3459"/>
                      <a:pt x="8737" y="1"/>
                      <a:pt x="5439" y="1"/>
                    </a:cubicBezTo>
                    <a:close/>
                  </a:path>
                </a:pathLst>
              </a:custGeom>
              <a:solidFill>
                <a:srgbClr val="FF8B6A"/>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g13a5e165431_0_2"/>
              <p:cNvSpPr/>
              <p:nvPr/>
            </p:nvSpPr>
            <p:spPr>
              <a:xfrm>
                <a:off x="1627534" y="1519883"/>
                <a:ext cx="431756" cy="435031"/>
              </a:xfrm>
              <a:custGeom>
                <a:rect b="b" l="l" r="r" t="t"/>
                <a:pathLst>
                  <a:path extrusionOk="0" h="10230" w="10153">
                    <a:moveTo>
                      <a:pt x="2695" y="0"/>
                    </a:moveTo>
                    <a:cubicBezTo>
                      <a:pt x="1580" y="0"/>
                      <a:pt x="543" y="374"/>
                      <a:pt x="244" y="1647"/>
                    </a:cubicBezTo>
                    <a:cubicBezTo>
                      <a:pt x="1" y="2498"/>
                      <a:pt x="274" y="3470"/>
                      <a:pt x="730" y="4261"/>
                    </a:cubicBezTo>
                    <a:cubicBezTo>
                      <a:pt x="1156" y="4990"/>
                      <a:pt x="1733" y="5598"/>
                      <a:pt x="2402" y="5993"/>
                    </a:cubicBezTo>
                    <a:cubicBezTo>
                      <a:pt x="3344" y="6571"/>
                      <a:pt x="4499" y="6723"/>
                      <a:pt x="5411" y="7331"/>
                    </a:cubicBezTo>
                    <a:cubicBezTo>
                      <a:pt x="6019" y="7726"/>
                      <a:pt x="6475" y="8242"/>
                      <a:pt x="6749" y="8881"/>
                    </a:cubicBezTo>
                    <a:cubicBezTo>
                      <a:pt x="6840" y="9154"/>
                      <a:pt x="6901" y="9458"/>
                      <a:pt x="6931" y="9762"/>
                    </a:cubicBezTo>
                    <a:cubicBezTo>
                      <a:pt x="6961" y="9914"/>
                      <a:pt x="6931" y="10005"/>
                      <a:pt x="7083" y="10097"/>
                    </a:cubicBezTo>
                    <a:cubicBezTo>
                      <a:pt x="7217" y="10190"/>
                      <a:pt x="7359" y="10229"/>
                      <a:pt x="7504" y="10229"/>
                    </a:cubicBezTo>
                    <a:cubicBezTo>
                      <a:pt x="8019" y="10229"/>
                      <a:pt x="8568" y="9736"/>
                      <a:pt x="8876" y="9428"/>
                    </a:cubicBezTo>
                    <a:cubicBezTo>
                      <a:pt x="8907" y="9337"/>
                      <a:pt x="8998" y="9306"/>
                      <a:pt x="9028" y="9245"/>
                    </a:cubicBezTo>
                    <a:cubicBezTo>
                      <a:pt x="10153" y="7786"/>
                      <a:pt x="10092" y="5780"/>
                      <a:pt x="9332" y="4139"/>
                    </a:cubicBezTo>
                    <a:cubicBezTo>
                      <a:pt x="8056" y="1251"/>
                      <a:pt x="5290" y="461"/>
                      <a:pt x="4712" y="309"/>
                    </a:cubicBezTo>
                    <a:cubicBezTo>
                      <a:pt x="4116" y="146"/>
                      <a:pt x="3391" y="0"/>
                      <a:pt x="269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g13a5e165431_0_2"/>
              <p:cNvSpPr/>
              <p:nvPr/>
            </p:nvSpPr>
            <p:spPr>
              <a:xfrm>
                <a:off x="1896420" y="1912304"/>
                <a:ext cx="116348" cy="119283"/>
              </a:xfrm>
              <a:custGeom>
                <a:rect b="b" l="l" r="r" t="t"/>
                <a:pathLst>
                  <a:path extrusionOk="0" h="2805" w="2736">
                    <a:moveTo>
                      <a:pt x="1654" y="1"/>
                    </a:moveTo>
                    <a:cubicBezTo>
                      <a:pt x="1175" y="1"/>
                      <a:pt x="672" y="339"/>
                      <a:pt x="395" y="869"/>
                    </a:cubicBezTo>
                    <a:cubicBezTo>
                      <a:pt x="0" y="1598"/>
                      <a:pt x="122" y="2449"/>
                      <a:pt x="638" y="2692"/>
                    </a:cubicBezTo>
                    <a:cubicBezTo>
                      <a:pt x="775" y="2768"/>
                      <a:pt x="925" y="2804"/>
                      <a:pt x="1080" y="2804"/>
                    </a:cubicBezTo>
                    <a:cubicBezTo>
                      <a:pt x="1545" y="2804"/>
                      <a:pt x="2052" y="2479"/>
                      <a:pt x="2371" y="1932"/>
                    </a:cubicBezTo>
                    <a:cubicBezTo>
                      <a:pt x="2736" y="1233"/>
                      <a:pt x="2614" y="382"/>
                      <a:pt x="2097" y="109"/>
                    </a:cubicBezTo>
                    <a:cubicBezTo>
                      <a:pt x="1958" y="35"/>
                      <a:pt x="1807" y="1"/>
                      <a:pt x="1654"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g13a5e165431_0_2"/>
              <p:cNvSpPr/>
              <p:nvPr/>
            </p:nvSpPr>
            <p:spPr>
              <a:xfrm>
                <a:off x="1158356" y="2211765"/>
                <a:ext cx="460206" cy="1109137"/>
              </a:xfrm>
              <a:custGeom>
                <a:rect b="b" l="l" r="r" t="t"/>
                <a:pathLst>
                  <a:path extrusionOk="0" h="26082" w="10822">
                    <a:moveTo>
                      <a:pt x="7779" y="0"/>
                    </a:moveTo>
                    <a:cubicBezTo>
                      <a:pt x="6722" y="0"/>
                      <a:pt x="5552" y="409"/>
                      <a:pt x="4712" y="1213"/>
                    </a:cubicBezTo>
                    <a:cubicBezTo>
                      <a:pt x="4134" y="1729"/>
                      <a:pt x="3708" y="2459"/>
                      <a:pt x="3526" y="3401"/>
                    </a:cubicBezTo>
                    <a:cubicBezTo>
                      <a:pt x="3009" y="7505"/>
                      <a:pt x="2462" y="11578"/>
                      <a:pt x="1946" y="15681"/>
                    </a:cubicBezTo>
                    <a:cubicBezTo>
                      <a:pt x="1490" y="17900"/>
                      <a:pt x="973" y="20058"/>
                      <a:pt x="487" y="22246"/>
                    </a:cubicBezTo>
                    <a:cubicBezTo>
                      <a:pt x="0" y="23766"/>
                      <a:pt x="213" y="25134"/>
                      <a:pt x="1034" y="25742"/>
                    </a:cubicBezTo>
                    <a:cubicBezTo>
                      <a:pt x="1374" y="25985"/>
                      <a:pt x="1792" y="26081"/>
                      <a:pt x="2200" y="26081"/>
                    </a:cubicBezTo>
                    <a:cubicBezTo>
                      <a:pt x="2558" y="26081"/>
                      <a:pt x="2908" y="26007"/>
                      <a:pt x="3192" y="25894"/>
                    </a:cubicBezTo>
                    <a:cubicBezTo>
                      <a:pt x="5350" y="25104"/>
                      <a:pt x="5350" y="20848"/>
                      <a:pt x="6201" y="15225"/>
                    </a:cubicBezTo>
                    <a:cubicBezTo>
                      <a:pt x="6566" y="12793"/>
                      <a:pt x="7204" y="9267"/>
                      <a:pt x="8481" y="4982"/>
                    </a:cubicBezTo>
                    <a:cubicBezTo>
                      <a:pt x="9909" y="4526"/>
                      <a:pt x="10821" y="3401"/>
                      <a:pt x="10791" y="2307"/>
                    </a:cubicBezTo>
                    <a:cubicBezTo>
                      <a:pt x="10699" y="1304"/>
                      <a:pt x="9788" y="696"/>
                      <a:pt x="9605" y="544"/>
                    </a:cubicBezTo>
                    <a:cubicBezTo>
                      <a:pt x="9132" y="180"/>
                      <a:pt x="8480" y="0"/>
                      <a:pt x="7779"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g13a5e165431_0_2"/>
              <p:cNvSpPr/>
              <p:nvPr/>
            </p:nvSpPr>
            <p:spPr>
              <a:xfrm>
                <a:off x="1967479" y="2240469"/>
                <a:ext cx="376219" cy="1127168"/>
              </a:xfrm>
              <a:custGeom>
                <a:rect b="b" l="l" r="r" t="t"/>
                <a:pathLst>
                  <a:path extrusionOk="0" h="26506" w="8847">
                    <a:moveTo>
                      <a:pt x="2959" y="1"/>
                    </a:moveTo>
                    <a:cubicBezTo>
                      <a:pt x="2395" y="1"/>
                      <a:pt x="1870" y="126"/>
                      <a:pt x="1460" y="386"/>
                    </a:cubicBezTo>
                    <a:cubicBezTo>
                      <a:pt x="1247" y="538"/>
                      <a:pt x="274" y="1024"/>
                      <a:pt x="122" y="2027"/>
                    </a:cubicBezTo>
                    <a:cubicBezTo>
                      <a:pt x="1" y="3121"/>
                      <a:pt x="791" y="4307"/>
                      <a:pt x="2220" y="4915"/>
                    </a:cubicBezTo>
                    <a:cubicBezTo>
                      <a:pt x="3040" y="9261"/>
                      <a:pt x="3375" y="12848"/>
                      <a:pt x="3496" y="15310"/>
                    </a:cubicBezTo>
                    <a:cubicBezTo>
                      <a:pt x="3800" y="20963"/>
                      <a:pt x="3375" y="25219"/>
                      <a:pt x="5472" y="26222"/>
                    </a:cubicBezTo>
                    <a:cubicBezTo>
                      <a:pt x="5820" y="26378"/>
                      <a:pt x="6257" y="26505"/>
                      <a:pt x="6693" y="26505"/>
                    </a:cubicBezTo>
                    <a:cubicBezTo>
                      <a:pt x="7019" y="26505"/>
                      <a:pt x="7344" y="26434"/>
                      <a:pt x="7630" y="26252"/>
                    </a:cubicBezTo>
                    <a:cubicBezTo>
                      <a:pt x="8512" y="25736"/>
                      <a:pt x="8846" y="24398"/>
                      <a:pt x="8512" y="22787"/>
                    </a:cubicBezTo>
                    <a:cubicBezTo>
                      <a:pt x="8238" y="20568"/>
                      <a:pt x="7934" y="18349"/>
                      <a:pt x="7691" y="16100"/>
                    </a:cubicBezTo>
                    <a:cubicBezTo>
                      <a:pt x="7539" y="11997"/>
                      <a:pt x="7387" y="7863"/>
                      <a:pt x="7235" y="3760"/>
                    </a:cubicBezTo>
                    <a:cubicBezTo>
                      <a:pt x="7113" y="2787"/>
                      <a:pt x="6779" y="2027"/>
                      <a:pt x="6262" y="1480"/>
                    </a:cubicBezTo>
                    <a:cubicBezTo>
                      <a:pt x="5426" y="521"/>
                      <a:pt x="4111" y="1"/>
                      <a:pt x="2959"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g13a5e165431_0_2"/>
              <p:cNvSpPr/>
              <p:nvPr/>
            </p:nvSpPr>
            <p:spPr>
              <a:xfrm>
                <a:off x="2139408" y="3143403"/>
                <a:ext cx="480873" cy="932701"/>
              </a:xfrm>
              <a:custGeom>
                <a:rect b="b" l="l" r="r" t="t"/>
                <a:pathLst>
                  <a:path extrusionOk="0" h="21933" w="11308">
                    <a:moveTo>
                      <a:pt x="1986" y="0"/>
                    </a:moveTo>
                    <a:cubicBezTo>
                      <a:pt x="1626" y="0"/>
                      <a:pt x="1195" y="73"/>
                      <a:pt x="852" y="338"/>
                    </a:cubicBezTo>
                    <a:cubicBezTo>
                      <a:pt x="1" y="1068"/>
                      <a:pt x="244" y="2709"/>
                      <a:pt x="365" y="3378"/>
                    </a:cubicBezTo>
                    <a:cubicBezTo>
                      <a:pt x="1064" y="7694"/>
                      <a:pt x="7083" y="19032"/>
                      <a:pt x="8116" y="20977"/>
                    </a:cubicBezTo>
                    <a:cubicBezTo>
                      <a:pt x="8356" y="21588"/>
                      <a:pt x="8940" y="21932"/>
                      <a:pt x="9532" y="21932"/>
                    </a:cubicBezTo>
                    <a:cubicBezTo>
                      <a:pt x="9765" y="21932"/>
                      <a:pt x="9999" y="21879"/>
                      <a:pt x="10213" y="21767"/>
                    </a:cubicBezTo>
                    <a:cubicBezTo>
                      <a:pt x="10852" y="21433"/>
                      <a:pt x="11186" y="20612"/>
                      <a:pt x="10882" y="19852"/>
                    </a:cubicBezTo>
                    <a:lnTo>
                      <a:pt x="10882" y="19852"/>
                    </a:lnTo>
                    <a:cubicBezTo>
                      <a:pt x="11034" y="19883"/>
                      <a:pt x="11156" y="19913"/>
                      <a:pt x="11308" y="19944"/>
                    </a:cubicBezTo>
                    <a:cubicBezTo>
                      <a:pt x="10548" y="19184"/>
                      <a:pt x="9758" y="18424"/>
                      <a:pt x="8998" y="17664"/>
                    </a:cubicBezTo>
                    <a:cubicBezTo>
                      <a:pt x="7174" y="9518"/>
                      <a:pt x="5472" y="3530"/>
                      <a:pt x="4469" y="1767"/>
                    </a:cubicBezTo>
                    <a:cubicBezTo>
                      <a:pt x="4256" y="1372"/>
                      <a:pt x="3709" y="338"/>
                      <a:pt x="2675" y="95"/>
                    </a:cubicBezTo>
                    <a:cubicBezTo>
                      <a:pt x="2601" y="66"/>
                      <a:pt x="2326" y="0"/>
                      <a:pt x="1986"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g13a5e165431_0_2"/>
              <p:cNvSpPr/>
              <p:nvPr/>
            </p:nvSpPr>
            <p:spPr>
              <a:xfrm>
                <a:off x="2445758" y="3904132"/>
                <a:ext cx="350321" cy="281941"/>
              </a:xfrm>
              <a:custGeom>
                <a:rect b="b" l="l" r="r" t="t"/>
                <a:pathLst>
                  <a:path extrusionOk="0" h="6630" w="8238">
                    <a:moveTo>
                      <a:pt x="1211" y="1"/>
                    </a:moveTo>
                    <a:cubicBezTo>
                      <a:pt x="765" y="1"/>
                      <a:pt x="210" y="121"/>
                      <a:pt x="61" y="444"/>
                    </a:cubicBezTo>
                    <a:cubicBezTo>
                      <a:pt x="0" y="626"/>
                      <a:pt x="122" y="808"/>
                      <a:pt x="274" y="1112"/>
                    </a:cubicBezTo>
                    <a:cubicBezTo>
                      <a:pt x="669" y="2146"/>
                      <a:pt x="152" y="2480"/>
                      <a:pt x="456" y="3696"/>
                    </a:cubicBezTo>
                    <a:cubicBezTo>
                      <a:pt x="517" y="3939"/>
                      <a:pt x="608" y="4547"/>
                      <a:pt x="1064" y="5064"/>
                    </a:cubicBezTo>
                    <a:cubicBezTo>
                      <a:pt x="1277" y="5337"/>
                      <a:pt x="1550" y="5611"/>
                      <a:pt x="1672" y="5945"/>
                    </a:cubicBezTo>
                    <a:cubicBezTo>
                      <a:pt x="1733" y="6158"/>
                      <a:pt x="1794" y="6462"/>
                      <a:pt x="2006" y="6583"/>
                    </a:cubicBezTo>
                    <a:cubicBezTo>
                      <a:pt x="2051" y="6617"/>
                      <a:pt x="2104" y="6630"/>
                      <a:pt x="2159" y="6630"/>
                    </a:cubicBezTo>
                    <a:cubicBezTo>
                      <a:pt x="2254" y="6630"/>
                      <a:pt x="2355" y="6592"/>
                      <a:pt x="2432" y="6553"/>
                    </a:cubicBezTo>
                    <a:cubicBezTo>
                      <a:pt x="2614" y="6431"/>
                      <a:pt x="2766" y="6158"/>
                      <a:pt x="2736" y="5945"/>
                    </a:cubicBezTo>
                    <a:cubicBezTo>
                      <a:pt x="2706" y="5702"/>
                      <a:pt x="2462" y="5368"/>
                      <a:pt x="2614" y="5185"/>
                    </a:cubicBezTo>
                    <a:cubicBezTo>
                      <a:pt x="2743" y="4953"/>
                      <a:pt x="3113" y="4874"/>
                      <a:pt x="3389" y="4874"/>
                    </a:cubicBezTo>
                    <a:cubicBezTo>
                      <a:pt x="3438" y="4874"/>
                      <a:pt x="3485" y="4877"/>
                      <a:pt x="3526" y="4881"/>
                    </a:cubicBezTo>
                    <a:cubicBezTo>
                      <a:pt x="4590" y="4942"/>
                      <a:pt x="5502" y="5672"/>
                      <a:pt x="6505" y="5976"/>
                    </a:cubicBezTo>
                    <a:cubicBezTo>
                      <a:pt x="6576" y="5999"/>
                      <a:pt x="6660" y="6014"/>
                      <a:pt x="6744" y="6014"/>
                    </a:cubicBezTo>
                    <a:cubicBezTo>
                      <a:pt x="6877" y="6014"/>
                      <a:pt x="7008" y="5977"/>
                      <a:pt x="7082" y="5884"/>
                    </a:cubicBezTo>
                    <a:cubicBezTo>
                      <a:pt x="7143" y="5793"/>
                      <a:pt x="7113" y="5580"/>
                      <a:pt x="7022" y="5489"/>
                    </a:cubicBezTo>
                    <a:cubicBezTo>
                      <a:pt x="6961" y="5368"/>
                      <a:pt x="6809" y="5276"/>
                      <a:pt x="6687" y="5216"/>
                    </a:cubicBezTo>
                    <a:cubicBezTo>
                      <a:pt x="6201" y="4942"/>
                      <a:pt x="5745" y="4729"/>
                      <a:pt x="5259" y="4456"/>
                    </a:cubicBezTo>
                    <a:cubicBezTo>
                      <a:pt x="5168" y="4425"/>
                      <a:pt x="4985" y="4304"/>
                      <a:pt x="5016" y="4182"/>
                    </a:cubicBezTo>
                    <a:cubicBezTo>
                      <a:pt x="5033" y="4111"/>
                      <a:pt x="5093" y="4081"/>
                      <a:pt x="5158" y="4081"/>
                    </a:cubicBezTo>
                    <a:cubicBezTo>
                      <a:pt x="5203" y="4081"/>
                      <a:pt x="5251" y="4096"/>
                      <a:pt x="5289" y="4121"/>
                    </a:cubicBezTo>
                    <a:cubicBezTo>
                      <a:pt x="5411" y="4121"/>
                      <a:pt x="5472" y="4182"/>
                      <a:pt x="5593" y="4243"/>
                    </a:cubicBezTo>
                    <a:cubicBezTo>
                      <a:pt x="6110" y="4456"/>
                      <a:pt x="6596" y="4699"/>
                      <a:pt x="7143" y="4912"/>
                    </a:cubicBezTo>
                    <a:cubicBezTo>
                      <a:pt x="7295" y="5003"/>
                      <a:pt x="7478" y="5064"/>
                      <a:pt x="7690" y="5064"/>
                    </a:cubicBezTo>
                    <a:cubicBezTo>
                      <a:pt x="7873" y="5064"/>
                      <a:pt x="8055" y="5003"/>
                      <a:pt x="8116" y="4821"/>
                    </a:cubicBezTo>
                    <a:cubicBezTo>
                      <a:pt x="8238" y="4577"/>
                      <a:pt x="7964" y="4425"/>
                      <a:pt x="7782" y="4304"/>
                    </a:cubicBezTo>
                    <a:cubicBezTo>
                      <a:pt x="7478" y="4152"/>
                      <a:pt x="7204" y="4030"/>
                      <a:pt x="6900" y="3878"/>
                    </a:cubicBezTo>
                    <a:cubicBezTo>
                      <a:pt x="6292" y="3605"/>
                      <a:pt x="5684" y="3422"/>
                      <a:pt x="5137" y="3118"/>
                    </a:cubicBezTo>
                    <a:cubicBezTo>
                      <a:pt x="5016" y="3088"/>
                      <a:pt x="4894" y="2966"/>
                      <a:pt x="4924" y="2845"/>
                    </a:cubicBezTo>
                    <a:cubicBezTo>
                      <a:pt x="4924" y="2784"/>
                      <a:pt x="5016" y="2754"/>
                      <a:pt x="5076" y="2754"/>
                    </a:cubicBezTo>
                    <a:cubicBezTo>
                      <a:pt x="5168" y="2754"/>
                      <a:pt x="5259" y="2784"/>
                      <a:pt x="5289" y="2784"/>
                    </a:cubicBezTo>
                    <a:cubicBezTo>
                      <a:pt x="5958" y="3058"/>
                      <a:pt x="6657" y="3301"/>
                      <a:pt x="7295" y="3605"/>
                    </a:cubicBezTo>
                    <a:cubicBezTo>
                      <a:pt x="7380" y="3647"/>
                      <a:pt x="7538" y="3704"/>
                      <a:pt x="7657" y="3704"/>
                    </a:cubicBezTo>
                    <a:cubicBezTo>
                      <a:pt x="7709" y="3704"/>
                      <a:pt x="7754" y="3693"/>
                      <a:pt x="7782" y="3665"/>
                    </a:cubicBezTo>
                    <a:cubicBezTo>
                      <a:pt x="7903" y="3513"/>
                      <a:pt x="7751" y="3331"/>
                      <a:pt x="7630" y="3240"/>
                    </a:cubicBezTo>
                    <a:cubicBezTo>
                      <a:pt x="7265" y="2936"/>
                      <a:pt x="6809" y="2754"/>
                      <a:pt x="6383" y="2602"/>
                    </a:cubicBezTo>
                    <a:cubicBezTo>
                      <a:pt x="5958" y="2419"/>
                      <a:pt x="5563" y="2206"/>
                      <a:pt x="5137" y="1994"/>
                    </a:cubicBezTo>
                    <a:cubicBezTo>
                      <a:pt x="5076" y="1994"/>
                      <a:pt x="5046" y="1933"/>
                      <a:pt x="5046" y="1903"/>
                    </a:cubicBezTo>
                    <a:cubicBezTo>
                      <a:pt x="5046" y="1872"/>
                      <a:pt x="5076" y="1781"/>
                      <a:pt x="5137" y="1781"/>
                    </a:cubicBezTo>
                    <a:lnTo>
                      <a:pt x="5289" y="1781"/>
                    </a:lnTo>
                    <a:cubicBezTo>
                      <a:pt x="5745" y="1903"/>
                      <a:pt x="6171" y="2024"/>
                      <a:pt x="6596" y="2085"/>
                    </a:cubicBezTo>
                    <a:cubicBezTo>
                      <a:pt x="6647" y="2110"/>
                      <a:pt x="6702" y="2125"/>
                      <a:pt x="6754" y="2125"/>
                    </a:cubicBezTo>
                    <a:cubicBezTo>
                      <a:pt x="6828" y="2125"/>
                      <a:pt x="6895" y="2095"/>
                      <a:pt x="6931" y="2024"/>
                    </a:cubicBezTo>
                    <a:cubicBezTo>
                      <a:pt x="6961" y="1963"/>
                      <a:pt x="6931" y="1903"/>
                      <a:pt x="6870" y="1842"/>
                    </a:cubicBezTo>
                    <a:cubicBezTo>
                      <a:pt x="6779" y="1690"/>
                      <a:pt x="6475" y="1538"/>
                      <a:pt x="6323" y="1447"/>
                    </a:cubicBezTo>
                    <a:cubicBezTo>
                      <a:pt x="6079" y="1325"/>
                      <a:pt x="5806" y="1264"/>
                      <a:pt x="5563" y="1234"/>
                    </a:cubicBezTo>
                    <a:cubicBezTo>
                      <a:pt x="5137" y="1143"/>
                      <a:pt x="4742" y="1143"/>
                      <a:pt x="4347" y="1021"/>
                    </a:cubicBezTo>
                    <a:cubicBezTo>
                      <a:pt x="3769" y="930"/>
                      <a:pt x="3283" y="626"/>
                      <a:pt x="2766" y="383"/>
                    </a:cubicBezTo>
                    <a:cubicBezTo>
                      <a:pt x="2371" y="200"/>
                      <a:pt x="1946" y="48"/>
                      <a:pt x="1490" y="18"/>
                    </a:cubicBezTo>
                    <a:cubicBezTo>
                      <a:pt x="1406" y="7"/>
                      <a:pt x="1311" y="1"/>
                      <a:pt x="1211"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g13a5e165431_0_2"/>
              <p:cNvSpPr/>
              <p:nvPr/>
            </p:nvSpPr>
            <p:spPr>
              <a:xfrm>
                <a:off x="1256589" y="3364575"/>
                <a:ext cx="897065" cy="372306"/>
              </a:xfrm>
              <a:custGeom>
                <a:rect b="b" l="l" r="r" t="t"/>
                <a:pathLst>
                  <a:path extrusionOk="0" h="8755" w="21095">
                    <a:moveTo>
                      <a:pt x="1246" y="1"/>
                    </a:moveTo>
                    <a:cubicBezTo>
                      <a:pt x="0" y="2675"/>
                      <a:pt x="1003" y="5533"/>
                      <a:pt x="1003" y="5533"/>
                    </a:cubicBezTo>
                    <a:cubicBezTo>
                      <a:pt x="1222" y="5526"/>
                      <a:pt x="1435" y="5523"/>
                      <a:pt x="1644" y="5523"/>
                    </a:cubicBezTo>
                    <a:cubicBezTo>
                      <a:pt x="8215" y="5523"/>
                      <a:pt x="10213" y="8663"/>
                      <a:pt x="10213" y="8663"/>
                    </a:cubicBezTo>
                    <a:lnTo>
                      <a:pt x="11763" y="8755"/>
                    </a:lnTo>
                    <a:cubicBezTo>
                      <a:pt x="13646" y="6769"/>
                      <a:pt x="15778" y="6257"/>
                      <a:pt x="17477" y="6257"/>
                    </a:cubicBezTo>
                    <a:cubicBezTo>
                      <a:pt x="19289" y="6257"/>
                      <a:pt x="20609" y="6840"/>
                      <a:pt x="20609" y="6840"/>
                    </a:cubicBezTo>
                    <a:cubicBezTo>
                      <a:pt x="20609" y="6840"/>
                      <a:pt x="21095" y="2645"/>
                      <a:pt x="20183" y="578"/>
                    </a:cubicBezTo>
                    <a:lnTo>
                      <a:pt x="1246" y="1"/>
                    </a:lnTo>
                    <a:close/>
                  </a:path>
                </a:pathLst>
              </a:custGeom>
              <a:solidFill>
                <a:srgbClr val="38190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g13a5e165431_0_2"/>
              <p:cNvSpPr/>
              <p:nvPr/>
            </p:nvSpPr>
            <p:spPr>
              <a:xfrm>
                <a:off x="1631447" y="1867780"/>
                <a:ext cx="20710" cy="73738"/>
              </a:xfrm>
              <a:custGeom>
                <a:rect b="b" l="l" r="r" t="t"/>
                <a:pathLst>
                  <a:path extrusionOk="0" fill="none" h="1734" w="487">
                    <a:moveTo>
                      <a:pt x="486" y="1"/>
                    </a:moveTo>
                    <a:cubicBezTo>
                      <a:pt x="456" y="365"/>
                      <a:pt x="456" y="760"/>
                      <a:pt x="486" y="1125"/>
                    </a:cubicBezTo>
                    <a:cubicBezTo>
                      <a:pt x="334" y="1064"/>
                      <a:pt x="243" y="973"/>
                      <a:pt x="91" y="912"/>
                    </a:cubicBezTo>
                    <a:cubicBezTo>
                      <a:pt x="0" y="1247"/>
                      <a:pt x="182" y="1612"/>
                      <a:pt x="486" y="1733"/>
                    </a:cubicBez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g13a5e165431_0_2"/>
              <p:cNvSpPr/>
              <p:nvPr/>
            </p:nvSpPr>
            <p:spPr>
              <a:xfrm>
                <a:off x="1715434" y="1871650"/>
                <a:ext cx="65956" cy="24622"/>
              </a:xfrm>
              <a:custGeom>
                <a:rect b="b" l="l" r="r" t="t"/>
                <a:pathLst>
                  <a:path extrusionOk="0" fill="none" h="579" w="1551">
                    <a:moveTo>
                      <a:pt x="1" y="1"/>
                    </a:moveTo>
                    <a:cubicBezTo>
                      <a:pt x="153" y="214"/>
                      <a:pt x="335" y="396"/>
                      <a:pt x="578" y="517"/>
                    </a:cubicBezTo>
                    <a:cubicBezTo>
                      <a:pt x="791" y="578"/>
                      <a:pt x="1095" y="548"/>
                      <a:pt x="1247" y="366"/>
                    </a:cubicBezTo>
                    <a:cubicBezTo>
                      <a:pt x="1338" y="396"/>
                      <a:pt x="1490" y="426"/>
                      <a:pt x="1551" y="457"/>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g13a5e165431_0_2"/>
              <p:cNvSpPr/>
              <p:nvPr/>
            </p:nvSpPr>
            <p:spPr>
              <a:xfrm>
                <a:off x="1560345" y="1858722"/>
                <a:ext cx="63362" cy="19434"/>
              </a:xfrm>
              <a:custGeom>
                <a:rect b="b" l="l" r="r" t="t"/>
                <a:pathLst>
                  <a:path extrusionOk="0" fill="none" h="457" w="1490">
                    <a:moveTo>
                      <a:pt x="1490" y="1"/>
                    </a:moveTo>
                    <a:cubicBezTo>
                      <a:pt x="1338" y="153"/>
                      <a:pt x="1155" y="305"/>
                      <a:pt x="912" y="396"/>
                    </a:cubicBezTo>
                    <a:cubicBezTo>
                      <a:pt x="699" y="457"/>
                      <a:pt x="426" y="396"/>
                      <a:pt x="304" y="214"/>
                    </a:cubicBezTo>
                    <a:cubicBezTo>
                      <a:pt x="243" y="244"/>
                      <a:pt x="91" y="244"/>
                      <a:pt x="0" y="274"/>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g13a5e165431_0_2"/>
              <p:cNvSpPr/>
              <p:nvPr/>
            </p:nvSpPr>
            <p:spPr>
              <a:xfrm>
                <a:off x="1649520" y="1984129"/>
                <a:ext cx="76290" cy="38825"/>
              </a:xfrm>
              <a:custGeom>
                <a:rect b="b" l="l" r="r" t="t"/>
                <a:pathLst>
                  <a:path extrusionOk="0" fill="none" h="913" w="1794">
                    <a:moveTo>
                      <a:pt x="31" y="0"/>
                    </a:moveTo>
                    <a:cubicBezTo>
                      <a:pt x="1" y="91"/>
                      <a:pt x="31" y="213"/>
                      <a:pt x="153" y="304"/>
                    </a:cubicBezTo>
                    <a:cubicBezTo>
                      <a:pt x="213" y="365"/>
                      <a:pt x="365" y="365"/>
                      <a:pt x="487" y="365"/>
                    </a:cubicBezTo>
                    <a:cubicBezTo>
                      <a:pt x="943" y="365"/>
                      <a:pt x="1368" y="213"/>
                      <a:pt x="1794" y="91"/>
                    </a:cubicBezTo>
                    <a:cubicBezTo>
                      <a:pt x="1551" y="608"/>
                      <a:pt x="1034" y="912"/>
                      <a:pt x="487" y="851"/>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g13a5e165431_0_2"/>
              <p:cNvSpPr/>
              <p:nvPr/>
            </p:nvSpPr>
            <p:spPr>
              <a:xfrm>
                <a:off x="1736143" y="1813476"/>
                <a:ext cx="87899" cy="38825"/>
              </a:xfrm>
              <a:custGeom>
                <a:rect b="b" l="l" r="r" t="t"/>
                <a:pathLst>
                  <a:path extrusionOk="0" h="913" w="2067">
                    <a:moveTo>
                      <a:pt x="730" y="1"/>
                    </a:moveTo>
                    <a:cubicBezTo>
                      <a:pt x="578" y="1"/>
                      <a:pt x="213" y="1"/>
                      <a:pt x="122" y="123"/>
                    </a:cubicBezTo>
                    <a:cubicBezTo>
                      <a:pt x="0" y="305"/>
                      <a:pt x="304" y="366"/>
                      <a:pt x="456" y="366"/>
                    </a:cubicBezTo>
                    <a:cubicBezTo>
                      <a:pt x="1034" y="396"/>
                      <a:pt x="1611" y="578"/>
                      <a:pt x="2037" y="913"/>
                    </a:cubicBezTo>
                    <a:cubicBezTo>
                      <a:pt x="2067" y="852"/>
                      <a:pt x="2067" y="730"/>
                      <a:pt x="2037" y="609"/>
                    </a:cubicBezTo>
                    <a:cubicBezTo>
                      <a:pt x="1976" y="548"/>
                      <a:pt x="1915" y="457"/>
                      <a:pt x="1824" y="396"/>
                    </a:cubicBezTo>
                    <a:cubicBezTo>
                      <a:pt x="1489" y="123"/>
                      <a:pt x="1125" y="1"/>
                      <a:pt x="730"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g13a5e165431_0_2"/>
              <p:cNvSpPr/>
              <p:nvPr/>
            </p:nvSpPr>
            <p:spPr>
              <a:xfrm>
                <a:off x="1552563" y="1777925"/>
                <a:ext cx="89260" cy="34318"/>
              </a:xfrm>
              <a:custGeom>
                <a:rect b="b" l="l" r="r" t="t"/>
                <a:pathLst>
                  <a:path extrusionOk="0" h="807" w="2099">
                    <a:moveTo>
                      <a:pt x="1257" y="1"/>
                    </a:moveTo>
                    <a:cubicBezTo>
                      <a:pt x="898" y="1"/>
                      <a:pt x="581" y="114"/>
                      <a:pt x="305" y="290"/>
                    </a:cubicBezTo>
                    <a:cubicBezTo>
                      <a:pt x="214" y="351"/>
                      <a:pt x="122" y="381"/>
                      <a:pt x="62" y="503"/>
                    </a:cubicBezTo>
                    <a:cubicBezTo>
                      <a:pt x="31" y="563"/>
                      <a:pt x="1" y="715"/>
                      <a:pt x="62" y="807"/>
                    </a:cubicBezTo>
                    <a:cubicBezTo>
                      <a:pt x="479" y="528"/>
                      <a:pt x="999" y="377"/>
                      <a:pt x="1527" y="377"/>
                    </a:cubicBezTo>
                    <a:cubicBezTo>
                      <a:pt x="1576" y="377"/>
                      <a:pt x="1624" y="378"/>
                      <a:pt x="1673" y="381"/>
                    </a:cubicBezTo>
                    <a:cubicBezTo>
                      <a:pt x="1723" y="381"/>
                      <a:pt x="1791" y="388"/>
                      <a:pt x="1855" y="388"/>
                    </a:cubicBezTo>
                    <a:cubicBezTo>
                      <a:pt x="1983" y="388"/>
                      <a:pt x="2098" y="361"/>
                      <a:pt x="2037" y="199"/>
                    </a:cubicBezTo>
                    <a:cubicBezTo>
                      <a:pt x="1977" y="47"/>
                      <a:pt x="1581" y="16"/>
                      <a:pt x="1490" y="16"/>
                    </a:cubicBezTo>
                    <a:cubicBezTo>
                      <a:pt x="1411" y="6"/>
                      <a:pt x="1333" y="1"/>
                      <a:pt x="1257"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g13a5e165431_0_2"/>
              <p:cNvSpPr/>
              <p:nvPr/>
            </p:nvSpPr>
            <p:spPr>
              <a:xfrm>
                <a:off x="1089848" y="3170704"/>
                <a:ext cx="1221531" cy="993937"/>
              </a:xfrm>
              <a:custGeom>
                <a:rect b="b" l="l" r="r" t="t"/>
                <a:pathLst>
                  <a:path extrusionOk="0" h="23373" w="28725">
                    <a:moveTo>
                      <a:pt x="7538" y="0"/>
                    </a:moveTo>
                    <a:cubicBezTo>
                      <a:pt x="0" y="7873"/>
                      <a:pt x="4560" y="22554"/>
                      <a:pt x="4560" y="22554"/>
                    </a:cubicBezTo>
                    <a:cubicBezTo>
                      <a:pt x="6050" y="23161"/>
                      <a:pt x="7614" y="23373"/>
                      <a:pt x="9069" y="23373"/>
                    </a:cubicBezTo>
                    <a:cubicBezTo>
                      <a:pt x="12420" y="23373"/>
                      <a:pt x="15198" y="22250"/>
                      <a:pt x="15198" y="22250"/>
                    </a:cubicBezTo>
                    <a:lnTo>
                      <a:pt x="15046" y="13952"/>
                    </a:lnTo>
                    <a:lnTo>
                      <a:pt x="15654" y="22250"/>
                    </a:lnTo>
                    <a:cubicBezTo>
                      <a:pt x="17008" y="22587"/>
                      <a:pt x="18302" y="22716"/>
                      <a:pt x="19491" y="22716"/>
                    </a:cubicBezTo>
                    <a:cubicBezTo>
                      <a:pt x="23456" y="22716"/>
                      <a:pt x="26262" y="21277"/>
                      <a:pt x="26262" y="21277"/>
                    </a:cubicBezTo>
                    <a:cubicBezTo>
                      <a:pt x="28724" y="9393"/>
                      <a:pt x="23861" y="3101"/>
                      <a:pt x="22584" y="517"/>
                    </a:cubicBezTo>
                    <a:cubicBezTo>
                      <a:pt x="22584" y="517"/>
                      <a:pt x="21672" y="1338"/>
                      <a:pt x="14894" y="1338"/>
                    </a:cubicBezTo>
                    <a:cubicBezTo>
                      <a:pt x="8146" y="1338"/>
                      <a:pt x="7538" y="0"/>
                      <a:pt x="7538" y="0"/>
                    </a:cubicBezTo>
                    <a:close/>
                  </a:path>
                </a:pathLst>
              </a:custGeom>
              <a:solidFill>
                <a:srgbClr val="83C1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g13a5e165431_0_2"/>
              <p:cNvSpPr/>
              <p:nvPr/>
            </p:nvSpPr>
            <p:spPr>
              <a:xfrm>
                <a:off x="1385822" y="3102196"/>
                <a:ext cx="678656" cy="143862"/>
              </a:xfrm>
              <a:custGeom>
                <a:rect b="b" l="l" r="r" t="t"/>
                <a:pathLst>
                  <a:path extrusionOk="0" h="3383" w="15959">
                    <a:moveTo>
                      <a:pt x="1369" y="0"/>
                    </a:moveTo>
                    <a:cubicBezTo>
                      <a:pt x="1369" y="0"/>
                      <a:pt x="1" y="1064"/>
                      <a:pt x="487" y="2067"/>
                    </a:cubicBezTo>
                    <a:cubicBezTo>
                      <a:pt x="777" y="2725"/>
                      <a:pt x="5127" y="3382"/>
                      <a:pt x="9412" y="3382"/>
                    </a:cubicBezTo>
                    <a:cubicBezTo>
                      <a:pt x="11863" y="3382"/>
                      <a:pt x="14292" y="3167"/>
                      <a:pt x="15928" y="2614"/>
                    </a:cubicBezTo>
                    <a:cubicBezTo>
                      <a:pt x="15928" y="2614"/>
                      <a:pt x="15959" y="2310"/>
                      <a:pt x="15472" y="1368"/>
                    </a:cubicBezTo>
                    <a:cubicBezTo>
                      <a:pt x="15011" y="549"/>
                      <a:pt x="14788" y="484"/>
                      <a:pt x="14729" y="484"/>
                    </a:cubicBezTo>
                    <a:cubicBezTo>
                      <a:pt x="14718" y="484"/>
                      <a:pt x="14712" y="487"/>
                      <a:pt x="14712" y="487"/>
                    </a:cubicBezTo>
                    <a:cubicBezTo>
                      <a:pt x="14712" y="924"/>
                      <a:pt x="11887" y="1165"/>
                      <a:pt x="8835" y="1165"/>
                    </a:cubicBezTo>
                    <a:cubicBezTo>
                      <a:pt x="5097" y="1165"/>
                      <a:pt x="1017" y="804"/>
                      <a:pt x="1369" y="0"/>
                    </a:cubicBezTo>
                    <a:close/>
                  </a:path>
                </a:pathLst>
              </a:custGeom>
              <a:solidFill>
                <a:srgbClr val="105F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g13a5e165431_0_2"/>
              <p:cNvSpPr/>
              <p:nvPr/>
            </p:nvSpPr>
            <p:spPr>
              <a:xfrm>
                <a:off x="1933162" y="3266300"/>
                <a:ext cx="246347" cy="324848"/>
              </a:xfrm>
              <a:custGeom>
                <a:rect b="b" l="l" r="r" t="t"/>
                <a:pathLst>
                  <a:path extrusionOk="0" h="7639" w="5793">
                    <a:moveTo>
                      <a:pt x="1077" y="0"/>
                    </a:moveTo>
                    <a:cubicBezTo>
                      <a:pt x="1" y="0"/>
                      <a:pt x="3804" y="7638"/>
                      <a:pt x="4800" y="7638"/>
                    </a:cubicBezTo>
                    <a:cubicBezTo>
                      <a:pt x="4818" y="7638"/>
                      <a:pt x="4835" y="7636"/>
                      <a:pt x="4851" y="7631"/>
                    </a:cubicBezTo>
                    <a:cubicBezTo>
                      <a:pt x="5793" y="7327"/>
                      <a:pt x="5185" y="2555"/>
                      <a:pt x="1385" y="123"/>
                    </a:cubicBezTo>
                    <a:cubicBezTo>
                      <a:pt x="1256" y="39"/>
                      <a:pt x="1154" y="0"/>
                      <a:pt x="1077" y="0"/>
                    </a:cubicBezTo>
                    <a:close/>
                  </a:path>
                </a:pathLst>
              </a:custGeom>
              <a:solidFill>
                <a:srgbClr val="105F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g13a5e165431_0_2"/>
              <p:cNvSpPr/>
              <p:nvPr/>
            </p:nvSpPr>
            <p:spPr>
              <a:xfrm>
                <a:off x="1257865" y="3266300"/>
                <a:ext cx="248771" cy="324848"/>
              </a:xfrm>
              <a:custGeom>
                <a:rect b="b" l="l" r="r" t="t"/>
                <a:pathLst>
                  <a:path extrusionOk="0" h="7639" w="5850">
                    <a:moveTo>
                      <a:pt x="4777" y="0"/>
                    </a:moveTo>
                    <a:cubicBezTo>
                      <a:pt x="4700" y="0"/>
                      <a:pt x="4599" y="39"/>
                      <a:pt x="4469" y="123"/>
                    </a:cubicBezTo>
                    <a:cubicBezTo>
                      <a:pt x="609" y="2555"/>
                      <a:pt x="1" y="7327"/>
                      <a:pt x="1004" y="7631"/>
                    </a:cubicBezTo>
                    <a:cubicBezTo>
                      <a:pt x="1019" y="7636"/>
                      <a:pt x="1036" y="7638"/>
                      <a:pt x="1053" y="7638"/>
                    </a:cubicBezTo>
                    <a:cubicBezTo>
                      <a:pt x="2023" y="7638"/>
                      <a:pt x="5850" y="0"/>
                      <a:pt x="4777" y="0"/>
                    </a:cubicBezTo>
                    <a:close/>
                  </a:path>
                </a:pathLst>
              </a:custGeom>
              <a:solidFill>
                <a:srgbClr val="105F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g13a5e165431_0_2"/>
              <p:cNvSpPr/>
              <p:nvPr/>
            </p:nvSpPr>
            <p:spPr>
              <a:xfrm>
                <a:off x="1747753" y="4044465"/>
                <a:ext cx="482191" cy="153388"/>
              </a:xfrm>
              <a:custGeom>
                <a:rect b="b" l="l" r="r" t="t"/>
                <a:pathLst>
                  <a:path extrusionOk="0" h="3607" w="11339">
                    <a:moveTo>
                      <a:pt x="10943" y="1"/>
                    </a:moveTo>
                    <a:cubicBezTo>
                      <a:pt x="10943" y="1"/>
                      <a:pt x="10366" y="761"/>
                      <a:pt x="5320" y="882"/>
                    </a:cubicBezTo>
                    <a:cubicBezTo>
                      <a:pt x="4599" y="904"/>
                      <a:pt x="3979" y="913"/>
                      <a:pt x="3445" y="913"/>
                    </a:cubicBezTo>
                    <a:cubicBezTo>
                      <a:pt x="242" y="913"/>
                      <a:pt x="153" y="578"/>
                      <a:pt x="153" y="578"/>
                    </a:cubicBezTo>
                    <a:lnTo>
                      <a:pt x="153" y="1186"/>
                    </a:lnTo>
                    <a:cubicBezTo>
                      <a:pt x="92" y="1490"/>
                      <a:pt x="1" y="1885"/>
                      <a:pt x="153" y="2250"/>
                    </a:cubicBezTo>
                    <a:cubicBezTo>
                      <a:pt x="610" y="3403"/>
                      <a:pt x="2655" y="3606"/>
                      <a:pt x="4249" y="3606"/>
                    </a:cubicBezTo>
                    <a:cubicBezTo>
                      <a:pt x="4882" y="3606"/>
                      <a:pt x="5443" y="3574"/>
                      <a:pt x="5806" y="3557"/>
                    </a:cubicBezTo>
                    <a:cubicBezTo>
                      <a:pt x="6353" y="3496"/>
                      <a:pt x="10913" y="3223"/>
                      <a:pt x="11217" y="1612"/>
                    </a:cubicBezTo>
                    <a:cubicBezTo>
                      <a:pt x="11338" y="1065"/>
                      <a:pt x="10973" y="1"/>
                      <a:pt x="10943" y="1"/>
                    </a:cubicBezTo>
                    <a:close/>
                  </a:path>
                </a:pathLst>
              </a:custGeom>
              <a:solidFill>
                <a:srgbClr val="105F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g13a5e165431_0_2"/>
              <p:cNvSpPr/>
              <p:nvPr/>
            </p:nvSpPr>
            <p:spPr>
              <a:xfrm>
                <a:off x="1264328" y="4044465"/>
                <a:ext cx="482191" cy="153388"/>
              </a:xfrm>
              <a:custGeom>
                <a:rect b="b" l="l" r="r" t="t"/>
                <a:pathLst>
                  <a:path extrusionOk="0" h="3607" w="11339">
                    <a:moveTo>
                      <a:pt x="10943" y="1"/>
                    </a:moveTo>
                    <a:cubicBezTo>
                      <a:pt x="10943" y="1"/>
                      <a:pt x="10396" y="761"/>
                      <a:pt x="5320" y="882"/>
                    </a:cubicBezTo>
                    <a:cubicBezTo>
                      <a:pt x="4599" y="904"/>
                      <a:pt x="3979" y="913"/>
                      <a:pt x="3445" y="913"/>
                    </a:cubicBezTo>
                    <a:cubicBezTo>
                      <a:pt x="242" y="913"/>
                      <a:pt x="153" y="578"/>
                      <a:pt x="153" y="578"/>
                    </a:cubicBezTo>
                    <a:lnTo>
                      <a:pt x="153" y="1186"/>
                    </a:lnTo>
                    <a:cubicBezTo>
                      <a:pt x="92" y="1490"/>
                      <a:pt x="1" y="1885"/>
                      <a:pt x="153" y="2250"/>
                    </a:cubicBezTo>
                    <a:cubicBezTo>
                      <a:pt x="631" y="3403"/>
                      <a:pt x="2668" y="3606"/>
                      <a:pt x="4266" y="3606"/>
                    </a:cubicBezTo>
                    <a:cubicBezTo>
                      <a:pt x="4900" y="3606"/>
                      <a:pt x="5465" y="3574"/>
                      <a:pt x="5837" y="3557"/>
                    </a:cubicBezTo>
                    <a:cubicBezTo>
                      <a:pt x="6353" y="3496"/>
                      <a:pt x="10913" y="3223"/>
                      <a:pt x="11217" y="1612"/>
                    </a:cubicBezTo>
                    <a:cubicBezTo>
                      <a:pt x="11338" y="1065"/>
                      <a:pt x="11004" y="1"/>
                      <a:pt x="10943" y="1"/>
                    </a:cubicBezTo>
                    <a:close/>
                  </a:path>
                </a:pathLst>
              </a:custGeom>
              <a:solidFill>
                <a:srgbClr val="105F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g13a5e165431_0_2"/>
              <p:cNvSpPr/>
              <p:nvPr/>
            </p:nvSpPr>
            <p:spPr>
              <a:xfrm>
                <a:off x="1332836" y="2207725"/>
                <a:ext cx="847991" cy="909440"/>
              </a:xfrm>
              <a:custGeom>
                <a:rect b="b" l="l" r="r" t="t"/>
                <a:pathLst>
                  <a:path extrusionOk="0" h="21386" w="19941">
                    <a:moveTo>
                      <a:pt x="2159" y="20062"/>
                    </a:moveTo>
                    <a:cubicBezTo>
                      <a:pt x="2161" y="20063"/>
                      <a:pt x="2164" y="20064"/>
                      <a:pt x="2166" y="20064"/>
                    </a:cubicBezTo>
                    <a:lnTo>
                      <a:pt x="2166" y="20064"/>
                    </a:lnTo>
                    <a:cubicBezTo>
                      <a:pt x="2164" y="20063"/>
                      <a:pt x="2161" y="20063"/>
                      <a:pt x="2159" y="20062"/>
                    </a:cubicBezTo>
                    <a:close/>
                    <a:moveTo>
                      <a:pt x="6566" y="1"/>
                    </a:moveTo>
                    <a:cubicBezTo>
                      <a:pt x="6566" y="1"/>
                      <a:pt x="3344" y="122"/>
                      <a:pt x="3253" y="122"/>
                    </a:cubicBezTo>
                    <a:cubicBezTo>
                      <a:pt x="3192" y="122"/>
                      <a:pt x="2949" y="2189"/>
                      <a:pt x="2919" y="2371"/>
                    </a:cubicBezTo>
                    <a:cubicBezTo>
                      <a:pt x="2736" y="3466"/>
                      <a:pt x="2523" y="4408"/>
                      <a:pt x="2007" y="5441"/>
                    </a:cubicBezTo>
                    <a:cubicBezTo>
                      <a:pt x="1733" y="5989"/>
                      <a:pt x="1429" y="6505"/>
                      <a:pt x="1125" y="7052"/>
                    </a:cubicBezTo>
                    <a:cubicBezTo>
                      <a:pt x="882" y="7508"/>
                      <a:pt x="669" y="7964"/>
                      <a:pt x="487" y="8359"/>
                    </a:cubicBezTo>
                    <a:cubicBezTo>
                      <a:pt x="153" y="9332"/>
                      <a:pt x="1" y="10609"/>
                      <a:pt x="609" y="11460"/>
                    </a:cubicBezTo>
                    <a:cubicBezTo>
                      <a:pt x="1247" y="12372"/>
                      <a:pt x="2159" y="13010"/>
                      <a:pt x="2706" y="14043"/>
                    </a:cubicBezTo>
                    <a:cubicBezTo>
                      <a:pt x="3375" y="15350"/>
                      <a:pt x="3375" y="16779"/>
                      <a:pt x="3010" y="18177"/>
                    </a:cubicBezTo>
                    <a:cubicBezTo>
                      <a:pt x="2950" y="18296"/>
                      <a:pt x="2370" y="20065"/>
                      <a:pt x="2173" y="20065"/>
                    </a:cubicBezTo>
                    <a:cubicBezTo>
                      <a:pt x="2170" y="20065"/>
                      <a:pt x="2168" y="20065"/>
                      <a:pt x="2166" y="20064"/>
                    </a:cubicBezTo>
                    <a:lnTo>
                      <a:pt x="2166" y="20064"/>
                    </a:lnTo>
                    <a:cubicBezTo>
                      <a:pt x="5010" y="21055"/>
                      <a:pt x="7645" y="21386"/>
                      <a:pt x="9895" y="21386"/>
                    </a:cubicBezTo>
                    <a:cubicBezTo>
                      <a:pt x="14398" y="21386"/>
                      <a:pt x="17357" y="20062"/>
                      <a:pt x="17357" y="20062"/>
                    </a:cubicBezTo>
                    <a:cubicBezTo>
                      <a:pt x="17357" y="20062"/>
                      <a:pt x="16414" y="17083"/>
                      <a:pt x="17357" y="15046"/>
                    </a:cubicBezTo>
                    <a:cubicBezTo>
                      <a:pt x="17600" y="14651"/>
                      <a:pt x="17843" y="14256"/>
                      <a:pt x="18147" y="13952"/>
                    </a:cubicBezTo>
                    <a:cubicBezTo>
                      <a:pt x="18755" y="13344"/>
                      <a:pt x="19454" y="12676"/>
                      <a:pt x="19667" y="11764"/>
                    </a:cubicBezTo>
                    <a:cubicBezTo>
                      <a:pt x="19940" y="10700"/>
                      <a:pt x="19423" y="9423"/>
                      <a:pt x="18998" y="8481"/>
                    </a:cubicBezTo>
                    <a:cubicBezTo>
                      <a:pt x="18360" y="7113"/>
                      <a:pt x="17782" y="5685"/>
                      <a:pt x="17782" y="4165"/>
                    </a:cubicBezTo>
                    <a:cubicBezTo>
                      <a:pt x="17782" y="3010"/>
                      <a:pt x="17812" y="1885"/>
                      <a:pt x="17812" y="730"/>
                    </a:cubicBezTo>
                    <a:lnTo>
                      <a:pt x="14256" y="396"/>
                    </a:lnTo>
                    <a:cubicBezTo>
                      <a:pt x="14256" y="396"/>
                      <a:pt x="13496" y="7448"/>
                      <a:pt x="10548" y="7843"/>
                    </a:cubicBezTo>
                    <a:cubicBezTo>
                      <a:pt x="10365" y="7866"/>
                      <a:pt x="10190" y="7877"/>
                      <a:pt x="10023" y="7877"/>
                    </a:cubicBezTo>
                    <a:cubicBezTo>
                      <a:pt x="5578" y="7877"/>
                      <a:pt x="6566" y="1"/>
                      <a:pt x="6566" y="1"/>
                    </a:cubicBezTo>
                    <a:close/>
                  </a:path>
                </a:pathLst>
              </a:custGeom>
              <a:solidFill>
                <a:srgbClr val="F140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g13a5e165431_0_2"/>
              <p:cNvSpPr/>
              <p:nvPr/>
            </p:nvSpPr>
            <p:spPr>
              <a:xfrm>
                <a:off x="1160908" y="2567061"/>
                <a:ext cx="495119" cy="748993"/>
              </a:xfrm>
              <a:custGeom>
                <a:rect b="b" l="l" r="r" t="t"/>
                <a:pathLst>
                  <a:path extrusionOk="0" h="17613" w="11643">
                    <a:moveTo>
                      <a:pt x="9424" y="1"/>
                    </a:moveTo>
                    <a:cubicBezTo>
                      <a:pt x="4530" y="6748"/>
                      <a:pt x="1217" y="12007"/>
                      <a:pt x="548" y="13952"/>
                    </a:cubicBezTo>
                    <a:cubicBezTo>
                      <a:pt x="396" y="14347"/>
                      <a:pt x="1" y="15411"/>
                      <a:pt x="457" y="16414"/>
                    </a:cubicBezTo>
                    <a:cubicBezTo>
                      <a:pt x="548" y="16566"/>
                      <a:pt x="1034" y="17448"/>
                      <a:pt x="1886" y="17600"/>
                    </a:cubicBezTo>
                    <a:cubicBezTo>
                      <a:pt x="1948" y="17608"/>
                      <a:pt x="2010" y="17612"/>
                      <a:pt x="2072" y="17612"/>
                    </a:cubicBezTo>
                    <a:cubicBezTo>
                      <a:pt x="3123" y="17612"/>
                      <a:pt x="4069" y="16445"/>
                      <a:pt x="4500" y="15928"/>
                    </a:cubicBezTo>
                    <a:cubicBezTo>
                      <a:pt x="6688" y="13223"/>
                      <a:pt x="10032" y="4833"/>
                      <a:pt x="11643" y="608"/>
                    </a:cubicBezTo>
                    <a:lnTo>
                      <a:pt x="9424" y="1"/>
                    </a:ln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g13a5e165431_0_2"/>
              <p:cNvSpPr/>
              <p:nvPr/>
            </p:nvSpPr>
            <p:spPr>
              <a:xfrm>
                <a:off x="1622389" y="2037115"/>
                <a:ext cx="71102" cy="155131"/>
              </a:xfrm>
              <a:custGeom>
                <a:rect b="b" l="l" r="r" t="t"/>
                <a:pathLst>
                  <a:path extrusionOk="0" h="3648" w="1672">
                    <a:moveTo>
                      <a:pt x="365" y="0"/>
                    </a:moveTo>
                    <a:lnTo>
                      <a:pt x="0" y="2280"/>
                    </a:lnTo>
                    <a:lnTo>
                      <a:pt x="1672" y="3648"/>
                    </a:lnTo>
                    <a:cubicBezTo>
                      <a:pt x="1672" y="3648"/>
                      <a:pt x="1672" y="882"/>
                      <a:pt x="36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g13a5e165431_0_2"/>
              <p:cNvSpPr/>
              <p:nvPr/>
            </p:nvSpPr>
            <p:spPr>
              <a:xfrm>
                <a:off x="1467258" y="2062970"/>
                <a:ext cx="227551" cy="168101"/>
              </a:xfrm>
              <a:custGeom>
                <a:rect b="b" l="l" r="r" t="t"/>
                <a:pathLst>
                  <a:path extrusionOk="0" h="3953" w="5351">
                    <a:moveTo>
                      <a:pt x="2463" y="0"/>
                    </a:moveTo>
                    <a:cubicBezTo>
                      <a:pt x="2035" y="303"/>
                      <a:pt x="1263" y="366"/>
                      <a:pt x="697" y="366"/>
                    </a:cubicBezTo>
                    <a:cubicBezTo>
                      <a:pt x="297" y="366"/>
                      <a:pt x="1" y="335"/>
                      <a:pt x="1" y="335"/>
                    </a:cubicBezTo>
                    <a:lnTo>
                      <a:pt x="1" y="335"/>
                    </a:lnTo>
                    <a:cubicBezTo>
                      <a:pt x="1" y="335"/>
                      <a:pt x="4251" y="3952"/>
                      <a:pt x="4737" y="3952"/>
                    </a:cubicBezTo>
                    <a:cubicBezTo>
                      <a:pt x="4739" y="3952"/>
                      <a:pt x="4741" y="3952"/>
                      <a:pt x="4742" y="3952"/>
                    </a:cubicBezTo>
                    <a:cubicBezTo>
                      <a:pt x="4750" y="3952"/>
                      <a:pt x="4758" y="3952"/>
                      <a:pt x="4766" y="3952"/>
                    </a:cubicBezTo>
                    <a:cubicBezTo>
                      <a:pt x="5230" y="3952"/>
                      <a:pt x="5260" y="3065"/>
                      <a:pt x="5320" y="2766"/>
                    </a:cubicBezTo>
                    <a:cubicBezTo>
                      <a:pt x="5350" y="2432"/>
                      <a:pt x="2463" y="0"/>
                      <a:pt x="246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g13a5e165431_0_2"/>
              <p:cNvSpPr/>
              <p:nvPr/>
            </p:nvSpPr>
            <p:spPr>
              <a:xfrm>
                <a:off x="1671505" y="2108217"/>
                <a:ext cx="263698" cy="126087"/>
              </a:xfrm>
              <a:custGeom>
                <a:rect b="b" l="l" r="r" t="t"/>
                <a:pathLst>
                  <a:path extrusionOk="0" h="2965" w="6201">
                    <a:moveTo>
                      <a:pt x="3952" y="0"/>
                    </a:moveTo>
                    <a:cubicBezTo>
                      <a:pt x="3952" y="0"/>
                      <a:pt x="426" y="1368"/>
                      <a:pt x="365" y="1672"/>
                    </a:cubicBezTo>
                    <a:cubicBezTo>
                      <a:pt x="274" y="1976"/>
                      <a:pt x="0" y="2797"/>
                      <a:pt x="517" y="2949"/>
                    </a:cubicBezTo>
                    <a:cubicBezTo>
                      <a:pt x="540" y="2959"/>
                      <a:pt x="574" y="2964"/>
                      <a:pt x="619" y="2964"/>
                    </a:cubicBezTo>
                    <a:cubicBezTo>
                      <a:pt x="1479" y="2964"/>
                      <a:pt x="6201" y="1125"/>
                      <a:pt x="6201" y="1125"/>
                    </a:cubicBezTo>
                    <a:cubicBezTo>
                      <a:pt x="6201" y="1125"/>
                      <a:pt x="4499" y="730"/>
                      <a:pt x="395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g13a5e165431_0_2"/>
              <p:cNvSpPr/>
              <p:nvPr/>
            </p:nvSpPr>
            <p:spPr>
              <a:xfrm>
                <a:off x="1385822" y="2056506"/>
                <a:ext cx="568772" cy="501285"/>
              </a:xfrm>
              <a:custGeom>
                <a:rect b="b" l="l" r="r" t="t"/>
                <a:pathLst>
                  <a:path extrusionOk="0" h="11788" w="13375">
                    <a:moveTo>
                      <a:pt x="1369" y="0"/>
                    </a:moveTo>
                    <a:lnTo>
                      <a:pt x="1" y="8177"/>
                    </a:lnTo>
                    <a:lnTo>
                      <a:pt x="4591" y="11247"/>
                    </a:lnTo>
                    <a:cubicBezTo>
                      <a:pt x="4591" y="11247"/>
                      <a:pt x="4378" y="11551"/>
                      <a:pt x="5563" y="11733"/>
                    </a:cubicBezTo>
                    <a:cubicBezTo>
                      <a:pt x="5811" y="11772"/>
                      <a:pt x="6000" y="11787"/>
                      <a:pt x="6144" y="11787"/>
                    </a:cubicBezTo>
                    <a:cubicBezTo>
                      <a:pt x="6672" y="11787"/>
                      <a:pt x="6597" y="11581"/>
                      <a:pt x="6597" y="11581"/>
                    </a:cubicBezTo>
                    <a:lnTo>
                      <a:pt x="11977" y="10213"/>
                    </a:lnTo>
                    <a:lnTo>
                      <a:pt x="13375" y="2006"/>
                    </a:lnTo>
                    <a:lnTo>
                      <a:pt x="12919" y="1946"/>
                    </a:lnTo>
                    <a:lnTo>
                      <a:pt x="7995" y="3192"/>
                    </a:lnTo>
                    <a:cubicBezTo>
                      <a:pt x="7904" y="3192"/>
                      <a:pt x="7873" y="3253"/>
                      <a:pt x="7873" y="3313"/>
                    </a:cubicBezTo>
                    <a:cubicBezTo>
                      <a:pt x="7873" y="3352"/>
                      <a:pt x="7811" y="3404"/>
                      <a:pt x="7567" y="3404"/>
                    </a:cubicBezTo>
                    <a:cubicBezTo>
                      <a:pt x="7429" y="3404"/>
                      <a:pt x="7235" y="3388"/>
                      <a:pt x="6961" y="3344"/>
                    </a:cubicBezTo>
                    <a:cubicBezTo>
                      <a:pt x="6202" y="3222"/>
                      <a:pt x="6080" y="3070"/>
                      <a:pt x="6080" y="2949"/>
                    </a:cubicBezTo>
                    <a:cubicBezTo>
                      <a:pt x="6080" y="2888"/>
                      <a:pt x="6080" y="2858"/>
                      <a:pt x="6019" y="2797"/>
                    </a:cubicBezTo>
                    <a:lnTo>
                      <a:pt x="1825" y="61"/>
                    </a:lnTo>
                    <a:lnTo>
                      <a:pt x="1369" y="0"/>
                    </a:lnTo>
                    <a:close/>
                  </a:path>
                </a:pathLst>
              </a:custGeom>
              <a:solidFill>
                <a:srgbClr val="105F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g13a5e165431_0_2"/>
              <p:cNvSpPr/>
              <p:nvPr/>
            </p:nvSpPr>
            <p:spPr>
              <a:xfrm>
                <a:off x="1385822" y="2055188"/>
                <a:ext cx="568772" cy="509067"/>
              </a:xfrm>
              <a:custGeom>
                <a:rect b="b" l="l" r="r" t="t"/>
                <a:pathLst>
                  <a:path extrusionOk="0" h="11971" w="13375">
                    <a:moveTo>
                      <a:pt x="1399" y="1"/>
                    </a:moveTo>
                    <a:lnTo>
                      <a:pt x="1" y="8360"/>
                    </a:lnTo>
                    <a:lnTo>
                      <a:pt x="4591" y="11430"/>
                    </a:lnTo>
                    <a:cubicBezTo>
                      <a:pt x="4591" y="11430"/>
                      <a:pt x="4378" y="11734"/>
                      <a:pt x="5563" y="11916"/>
                    </a:cubicBezTo>
                    <a:cubicBezTo>
                      <a:pt x="5811" y="11955"/>
                      <a:pt x="6001" y="11970"/>
                      <a:pt x="6147" y="11970"/>
                    </a:cubicBezTo>
                    <a:cubicBezTo>
                      <a:pt x="6683" y="11970"/>
                      <a:pt x="6627" y="11764"/>
                      <a:pt x="6627" y="11764"/>
                    </a:cubicBezTo>
                    <a:lnTo>
                      <a:pt x="11977" y="10396"/>
                    </a:lnTo>
                    <a:lnTo>
                      <a:pt x="13375" y="2037"/>
                    </a:lnTo>
                    <a:lnTo>
                      <a:pt x="13375" y="2037"/>
                    </a:lnTo>
                    <a:lnTo>
                      <a:pt x="8025" y="3405"/>
                    </a:lnTo>
                    <a:cubicBezTo>
                      <a:pt x="8025" y="3405"/>
                      <a:pt x="8096" y="3636"/>
                      <a:pt x="7600" y="3636"/>
                    </a:cubicBezTo>
                    <a:cubicBezTo>
                      <a:pt x="7447" y="3636"/>
                      <a:pt x="7240" y="3614"/>
                      <a:pt x="6961" y="3557"/>
                    </a:cubicBezTo>
                    <a:cubicBezTo>
                      <a:pt x="5776" y="3344"/>
                      <a:pt x="6019" y="3071"/>
                      <a:pt x="6019" y="3071"/>
                    </a:cubicBezTo>
                    <a:lnTo>
                      <a:pt x="1399" y="1"/>
                    </a:ln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g13a5e165431_0_2"/>
              <p:cNvSpPr/>
              <p:nvPr/>
            </p:nvSpPr>
            <p:spPr>
              <a:xfrm>
                <a:off x="1526708" y="2426134"/>
                <a:ext cx="181029" cy="237715"/>
              </a:xfrm>
              <a:custGeom>
                <a:rect b="b" l="l" r="r" t="t"/>
                <a:pathLst>
                  <a:path extrusionOk="0" h="5590" w="4257">
                    <a:moveTo>
                      <a:pt x="2628" y="1"/>
                    </a:moveTo>
                    <a:cubicBezTo>
                      <a:pt x="2624" y="1"/>
                      <a:pt x="2620" y="1"/>
                      <a:pt x="2615" y="1"/>
                    </a:cubicBezTo>
                    <a:cubicBezTo>
                      <a:pt x="2159" y="32"/>
                      <a:pt x="2007" y="2342"/>
                      <a:pt x="1095" y="2707"/>
                    </a:cubicBezTo>
                    <a:lnTo>
                      <a:pt x="1065" y="2707"/>
                    </a:lnTo>
                    <a:lnTo>
                      <a:pt x="609" y="2251"/>
                    </a:lnTo>
                    <a:cubicBezTo>
                      <a:pt x="487" y="2160"/>
                      <a:pt x="366" y="2008"/>
                      <a:pt x="244" y="1977"/>
                    </a:cubicBezTo>
                    <a:cubicBezTo>
                      <a:pt x="222" y="1971"/>
                      <a:pt x="201" y="1968"/>
                      <a:pt x="183" y="1968"/>
                    </a:cubicBezTo>
                    <a:cubicBezTo>
                      <a:pt x="25" y="1968"/>
                      <a:pt x="1" y="2185"/>
                      <a:pt x="1" y="2403"/>
                    </a:cubicBezTo>
                    <a:cubicBezTo>
                      <a:pt x="31" y="2798"/>
                      <a:pt x="31" y="3193"/>
                      <a:pt x="62" y="3619"/>
                    </a:cubicBezTo>
                    <a:cubicBezTo>
                      <a:pt x="123" y="3953"/>
                      <a:pt x="62" y="4226"/>
                      <a:pt x="214" y="4530"/>
                    </a:cubicBezTo>
                    <a:cubicBezTo>
                      <a:pt x="457" y="5017"/>
                      <a:pt x="882" y="5290"/>
                      <a:pt x="1338" y="5381"/>
                    </a:cubicBezTo>
                    <a:lnTo>
                      <a:pt x="1885" y="5533"/>
                    </a:lnTo>
                    <a:cubicBezTo>
                      <a:pt x="2003" y="5573"/>
                      <a:pt x="2128" y="5590"/>
                      <a:pt x="2257" y="5590"/>
                    </a:cubicBezTo>
                    <a:cubicBezTo>
                      <a:pt x="2629" y="5590"/>
                      <a:pt x="3028" y="5448"/>
                      <a:pt x="3344" y="5290"/>
                    </a:cubicBezTo>
                    <a:cubicBezTo>
                      <a:pt x="3648" y="5138"/>
                      <a:pt x="3861" y="4895"/>
                      <a:pt x="4013" y="4591"/>
                    </a:cubicBezTo>
                    <a:lnTo>
                      <a:pt x="4135" y="4378"/>
                    </a:lnTo>
                    <a:cubicBezTo>
                      <a:pt x="4226" y="4226"/>
                      <a:pt x="4256" y="4074"/>
                      <a:pt x="4256" y="3922"/>
                    </a:cubicBezTo>
                    <a:cubicBezTo>
                      <a:pt x="4256" y="3771"/>
                      <a:pt x="4226" y="3619"/>
                      <a:pt x="4135" y="3497"/>
                    </a:cubicBezTo>
                    <a:cubicBezTo>
                      <a:pt x="4104" y="3436"/>
                      <a:pt x="4013" y="3375"/>
                      <a:pt x="4013" y="3315"/>
                    </a:cubicBezTo>
                    <a:cubicBezTo>
                      <a:pt x="3983" y="3284"/>
                      <a:pt x="4013" y="3193"/>
                      <a:pt x="4013" y="3163"/>
                    </a:cubicBezTo>
                    <a:cubicBezTo>
                      <a:pt x="4044" y="3041"/>
                      <a:pt x="3983" y="2980"/>
                      <a:pt x="3952" y="2889"/>
                    </a:cubicBezTo>
                    <a:cubicBezTo>
                      <a:pt x="3892" y="2859"/>
                      <a:pt x="3861" y="2767"/>
                      <a:pt x="3800" y="2737"/>
                    </a:cubicBezTo>
                    <a:cubicBezTo>
                      <a:pt x="3770" y="2722"/>
                      <a:pt x="3740" y="2714"/>
                      <a:pt x="3713" y="2714"/>
                    </a:cubicBezTo>
                    <a:cubicBezTo>
                      <a:pt x="3686" y="2714"/>
                      <a:pt x="3664" y="2722"/>
                      <a:pt x="3648" y="2737"/>
                    </a:cubicBezTo>
                    <a:cubicBezTo>
                      <a:pt x="3648" y="2707"/>
                      <a:pt x="3679" y="2646"/>
                      <a:pt x="3679" y="2615"/>
                    </a:cubicBezTo>
                    <a:cubicBezTo>
                      <a:pt x="3740" y="2403"/>
                      <a:pt x="3800" y="2160"/>
                      <a:pt x="3831" y="1947"/>
                    </a:cubicBezTo>
                    <a:cubicBezTo>
                      <a:pt x="3861" y="1643"/>
                      <a:pt x="3892" y="1369"/>
                      <a:pt x="3892" y="1096"/>
                    </a:cubicBezTo>
                    <a:cubicBezTo>
                      <a:pt x="3892" y="913"/>
                      <a:pt x="3892" y="366"/>
                      <a:pt x="3679" y="366"/>
                    </a:cubicBezTo>
                    <a:cubicBezTo>
                      <a:pt x="3405" y="427"/>
                      <a:pt x="3253" y="1126"/>
                      <a:pt x="3193" y="1369"/>
                    </a:cubicBezTo>
                    <a:cubicBezTo>
                      <a:pt x="3071" y="1643"/>
                      <a:pt x="3010" y="1886"/>
                      <a:pt x="2889" y="2160"/>
                    </a:cubicBezTo>
                    <a:cubicBezTo>
                      <a:pt x="2797" y="2312"/>
                      <a:pt x="2615" y="2859"/>
                      <a:pt x="2463" y="2859"/>
                    </a:cubicBezTo>
                    <a:cubicBezTo>
                      <a:pt x="2311" y="2828"/>
                      <a:pt x="2463" y="2585"/>
                      <a:pt x="2493" y="2494"/>
                    </a:cubicBezTo>
                    <a:cubicBezTo>
                      <a:pt x="2524" y="2342"/>
                      <a:pt x="2585" y="2251"/>
                      <a:pt x="2615" y="2099"/>
                    </a:cubicBezTo>
                    <a:cubicBezTo>
                      <a:pt x="2737" y="1795"/>
                      <a:pt x="2767" y="1460"/>
                      <a:pt x="2797" y="1126"/>
                    </a:cubicBezTo>
                    <a:cubicBezTo>
                      <a:pt x="2797" y="976"/>
                      <a:pt x="2915" y="1"/>
                      <a:pt x="2628"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3" name="Google Shape;393;g13a5e165431_0_2"/>
              <p:cNvGrpSpPr/>
              <p:nvPr/>
            </p:nvGrpSpPr>
            <p:grpSpPr>
              <a:xfrm rot="3162926">
                <a:off x="1628386" y="2535250"/>
                <a:ext cx="58014" cy="80591"/>
                <a:chOff x="5200550" y="3191050"/>
                <a:chExt cx="45050" cy="62575"/>
              </a:xfrm>
            </p:grpSpPr>
            <p:sp>
              <p:nvSpPr>
                <p:cNvPr id="394" name="Google Shape;394;g13a5e165431_0_2"/>
                <p:cNvSpPr/>
                <p:nvPr/>
              </p:nvSpPr>
              <p:spPr>
                <a:xfrm>
                  <a:off x="5220575" y="3191050"/>
                  <a:ext cx="25025" cy="62575"/>
                </a:xfrm>
                <a:custGeom>
                  <a:rect b="b" l="l" r="r" t="t"/>
                  <a:pathLst>
                    <a:path extrusionOk="0" fill="none" h="2503" w="1001">
                      <a:moveTo>
                        <a:pt x="1001" y="2503"/>
                      </a:moveTo>
                      <a:lnTo>
                        <a:pt x="0" y="1"/>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g13a5e165431_0_2"/>
                <p:cNvSpPr/>
                <p:nvPr/>
              </p:nvSpPr>
              <p:spPr>
                <a:xfrm>
                  <a:off x="5200550" y="3205225"/>
                  <a:ext cx="12525" cy="27550"/>
                </a:xfrm>
                <a:custGeom>
                  <a:rect b="b" l="l" r="r" t="t"/>
                  <a:pathLst>
                    <a:path extrusionOk="0" fill="none" h="1102" w="501">
                      <a:moveTo>
                        <a:pt x="501" y="1102"/>
                      </a:moveTo>
                      <a:lnTo>
                        <a:pt x="1" y="1"/>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96" name="Google Shape;396;g13a5e165431_0_2"/>
              <p:cNvSpPr/>
              <p:nvPr/>
            </p:nvSpPr>
            <p:spPr>
              <a:xfrm>
                <a:off x="2039325" y="2458325"/>
                <a:ext cx="133219" cy="515675"/>
              </a:xfrm>
              <a:custGeom>
                <a:rect b="b" l="l" r="r" t="t"/>
                <a:pathLst>
                  <a:path extrusionOk="0" h="20627" w="4690">
                    <a:moveTo>
                      <a:pt x="2083" y="0"/>
                    </a:moveTo>
                    <a:cubicBezTo>
                      <a:pt x="2797" y="2846"/>
                      <a:pt x="5026" y="5514"/>
                      <a:pt x="4643" y="8423"/>
                    </a:cubicBezTo>
                    <a:cubicBezTo>
                      <a:pt x="4074" y="12738"/>
                      <a:pt x="0" y="16275"/>
                      <a:pt x="0" y="20627"/>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g13a5e165431_0_2"/>
              <p:cNvSpPr/>
              <p:nvPr/>
            </p:nvSpPr>
            <p:spPr>
              <a:xfrm>
                <a:off x="1754225" y="3807125"/>
                <a:ext cx="23850" cy="274175"/>
              </a:xfrm>
              <a:custGeom>
                <a:rect b="b" l="l" r="r" t="t"/>
                <a:pathLst>
                  <a:path extrusionOk="0" h="10967" w="954">
                    <a:moveTo>
                      <a:pt x="954" y="10967"/>
                    </a:moveTo>
                    <a:cubicBezTo>
                      <a:pt x="954" y="7298"/>
                      <a:pt x="0" y="3669"/>
                      <a:pt x="0" y="0"/>
                    </a:cubicBezTo>
                  </a:path>
                </a:pathLst>
              </a:cu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pic>
        <p:nvPicPr>
          <p:cNvPr id="398" name="Google Shape;398;g13a5e165431_0_2"/>
          <p:cNvPicPr preferRelativeResize="0"/>
          <p:nvPr/>
        </p:nvPicPr>
        <p:blipFill rotWithShape="1">
          <a:blip r:embed="rId4">
            <a:alphaModFix/>
          </a:blip>
          <a:srcRect b="0" l="0" r="0" t="0"/>
          <a:stretch/>
        </p:blipFill>
        <p:spPr>
          <a:xfrm>
            <a:off x="138128" y="409574"/>
            <a:ext cx="638322" cy="602644"/>
          </a:xfrm>
          <a:prstGeom prst="rect">
            <a:avLst/>
          </a:prstGeom>
          <a:noFill/>
          <a:ln>
            <a:noFill/>
          </a:ln>
        </p:spPr>
      </p:pic>
      <p:sp>
        <p:nvSpPr>
          <p:cNvPr id="399" name="Google Shape;399;g13a5e165431_0_2"/>
          <p:cNvSpPr txBox="1"/>
          <p:nvPr/>
        </p:nvSpPr>
        <p:spPr>
          <a:xfrm>
            <a:off x="138125" y="1012225"/>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n">
                <a:solidFill>
                  <a:srgbClr val="202426"/>
                </a:solidFill>
                <a:latin typeface="Raleway Black"/>
                <a:ea typeface="Raleway Black"/>
                <a:cs typeface="Raleway Black"/>
                <a:sym typeface="Raleway Black"/>
              </a:rPr>
              <a:t>3</a:t>
            </a:r>
            <a:r>
              <a:rPr b="0" i="0" lang="en" sz="1400" u="none" cap="none" strike="noStrike">
                <a:solidFill>
                  <a:srgbClr val="202426"/>
                </a:solidFill>
                <a:latin typeface="Raleway Black"/>
                <a:ea typeface="Raleway Black"/>
                <a:cs typeface="Raleway Black"/>
                <a:sym typeface="Raleway Black"/>
              </a:rPr>
              <a:t> mins</a:t>
            </a:r>
            <a:endParaRPr b="0" i="0" sz="1400" u="none" cap="none" strike="noStrike">
              <a:solidFill>
                <a:srgbClr val="202426"/>
              </a:solidFill>
              <a:latin typeface="Raleway Black"/>
              <a:ea typeface="Raleway Black"/>
              <a:cs typeface="Raleway Black"/>
              <a:sym typeface="Raleway Black"/>
            </a:endParaRPr>
          </a:p>
        </p:txBody>
      </p:sp>
      <p:sp>
        <p:nvSpPr>
          <p:cNvPr id="400" name="Google Shape;400;g13a5e165431_0_2"/>
          <p:cNvSpPr txBox="1"/>
          <p:nvPr/>
        </p:nvSpPr>
        <p:spPr>
          <a:xfrm>
            <a:off x="3720425" y="2301125"/>
            <a:ext cx="5423400" cy="718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800"/>
              <a:buFont typeface="Arial"/>
              <a:buNone/>
            </a:pPr>
            <a:r>
              <a:t/>
            </a:r>
            <a:endParaRPr b="1" i="0" sz="1800" u="none" cap="none" strike="noStrike">
              <a:solidFill>
                <a:srgbClr val="202124"/>
              </a:solidFill>
              <a:highlight>
                <a:schemeClr val="lt1"/>
              </a:highlight>
              <a:latin typeface="Lexend Deca"/>
              <a:ea typeface="Lexend Deca"/>
              <a:cs typeface="Lexend Deca"/>
              <a:sym typeface="Lexend Deca"/>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401" name="Google Shape;401;g13a5e165431_0_2"/>
          <p:cNvSpPr txBox="1"/>
          <p:nvPr/>
        </p:nvSpPr>
        <p:spPr>
          <a:xfrm>
            <a:off x="138125" y="67913"/>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202426"/>
                </a:solidFill>
                <a:latin typeface="Raleway Black"/>
                <a:ea typeface="Raleway Black"/>
                <a:cs typeface="Raleway Black"/>
                <a:sym typeface="Raleway Black"/>
              </a:rPr>
              <a:t>Activity</a:t>
            </a:r>
            <a:endParaRPr b="0" i="0" sz="1400" u="none" cap="none" strike="noStrike">
              <a:solidFill>
                <a:srgbClr val="000000"/>
              </a:solidFill>
              <a:latin typeface="Arial"/>
              <a:ea typeface="Arial"/>
              <a:cs typeface="Arial"/>
              <a:sym typeface="Arial"/>
            </a:endParaRPr>
          </a:p>
        </p:txBody>
      </p:sp>
      <p:sp>
        <p:nvSpPr>
          <p:cNvPr id="402" name="Google Shape;402;g13a5e165431_0_2"/>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
        <p:nvSpPr>
          <p:cNvPr id="403" name="Google Shape;403;g13a5e165431_0_2"/>
          <p:cNvSpPr txBox="1"/>
          <p:nvPr/>
        </p:nvSpPr>
        <p:spPr>
          <a:xfrm>
            <a:off x="2855300" y="755050"/>
            <a:ext cx="5993400" cy="33294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0" i="1" lang="en" sz="1800" u="none" cap="none" strike="noStrike">
                <a:solidFill>
                  <a:schemeClr val="dk1"/>
                </a:solidFill>
                <a:latin typeface="Lexend Deca"/>
                <a:ea typeface="Lexend Deca"/>
                <a:cs typeface="Lexend Deca"/>
                <a:sym typeface="Lexend Deca"/>
              </a:rPr>
              <a:t>You are your school’s prefect and you are responsible to maintain the discipline of the students. </a:t>
            </a:r>
            <a:endParaRPr b="0" i="1" sz="1800" u="none" cap="none" strike="noStrike">
              <a:solidFill>
                <a:schemeClr val="dk1"/>
              </a:solidFill>
              <a:latin typeface="Lexend Deca"/>
              <a:ea typeface="Lexend Deca"/>
              <a:cs typeface="Lexend Deca"/>
              <a:sym typeface="Lexend Deca"/>
            </a:endParaRPr>
          </a:p>
          <a:p>
            <a:pPr indent="0" lvl="0" marL="0" marR="0" rtl="0" algn="ctr">
              <a:lnSpc>
                <a:spcPct val="115000"/>
              </a:lnSpc>
              <a:spcBef>
                <a:spcPts val="0"/>
              </a:spcBef>
              <a:spcAft>
                <a:spcPts val="0"/>
              </a:spcAft>
              <a:buClr>
                <a:srgbClr val="000000"/>
              </a:buClr>
              <a:buSzPts val="1800"/>
              <a:buFont typeface="Arial"/>
              <a:buNone/>
            </a:pPr>
            <a:r>
              <a:rPr b="0" i="1" lang="en" sz="1800" u="none" cap="none" strike="noStrike">
                <a:solidFill>
                  <a:schemeClr val="dk1"/>
                </a:solidFill>
                <a:latin typeface="Lexend Deca"/>
                <a:ea typeface="Lexend Deca"/>
                <a:cs typeface="Lexend Deca"/>
                <a:sym typeface="Lexend Deca"/>
              </a:rPr>
              <a:t>You saw two students fighting during the recess. Being fair is very important as a prefect, you have to make some decisions to maintain the discipline of the school. </a:t>
            </a:r>
            <a:endParaRPr b="0" i="1" sz="1800" u="none" cap="none" strike="noStrike">
              <a:solidFill>
                <a:schemeClr val="dk1"/>
              </a:solidFill>
              <a:latin typeface="Lexend Deca"/>
              <a:ea typeface="Lexend Deca"/>
              <a:cs typeface="Lexend Deca"/>
              <a:sym typeface="Lexend Deca"/>
            </a:endParaRPr>
          </a:p>
          <a:p>
            <a:pPr indent="0" lvl="0" marL="0" marR="0" rtl="0" algn="ctr">
              <a:lnSpc>
                <a:spcPct val="115000"/>
              </a:lnSpc>
              <a:spcBef>
                <a:spcPts val="0"/>
              </a:spcBef>
              <a:spcAft>
                <a:spcPts val="0"/>
              </a:spcAft>
              <a:buClr>
                <a:srgbClr val="000000"/>
              </a:buClr>
              <a:buSzPts val="1800"/>
              <a:buFont typeface="Arial"/>
              <a:buNone/>
            </a:pPr>
            <a:r>
              <a:t/>
            </a:r>
            <a:endParaRPr b="0" i="1" sz="1800" u="none" cap="none" strike="noStrike">
              <a:solidFill>
                <a:schemeClr val="dk1"/>
              </a:solidFill>
              <a:latin typeface="Lexend Deca"/>
              <a:ea typeface="Lexend Deca"/>
              <a:cs typeface="Lexend Deca"/>
              <a:sym typeface="Lexend Deca"/>
            </a:endParaRPr>
          </a:p>
          <a:p>
            <a:pPr indent="0" lvl="0" marL="0" marR="0" rtl="0" algn="ctr">
              <a:lnSpc>
                <a:spcPct val="115000"/>
              </a:lnSpc>
              <a:spcBef>
                <a:spcPts val="0"/>
              </a:spcBef>
              <a:spcAft>
                <a:spcPts val="0"/>
              </a:spcAft>
              <a:buClr>
                <a:srgbClr val="000000"/>
              </a:buClr>
              <a:buSzPts val="1800"/>
              <a:buFont typeface="Arial"/>
              <a:buNone/>
            </a:pPr>
            <a:r>
              <a:rPr b="1" i="1" lang="en" sz="1800" u="none" cap="none" strike="noStrike">
                <a:solidFill>
                  <a:schemeClr val="dk1"/>
                </a:solidFill>
                <a:latin typeface="Lexend Deca"/>
                <a:ea typeface="Lexend Deca"/>
                <a:cs typeface="Lexend Deca"/>
                <a:sym typeface="Lexend Deca"/>
              </a:rPr>
              <a:t>What policies you will make to maintain the discipline of your school? </a:t>
            </a:r>
            <a:endParaRPr b="1" i="1" sz="1800" u="none" cap="none" strike="noStrike">
              <a:solidFill>
                <a:schemeClr val="dk1"/>
              </a:solidFill>
              <a:latin typeface="Lexend Deca"/>
              <a:ea typeface="Lexend Deca"/>
              <a:cs typeface="Lexend Deca"/>
              <a:sym typeface="Lexend Dec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
          <p:cNvSpPr txBox="1"/>
          <p:nvPr>
            <p:ph type="title"/>
          </p:nvPr>
        </p:nvSpPr>
        <p:spPr>
          <a:xfrm>
            <a:off x="1449113" y="209325"/>
            <a:ext cx="5685000" cy="1002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b="0" lang="en" sz="3300">
                <a:latin typeface="Sigmar One"/>
                <a:ea typeface="Sigmar One"/>
                <a:cs typeface="Sigmar One"/>
                <a:sym typeface="Sigmar One"/>
              </a:rPr>
              <a:t>What is a policy debate? </a:t>
            </a:r>
            <a:endParaRPr b="0" sz="3300">
              <a:latin typeface="Sigmar One"/>
              <a:ea typeface="Sigmar One"/>
              <a:cs typeface="Sigmar One"/>
              <a:sym typeface="Sigmar One"/>
            </a:endParaRPr>
          </a:p>
        </p:txBody>
      </p:sp>
      <p:pic>
        <p:nvPicPr>
          <p:cNvPr id="409" name="Google Shape;409;p6"/>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pic>
        <p:nvPicPr>
          <p:cNvPr id="410" name="Google Shape;410;p6"/>
          <p:cNvPicPr preferRelativeResize="0"/>
          <p:nvPr/>
        </p:nvPicPr>
        <p:blipFill rotWithShape="1">
          <a:blip r:embed="rId4">
            <a:alphaModFix/>
          </a:blip>
          <a:srcRect b="0" l="0" r="0" t="0"/>
          <a:stretch/>
        </p:blipFill>
        <p:spPr>
          <a:xfrm>
            <a:off x="138128" y="152399"/>
            <a:ext cx="638322" cy="602644"/>
          </a:xfrm>
          <a:prstGeom prst="rect">
            <a:avLst/>
          </a:prstGeom>
          <a:noFill/>
          <a:ln>
            <a:noFill/>
          </a:ln>
        </p:spPr>
      </p:pic>
      <p:sp>
        <p:nvSpPr>
          <p:cNvPr id="411" name="Google Shape;411;p6"/>
          <p:cNvSpPr txBox="1"/>
          <p:nvPr/>
        </p:nvSpPr>
        <p:spPr>
          <a:xfrm>
            <a:off x="138125" y="755050"/>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400" u="none" cap="none" strike="noStrike">
                <a:solidFill>
                  <a:srgbClr val="202426"/>
                </a:solidFill>
                <a:latin typeface="Raleway Black"/>
                <a:ea typeface="Raleway Black"/>
                <a:cs typeface="Raleway Black"/>
                <a:sym typeface="Raleway Black"/>
              </a:rPr>
              <a:t>1 min</a:t>
            </a:r>
            <a:endParaRPr b="0" i="0" sz="1400" u="none" cap="none" strike="noStrike">
              <a:solidFill>
                <a:srgbClr val="202426"/>
              </a:solidFill>
              <a:latin typeface="Raleway Black"/>
              <a:ea typeface="Raleway Black"/>
              <a:cs typeface="Raleway Black"/>
              <a:sym typeface="Raleway Black"/>
            </a:endParaRPr>
          </a:p>
        </p:txBody>
      </p:sp>
      <p:grpSp>
        <p:nvGrpSpPr>
          <p:cNvPr id="412" name="Google Shape;412;p6"/>
          <p:cNvGrpSpPr/>
          <p:nvPr/>
        </p:nvGrpSpPr>
        <p:grpSpPr>
          <a:xfrm flipH="1">
            <a:off x="216" y="2678296"/>
            <a:ext cx="2984726" cy="2465030"/>
            <a:chOff x="4718427" y="1468850"/>
            <a:chExt cx="3984948" cy="3264076"/>
          </a:xfrm>
        </p:grpSpPr>
        <p:sp>
          <p:nvSpPr>
            <p:cNvPr id="413" name="Google Shape;413;p6"/>
            <p:cNvSpPr/>
            <p:nvPr/>
          </p:nvSpPr>
          <p:spPr>
            <a:xfrm flipH="1">
              <a:off x="4718427" y="1868757"/>
              <a:ext cx="3850994" cy="2862904"/>
            </a:xfrm>
            <a:custGeom>
              <a:rect b="b" l="l" r="r" t="t"/>
              <a:pathLst>
                <a:path extrusionOk="0" h="73206" w="98472">
                  <a:moveTo>
                    <a:pt x="38560" y="0"/>
                  </a:moveTo>
                  <a:cubicBezTo>
                    <a:pt x="36709" y="0"/>
                    <a:pt x="34860" y="219"/>
                    <a:pt x="33058" y="674"/>
                  </a:cubicBezTo>
                  <a:cubicBezTo>
                    <a:pt x="23634" y="3055"/>
                    <a:pt x="16141" y="11727"/>
                    <a:pt x="15138" y="21376"/>
                  </a:cubicBezTo>
                  <a:cubicBezTo>
                    <a:pt x="14612" y="26589"/>
                    <a:pt x="15639" y="32354"/>
                    <a:pt x="12682" y="36664"/>
                  </a:cubicBezTo>
                  <a:cubicBezTo>
                    <a:pt x="11103" y="38970"/>
                    <a:pt x="8572" y="40474"/>
                    <a:pt x="6516" y="42379"/>
                  </a:cubicBezTo>
                  <a:cubicBezTo>
                    <a:pt x="2231" y="46364"/>
                    <a:pt x="0" y="52429"/>
                    <a:pt x="677" y="58243"/>
                  </a:cubicBezTo>
                  <a:cubicBezTo>
                    <a:pt x="1354" y="64033"/>
                    <a:pt x="4912" y="69447"/>
                    <a:pt x="9975" y="72354"/>
                  </a:cubicBezTo>
                  <a:lnTo>
                    <a:pt x="91730" y="73206"/>
                  </a:lnTo>
                  <a:cubicBezTo>
                    <a:pt x="95590" y="72905"/>
                    <a:pt x="98472" y="68419"/>
                    <a:pt x="97169" y="64785"/>
                  </a:cubicBezTo>
                  <a:cubicBezTo>
                    <a:pt x="96642" y="63331"/>
                    <a:pt x="95615" y="62128"/>
                    <a:pt x="94838" y="60800"/>
                  </a:cubicBezTo>
                  <a:cubicBezTo>
                    <a:pt x="91830" y="55637"/>
                    <a:pt x="92883" y="49171"/>
                    <a:pt x="93610" y="43231"/>
                  </a:cubicBezTo>
                  <a:cubicBezTo>
                    <a:pt x="94311" y="37266"/>
                    <a:pt x="94286" y="30424"/>
                    <a:pt x="89925" y="26339"/>
                  </a:cubicBezTo>
                  <a:cubicBezTo>
                    <a:pt x="83259" y="20048"/>
                    <a:pt x="71053" y="24333"/>
                    <a:pt x="64186" y="18268"/>
                  </a:cubicBezTo>
                  <a:cubicBezTo>
                    <a:pt x="61780" y="16138"/>
                    <a:pt x="60477" y="13080"/>
                    <a:pt x="58672" y="10424"/>
                  </a:cubicBezTo>
                  <a:cubicBezTo>
                    <a:pt x="54253" y="3917"/>
                    <a:pt x="46391" y="0"/>
                    <a:pt x="38560" y="0"/>
                  </a:cubicBezTo>
                  <a:close/>
                </a:path>
              </a:pathLst>
            </a:custGeom>
            <a:solidFill>
              <a:srgbClr val="F7B681">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6"/>
            <p:cNvSpPr/>
            <p:nvPr/>
          </p:nvSpPr>
          <p:spPr>
            <a:xfrm flipH="1">
              <a:off x="5627537" y="1468850"/>
              <a:ext cx="2252048" cy="2464442"/>
            </a:xfrm>
            <a:custGeom>
              <a:rect b="b" l="l" r="r" t="t"/>
              <a:pathLst>
                <a:path extrusionOk="0" h="53537" w="48923">
                  <a:moveTo>
                    <a:pt x="26530" y="1"/>
                  </a:moveTo>
                  <a:cubicBezTo>
                    <a:pt x="25217" y="1"/>
                    <a:pt x="23901" y="199"/>
                    <a:pt x="22632" y="604"/>
                  </a:cubicBezTo>
                  <a:lnTo>
                    <a:pt x="21379" y="829"/>
                  </a:lnTo>
                  <a:cubicBezTo>
                    <a:pt x="20527" y="715"/>
                    <a:pt x="19739" y="652"/>
                    <a:pt x="18993" y="652"/>
                  </a:cubicBezTo>
                  <a:cubicBezTo>
                    <a:pt x="16624" y="652"/>
                    <a:pt x="14675" y="1294"/>
                    <a:pt x="12406" y="3010"/>
                  </a:cubicBezTo>
                  <a:cubicBezTo>
                    <a:pt x="9424" y="5240"/>
                    <a:pt x="7218" y="8699"/>
                    <a:pt x="6316" y="12509"/>
                  </a:cubicBezTo>
                  <a:cubicBezTo>
                    <a:pt x="5840" y="14539"/>
                    <a:pt x="5715" y="16669"/>
                    <a:pt x="4938" y="18624"/>
                  </a:cubicBezTo>
                  <a:cubicBezTo>
                    <a:pt x="4111" y="20729"/>
                    <a:pt x="2532" y="22534"/>
                    <a:pt x="2056" y="24764"/>
                  </a:cubicBezTo>
                  <a:cubicBezTo>
                    <a:pt x="1128" y="29226"/>
                    <a:pt x="4787" y="33461"/>
                    <a:pt x="4111" y="37947"/>
                  </a:cubicBezTo>
                  <a:cubicBezTo>
                    <a:pt x="3860" y="39627"/>
                    <a:pt x="2983" y="41155"/>
                    <a:pt x="2156" y="42634"/>
                  </a:cubicBezTo>
                  <a:cubicBezTo>
                    <a:pt x="1304" y="44113"/>
                    <a:pt x="452" y="45642"/>
                    <a:pt x="226" y="47346"/>
                  </a:cubicBezTo>
                  <a:cubicBezTo>
                    <a:pt x="0" y="49075"/>
                    <a:pt x="552" y="51005"/>
                    <a:pt x="1955" y="51757"/>
                  </a:cubicBezTo>
                  <a:cubicBezTo>
                    <a:pt x="1955" y="51757"/>
                    <a:pt x="4922" y="52560"/>
                    <a:pt x="6904" y="52560"/>
                  </a:cubicBezTo>
                  <a:cubicBezTo>
                    <a:pt x="6934" y="52560"/>
                    <a:pt x="6963" y="52559"/>
                    <a:pt x="6993" y="52559"/>
                  </a:cubicBezTo>
                  <a:lnTo>
                    <a:pt x="7845" y="47622"/>
                  </a:lnTo>
                  <a:lnTo>
                    <a:pt x="8522" y="53085"/>
                  </a:lnTo>
                  <a:cubicBezTo>
                    <a:pt x="8522" y="53085"/>
                    <a:pt x="14053" y="53536"/>
                    <a:pt x="22876" y="53536"/>
                  </a:cubicBezTo>
                  <a:cubicBezTo>
                    <a:pt x="24027" y="53536"/>
                    <a:pt x="25234" y="53529"/>
                    <a:pt x="26492" y="53511"/>
                  </a:cubicBezTo>
                  <a:cubicBezTo>
                    <a:pt x="37394" y="53336"/>
                    <a:pt x="40652" y="50704"/>
                    <a:pt x="40652" y="50704"/>
                  </a:cubicBezTo>
                  <a:lnTo>
                    <a:pt x="40627" y="46343"/>
                  </a:lnTo>
                  <a:lnTo>
                    <a:pt x="42256" y="50629"/>
                  </a:lnTo>
                  <a:cubicBezTo>
                    <a:pt x="42256" y="50629"/>
                    <a:pt x="48146" y="50328"/>
                    <a:pt x="48397" y="48474"/>
                  </a:cubicBezTo>
                  <a:cubicBezTo>
                    <a:pt x="48923" y="44840"/>
                    <a:pt x="48221" y="41707"/>
                    <a:pt x="47018" y="39827"/>
                  </a:cubicBezTo>
                  <a:cubicBezTo>
                    <a:pt x="45840" y="37947"/>
                    <a:pt x="44261" y="36143"/>
                    <a:pt x="44086" y="33837"/>
                  </a:cubicBezTo>
                  <a:cubicBezTo>
                    <a:pt x="43885" y="31657"/>
                    <a:pt x="44687" y="30128"/>
                    <a:pt x="44211" y="28023"/>
                  </a:cubicBezTo>
                  <a:cubicBezTo>
                    <a:pt x="43660" y="25566"/>
                    <a:pt x="41655" y="24890"/>
                    <a:pt x="40652" y="22634"/>
                  </a:cubicBezTo>
                  <a:cubicBezTo>
                    <a:pt x="39650" y="20353"/>
                    <a:pt x="40226" y="17596"/>
                    <a:pt x="40276" y="15040"/>
                  </a:cubicBezTo>
                  <a:cubicBezTo>
                    <a:pt x="40301" y="10353"/>
                    <a:pt x="38246" y="5742"/>
                    <a:pt x="34863" y="2960"/>
                  </a:cubicBezTo>
                  <a:cubicBezTo>
                    <a:pt x="32494" y="1027"/>
                    <a:pt x="29520" y="1"/>
                    <a:pt x="2653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6"/>
            <p:cNvSpPr/>
            <p:nvPr/>
          </p:nvSpPr>
          <p:spPr>
            <a:xfrm flipH="1">
              <a:off x="5247889" y="3150768"/>
              <a:ext cx="1262395" cy="1332779"/>
            </a:xfrm>
            <a:custGeom>
              <a:rect b="b" l="l" r="r" t="t"/>
              <a:pathLst>
                <a:path extrusionOk="0" h="28953" w="27424">
                  <a:moveTo>
                    <a:pt x="3728" y="1"/>
                  </a:moveTo>
                  <a:cubicBezTo>
                    <a:pt x="1" y="1"/>
                    <a:pt x="4472" y="9052"/>
                    <a:pt x="1709" y="11938"/>
                  </a:cubicBezTo>
                  <a:cubicBezTo>
                    <a:pt x="1835" y="13241"/>
                    <a:pt x="5594" y="20359"/>
                    <a:pt x="6045" y="20985"/>
                  </a:cubicBezTo>
                  <a:cubicBezTo>
                    <a:pt x="8025" y="23767"/>
                    <a:pt x="10180" y="26875"/>
                    <a:pt x="12862" y="28178"/>
                  </a:cubicBezTo>
                  <a:cubicBezTo>
                    <a:pt x="14011" y="28735"/>
                    <a:pt x="15157" y="28953"/>
                    <a:pt x="16207" y="28953"/>
                  </a:cubicBezTo>
                  <a:cubicBezTo>
                    <a:pt x="18042" y="28953"/>
                    <a:pt x="19582" y="28288"/>
                    <a:pt x="20331" y="27602"/>
                  </a:cubicBezTo>
                  <a:cubicBezTo>
                    <a:pt x="22712" y="25422"/>
                    <a:pt x="26371" y="15422"/>
                    <a:pt x="27424" y="11612"/>
                  </a:cubicBezTo>
                  <a:cubicBezTo>
                    <a:pt x="24592" y="11161"/>
                    <a:pt x="22085" y="10259"/>
                    <a:pt x="19228" y="9557"/>
                  </a:cubicBezTo>
                  <a:cubicBezTo>
                    <a:pt x="19028" y="9858"/>
                    <a:pt x="17073" y="13592"/>
                    <a:pt x="16872" y="13893"/>
                  </a:cubicBezTo>
                  <a:cubicBezTo>
                    <a:pt x="16496" y="14670"/>
                    <a:pt x="16095" y="15472"/>
                    <a:pt x="15719" y="16274"/>
                  </a:cubicBezTo>
                  <a:lnTo>
                    <a:pt x="15744" y="16299"/>
                  </a:lnTo>
                  <a:lnTo>
                    <a:pt x="13915" y="20785"/>
                  </a:lnTo>
                  <a:cubicBezTo>
                    <a:pt x="14291" y="19582"/>
                    <a:pt x="14967" y="17953"/>
                    <a:pt x="15719" y="16274"/>
                  </a:cubicBezTo>
                  <a:cubicBezTo>
                    <a:pt x="15719" y="16274"/>
                    <a:pt x="9178" y="384"/>
                    <a:pt x="3915" y="8"/>
                  </a:cubicBezTo>
                  <a:cubicBezTo>
                    <a:pt x="3850" y="3"/>
                    <a:pt x="3788" y="1"/>
                    <a:pt x="3728"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6"/>
            <p:cNvSpPr/>
            <p:nvPr/>
          </p:nvSpPr>
          <p:spPr>
            <a:xfrm flipH="1">
              <a:off x="5728945" y="3785216"/>
              <a:ext cx="145417" cy="327015"/>
            </a:xfrm>
            <a:custGeom>
              <a:rect b="b" l="l" r="r" t="t"/>
              <a:pathLst>
                <a:path extrusionOk="0" h="7104" w="3159">
                  <a:moveTo>
                    <a:pt x="3043" y="1"/>
                  </a:moveTo>
                  <a:cubicBezTo>
                    <a:pt x="3008" y="1"/>
                    <a:pt x="2976" y="24"/>
                    <a:pt x="2958" y="61"/>
                  </a:cubicBezTo>
                  <a:cubicBezTo>
                    <a:pt x="2532" y="938"/>
                    <a:pt x="2156" y="1715"/>
                    <a:pt x="1830" y="2467"/>
                  </a:cubicBezTo>
                  <a:cubicBezTo>
                    <a:pt x="1830" y="2467"/>
                    <a:pt x="1830" y="2492"/>
                    <a:pt x="1830" y="2517"/>
                  </a:cubicBezTo>
                  <a:lnTo>
                    <a:pt x="1" y="6953"/>
                  </a:lnTo>
                  <a:cubicBezTo>
                    <a:pt x="1" y="7003"/>
                    <a:pt x="1" y="7078"/>
                    <a:pt x="76" y="7103"/>
                  </a:cubicBezTo>
                  <a:lnTo>
                    <a:pt x="101" y="7103"/>
                  </a:lnTo>
                  <a:cubicBezTo>
                    <a:pt x="151" y="7103"/>
                    <a:pt x="176" y="7078"/>
                    <a:pt x="201" y="7028"/>
                  </a:cubicBezTo>
                  <a:lnTo>
                    <a:pt x="2031" y="2567"/>
                  </a:lnTo>
                  <a:cubicBezTo>
                    <a:pt x="2031" y="2542"/>
                    <a:pt x="2031" y="2517"/>
                    <a:pt x="2031" y="2517"/>
                  </a:cubicBezTo>
                  <a:cubicBezTo>
                    <a:pt x="2356" y="1790"/>
                    <a:pt x="2732" y="1013"/>
                    <a:pt x="3133" y="161"/>
                  </a:cubicBezTo>
                  <a:cubicBezTo>
                    <a:pt x="3158" y="111"/>
                    <a:pt x="3133" y="36"/>
                    <a:pt x="3083" y="10"/>
                  </a:cubicBezTo>
                  <a:cubicBezTo>
                    <a:pt x="3070" y="4"/>
                    <a:pt x="3056" y="1"/>
                    <a:pt x="30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6"/>
            <p:cNvSpPr/>
            <p:nvPr/>
          </p:nvSpPr>
          <p:spPr>
            <a:xfrm flipH="1">
              <a:off x="5027491" y="3129684"/>
              <a:ext cx="614948" cy="561412"/>
            </a:xfrm>
            <a:custGeom>
              <a:rect b="b" l="l" r="r" t="t"/>
              <a:pathLst>
                <a:path extrusionOk="0" h="12196" w="13359">
                  <a:moveTo>
                    <a:pt x="8247" y="0"/>
                  </a:moveTo>
                  <a:cubicBezTo>
                    <a:pt x="7857" y="0"/>
                    <a:pt x="7474" y="213"/>
                    <a:pt x="7268" y="591"/>
                  </a:cubicBezTo>
                  <a:lnTo>
                    <a:pt x="5765" y="3348"/>
                  </a:lnTo>
                  <a:lnTo>
                    <a:pt x="6466" y="1694"/>
                  </a:lnTo>
                  <a:cubicBezTo>
                    <a:pt x="6692" y="1218"/>
                    <a:pt x="6466" y="641"/>
                    <a:pt x="5965" y="416"/>
                  </a:cubicBezTo>
                  <a:lnTo>
                    <a:pt x="5790" y="341"/>
                  </a:lnTo>
                  <a:cubicBezTo>
                    <a:pt x="5658" y="281"/>
                    <a:pt x="5520" y="253"/>
                    <a:pt x="5386" y="253"/>
                  </a:cubicBezTo>
                  <a:cubicBezTo>
                    <a:pt x="5009" y="253"/>
                    <a:pt x="4653" y="473"/>
                    <a:pt x="4486" y="842"/>
                  </a:cubicBezTo>
                  <a:lnTo>
                    <a:pt x="3233" y="3749"/>
                  </a:lnTo>
                  <a:cubicBezTo>
                    <a:pt x="3208" y="3774"/>
                    <a:pt x="3208" y="3824"/>
                    <a:pt x="3183" y="3849"/>
                  </a:cubicBezTo>
                  <a:cubicBezTo>
                    <a:pt x="2882" y="4250"/>
                    <a:pt x="2682" y="5153"/>
                    <a:pt x="2080" y="5529"/>
                  </a:cubicBezTo>
                  <a:cubicBezTo>
                    <a:pt x="1964" y="5157"/>
                    <a:pt x="1611" y="4872"/>
                    <a:pt x="1201" y="4872"/>
                  </a:cubicBezTo>
                  <a:cubicBezTo>
                    <a:pt x="1169" y="4872"/>
                    <a:pt x="1136" y="4873"/>
                    <a:pt x="1103" y="4877"/>
                  </a:cubicBezTo>
                  <a:lnTo>
                    <a:pt x="902" y="4902"/>
                  </a:lnTo>
                  <a:cubicBezTo>
                    <a:pt x="376" y="4927"/>
                    <a:pt x="0" y="5403"/>
                    <a:pt x="50" y="5930"/>
                  </a:cubicBezTo>
                  <a:lnTo>
                    <a:pt x="451" y="10491"/>
                  </a:lnTo>
                  <a:lnTo>
                    <a:pt x="8471" y="12195"/>
                  </a:lnTo>
                  <a:cubicBezTo>
                    <a:pt x="10100" y="10967"/>
                    <a:pt x="10978" y="8311"/>
                    <a:pt x="11003" y="8110"/>
                  </a:cubicBezTo>
                  <a:lnTo>
                    <a:pt x="13008" y="5654"/>
                  </a:lnTo>
                  <a:cubicBezTo>
                    <a:pt x="13359" y="5228"/>
                    <a:pt x="13283" y="4601"/>
                    <a:pt x="12857" y="4250"/>
                  </a:cubicBezTo>
                  <a:lnTo>
                    <a:pt x="12707" y="4100"/>
                  </a:lnTo>
                  <a:cubicBezTo>
                    <a:pt x="12514" y="3950"/>
                    <a:pt x="12289" y="3878"/>
                    <a:pt x="12067" y="3878"/>
                  </a:cubicBezTo>
                  <a:cubicBezTo>
                    <a:pt x="11770" y="3878"/>
                    <a:pt x="11479" y="4007"/>
                    <a:pt x="11278" y="4250"/>
                  </a:cubicBezTo>
                  <a:lnTo>
                    <a:pt x="10151" y="5654"/>
                  </a:lnTo>
                  <a:lnTo>
                    <a:pt x="10126" y="5654"/>
                  </a:lnTo>
                  <a:lnTo>
                    <a:pt x="11554" y="3473"/>
                  </a:lnTo>
                  <a:cubicBezTo>
                    <a:pt x="11880" y="2972"/>
                    <a:pt x="11730" y="2295"/>
                    <a:pt x="11228" y="1945"/>
                  </a:cubicBezTo>
                  <a:lnTo>
                    <a:pt x="11028" y="1819"/>
                  </a:lnTo>
                  <a:cubicBezTo>
                    <a:pt x="10848" y="1702"/>
                    <a:pt x="10645" y="1647"/>
                    <a:pt x="10443" y="1647"/>
                  </a:cubicBezTo>
                  <a:cubicBezTo>
                    <a:pt x="10083" y="1647"/>
                    <a:pt x="9724" y="1824"/>
                    <a:pt x="9499" y="2145"/>
                  </a:cubicBezTo>
                  <a:lnTo>
                    <a:pt x="7970" y="4476"/>
                  </a:lnTo>
                  <a:lnTo>
                    <a:pt x="7945" y="4476"/>
                  </a:lnTo>
                  <a:lnTo>
                    <a:pt x="9424" y="1744"/>
                  </a:lnTo>
                  <a:cubicBezTo>
                    <a:pt x="9725" y="1218"/>
                    <a:pt x="9524" y="541"/>
                    <a:pt x="8973" y="240"/>
                  </a:cubicBezTo>
                  <a:lnTo>
                    <a:pt x="8772" y="140"/>
                  </a:lnTo>
                  <a:cubicBezTo>
                    <a:pt x="8606" y="45"/>
                    <a:pt x="8426" y="0"/>
                    <a:pt x="8247"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6"/>
            <p:cNvSpPr/>
            <p:nvPr/>
          </p:nvSpPr>
          <p:spPr>
            <a:xfrm flipH="1">
              <a:off x="5207470" y="3428541"/>
              <a:ext cx="264227" cy="136809"/>
            </a:xfrm>
            <a:custGeom>
              <a:rect b="b" l="l" r="r" t="t"/>
              <a:pathLst>
                <a:path extrusionOk="0" h="2972" w="5740">
                  <a:moveTo>
                    <a:pt x="4670" y="1"/>
                  </a:moveTo>
                  <a:cubicBezTo>
                    <a:pt x="3436" y="1"/>
                    <a:pt x="1333" y="392"/>
                    <a:pt x="26" y="2821"/>
                  </a:cubicBezTo>
                  <a:cubicBezTo>
                    <a:pt x="0" y="2871"/>
                    <a:pt x="26" y="2921"/>
                    <a:pt x="76" y="2946"/>
                  </a:cubicBezTo>
                  <a:cubicBezTo>
                    <a:pt x="101" y="2971"/>
                    <a:pt x="101" y="2971"/>
                    <a:pt x="126" y="2971"/>
                  </a:cubicBezTo>
                  <a:cubicBezTo>
                    <a:pt x="151" y="2971"/>
                    <a:pt x="201" y="2946"/>
                    <a:pt x="226" y="2921"/>
                  </a:cubicBezTo>
                  <a:cubicBezTo>
                    <a:pt x="1473" y="581"/>
                    <a:pt x="3512" y="208"/>
                    <a:pt x="4692" y="208"/>
                  </a:cubicBezTo>
                  <a:cubicBezTo>
                    <a:pt x="5243" y="208"/>
                    <a:pt x="5607" y="290"/>
                    <a:pt x="5615" y="290"/>
                  </a:cubicBezTo>
                  <a:cubicBezTo>
                    <a:pt x="5624" y="294"/>
                    <a:pt x="5633" y="296"/>
                    <a:pt x="5642" y="296"/>
                  </a:cubicBezTo>
                  <a:cubicBezTo>
                    <a:pt x="5682" y="296"/>
                    <a:pt x="5719" y="255"/>
                    <a:pt x="5740" y="215"/>
                  </a:cubicBezTo>
                  <a:cubicBezTo>
                    <a:pt x="5740" y="164"/>
                    <a:pt x="5715" y="114"/>
                    <a:pt x="5665" y="89"/>
                  </a:cubicBezTo>
                  <a:cubicBezTo>
                    <a:pt x="5648" y="89"/>
                    <a:pt x="5257" y="1"/>
                    <a:pt x="46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6"/>
            <p:cNvSpPr/>
            <p:nvPr/>
          </p:nvSpPr>
          <p:spPr>
            <a:xfrm flipH="1">
              <a:off x="6193941" y="4180239"/>
              <a:ext cx="1132998" cy="375395"/>
            </a:xfrm>
            <a:custGeom>
              <a:rect b="b" l="l" r="r" t="t"/>
              <a:pathLst>
                <a:path extrusionOk="0" h="8155" w="24613">
                  <a:moveTo>
                    <a:pt x="0" y="1"/>
                  </a:moveTo>
                  <a:lnTo>
                    <a:pt x="276" y="8071"/>
                  </a:lnTo>
                  <a:cubicBezTo>
                    <a:pt x="2084" y="8128"/>
                    <a:pt x="3759" y="8155"/>
                    <a:pt x="5313" y="8155"/>
                  </a:cubicBezTo>
                  <a:cubicBezTo>
                    <a:pt x="22113" y="8155"/>
                    <a:pt x="24612" y="5089"/>
                    <a:pt x="24612" y="5089"/>
                  </a:cubicBezTo>
                  <a:lnTo>
                    <a:pt x="24462" y="352"/>
                  </a:lnTo>
                  <a:lnTo>
                    <a:pt x="0" y="1"/>
                  </a:ln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0" name="Google Shape;420;p6"/>
            <p:cNvGrpSpPr/>
            <p:nvPr/>
          </p:nvGrpSpPr>
          <p:grpSpPr>
            <a:xfrm flipH="1">
              <a:off x="6158774" y="4292998"/>
              <a:ext cx="1210647" cy="437401"/>
              <a:chOff x="6861454" y="4410459"/>
              <a:chExt cx="657496" cy="237550"/>
            </a:xfrm>
          </p:grpSpPr>
          <p:sp>
            <p:nvSpPr>
              <p:cNvPr id="421" name="Google Shape;421;p6"/>
              <p:cNvSpPr/>
              <p:nvPr/>
            </p:nvSpPr>
            <p:spPr>
              <a:xfrm>
                <a:off x="6886075" y="4476225"/>
                <a:ext cx="632875" cy="128475"/>
              </a:xfrm>
              <a:custGeom>
                <a:rect b="b" l="l" r="r" t="t"/>
                <a:pathLst>
                  <a:path extrusionOk="0" h="5139" w="25315">
                    <a:moveTo>
                      <a:pt x="15540" y="2281"/>
                    </a:moveTo>
                    <a:cubicBezTo>
                      <a:pt x="15890" y="2281"/>
                      <a:pt x="16191" y="2582"/>
                      <a:pt x="16191" y="2933"/>
                    </a:cubicBezTo>
                    <a:cubicBezTo>
                      <a:pt x="16191" y="3284"/>
                      <a:pt x="15890" y="3585"/>
                      <a:pt x="15540" y="3585"/>
                    </a:cubicBezTo>
                    <a:cubicBezTo>
                      <a:pt x="15164" y="3585"/>
                      <a:pt x="14863" y="3284"/>
                      <a:pt x="14863" y="2933"/>
                    </a:cubicBezTo>
                    <a:cubicBezTo>
                      <a:pt x="14863" y="2582"/>
                      <a:pt x="15164" y="2281"/>
                      <a:pt x="15540" y="2281"/>
                    </a:cubicBezTo>
                    <a:close/>
                    <a:moveTo>
                      <a:pt x="24537" y="1"/>
                    </a:moveTo>
                    <a:lnTo>
                      <a:pt x="201" y="2983"/>
                    </a:lnTo>
                    <a:lnTo>
                      <a:pt x="1" y="4186"/>
                    </a:lnTo>
                    <a:cubicBezTo>
                      <a:pt x="2306" y="4450"/>
                      <a:pt x="4553" y="4559"/>
                      <a:pt x="6690" y="4559"/>
                    </a:cubicBezTo>
                    <a:cubicBezTo>
                      <a:pt x="9432" y="4559"/>
                      <a:pt x="11993" y="4379"/>
                      <a:pt x="14261" y="4111"/>
                    </a:cubicBezTo>
                    <a:lnTo>
                      <a:pt x="14236" y="2532"/>
                    </a:lnTo>
                    <a:cubicBezTo>
                      <a:pt x="14236" y="2457"/>
                      <a:pt x="14286" y="2407"/>
                      <a:pt x="14362" y="2407"/>
                    </a:cubicBezTo>
                    <a:cubicBezTo>
                      <a:pt x="14412" y="2407"/>
                      <a:pt x="14462" y="2457"/>
                      <a:pt x="14487" y="2532"/>
                    </a:cubicBezTo>
                    <a:lnTo>
                      <a:pt x="14487" y="4086"/>
                    </a:lnTo>
                    <a:cubicBezTo>
                      <a:pt x="15214" y="4011"/>
                      <a:pt x="15916" y="3910"/>
                      <a:pt x="16592" y="3810"/>
                    </a:cubicBezTo>
                    <a:cubicBezTo>
                      <a:pt x="16592" y="2883"/>
                      <a:pt x="16567" y="2256"/>
                      <a:pt x="16567" y="2231"/>
                    </a:cubicBezTo>
                    <a:cubicBezTo>
                      <a:pt x="16567" y="2156"/>
                      <a:pt x="16617" y="2106"/>
                      <a:pt x="16667" y="2106"/>
                    </a:cubicBezTo>
                    <a:cubicBezTo>
                      <a:pt x="16743" y="2106"/>
                      <a:pt x="16793" y="2156"/>
                      <a:pt x="16793" y="2231"/>
                    </a:cubicBezTo>
                    <a:cubicBezTo>
                      <a:pt x="16793" y="2306"/>
                      <a:pt x="16818" y="2908"/>
                      <a:pt x="16843" y="3760"/>
                    </a:cubicBezTo>
                    <a:cubicBezTo>
                      <a:pt x="21354" y="3058"/>
                      <a:pt x="24236" y="2131"/>
                      <a:pt x="24312" y="2106"/>
                    </a:cubicBezTo>
                    <a:cubicBezTo>
                      <a:pt x="24362" y="2106"/>
                      <a:pt x="24437" y="2131"/>
                      <a:pt x="24462" y="2181"/>
                    </a:cubicBezTo>
                    <a:cubicBezTo>
                      <a:pt x="24462" y="2256"/>
                      <a:pt x="24437" y="2332"/>
                      <a:pt x="24387" y="2332"/>
                    </a:cubicBezTo>
                    <a:cubicBezTo>
                      <a:pt x="24312" y="2357"/>
                      <a:pt x="21404" y="3284"/>
                      <a:pt x="16843" y="4011"/>
                    </a:cubicBezTo>
                    <a:cubicBezTo>
                      <a:pt x="16843" y="4362"/>
                      <a:pt x="16843" y="4738"/>
                      <a:pt x="16843" y="5139"/>
                    </a:cubicBezTo>
                    <a:lnTo>
                      <a:pt x="25314" y="5139"/>
                    </a:lnTo>
                    <a:cubicBezTo>
                      <a:pt x="24788" y="3058"/>
                      <a:pt x="24487" y="1880"/>
                      <a:pt x="24487" y="1880"/>
                    </a:cubicBezTo>
                    <a:lnTo>
                      <a:pt x="2453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6"/>
              <p:cNvSpPr/>
              <p:nvPr/>
            </p:nvSpPr>
            <p:spPr>
              <a:xfrm>
                <a:off x="6861454" y="4410459"/>
                <a:ext cx="647825" cy="237550"/>
              </a:xfrm>
              <a:custGeom>
                <a:rect b="b" l="l" r="r" t="t"/>
                <a:pathLst>
                  <a:path extrusionOk="0" h="9502" w="25913">
                    <a:moveTo>
                      <a:pt x="264" y="8684"/>
                    </a:moveTo>
                    <a:cubicBezTo>
                      <a:pt x="257" y="8202"/>
                      <a:pt x="800" y="7438"/>
                      <a:pt x="1229" y="5991"/>
                    </a:cubicBezTo>
                    <a:cubicBezTo>
                      <a:pt x="1658" y="4544"/>
                      <a:pt x="-1249" y="61"/>
                      <a:pt x="2837" y="1"/>
                    </a:cubicBezTo>
                    <a:cubicBezTo>
                      <a:pt x="6924" y="-59"/>
                      <a:pt x="24127" y="4075"/>
                      <a:pt x="25748" y="5629"/>
                    </a:cubicBezTo>
                    <a:cubicBezTo>
                      <a:pt x="27369" y="7183"/>
                      <a:pt x="16644" y="8784"/>
                      <a:pt x="12564" y="9327"/>
                    </a:cubicBezTo>
                    <a:cubicBezTo>
                      <a:pt x="8484" y="9870"/>
                      <a:pt x="3319" y="8992"/>
                      <a:pt x="1269" y="8885"/>
                    </a:cubicBezTo>
                    <a:cubicBezTo>
                      <a:pt x="-781" y="8778"/>
                      <a:pt x="271" y="9166"/>
                      <a:pt x="264" y="8684"/>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3" name="Google Shape;423;p6"/>
            <p:cNvSpPr/>
            <p:nvPr/>
          </p:nvSpPr>
          <p:spPr>
            <a:xfrm flipH="1">
              <a:off x="6955070" y="3212362"/>
              <a:ext cx="967189" cy="1474977"/>
            </a:xfrm>
            <a:custGeom>
              <a:rect b="b" l="l" r="r" t="t"/>
              <a:pathLst>
                <a:path extrusionOk="0" h="36381" w="21011">
                  <a:moveTo>
                    <a:pt x="17536" y="0"/>
                  </a:moveTo>
                  <a:cubicBezTo>
                    <a:pt x="17437" y="0"/>
                    <a:pt x="17331" y="8"/>
                    <a:pt x="17218" y="23"/>
                  </a:cubicBezTo>
                  <a:cubicBezTo>
                    <a:pt x="3258" y="1953"/>
                    <a:pt x="0" y="31101"/>
                    <a:pt x="0" y="31101"/>
                  </a:cubicBezTo>
                  <a:cubicBezTo>
                    <a:pt x="647" y="32436"/>
                    <a:pt x="5357" y="36381"/>
                    <a:pt x="8166" y="36381"/>
                  </a:cubicBezTo>
                  <a:cubicBezTo>
                    <a:pt x="8838" y="36381"/>
                    <a:pt x="9402" y="36155"/>
                    <a:pt x="9775" y="35612"/>
                  </a:cubicBezTo>
                  <a:cubicBezTo>
                    <a:pt x="10201" y="34986"/>
                    <a:pt x="19524" y="13231"/>
                    <a:pt x="19649" y="11928"/>
                  </a:cubicBezTo>
                  <a:cubicBezTo>
                    <a:pt x="16872" y="9126"/>
                    <a:pt x="21010" y="0"/>
                    <a:pt x="17536"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6"/>
            <p:cNvSpPr/>
            <p:nvPr/>
          </p:nvSpPr>
          <p:spPr>
            <a:xfrm flipH="1">
              <a:off x="6271269" y="3163244"/>
              <a:ext cx="907991" cy="370147"/>
            </a:xfrm>
            <a:custGeom>
              <a:rect b="b" l="l" r="r" t="t"/>
              <a:pathLst>
                <a:path extrusionOk="0" h="8041" w="19725">
                  <a:moveTo>
                    <a:pt x="17009" y="0"/>
                  </a:moveTo>
                  <a:cubicBezTo>
                    <a:pt x="8313" y="0"/>
                    <a:pt x="1028" y="739"/>
                    <a:pt x="1028" y="739"/>
                  </a:cubicBezTo>
                  <a:cubicBezTo>
                    <a:pt x="1028" y="739"/>
                    <a:pt x="1204" y="4123"/>
                    <a:pt x="1" y="8033"/>
                  </a:cubicBezTo>
                  <a:cubicBezTo>
                    <a:pt x="586" y="8038"/>
                    <a:pt x="1185" y="8041"/>
                    <a:pt x="1797" y="8041"/>
                  </a:cubicBezTo>
                  <a:cubicBezTo>
                    <a:pt x="7102" y="8041"/>
                    <a:pt x="13343" y="7832"/>
                    <a:pt x="19725" y="7181"/>
                  </a:cubicBezTo>
                  <a:cubicBezTo>
                    <a:pt x="18472" y="3421"/>
                    <a:pt x="18948" y="13"/>
                    <a:pt x="18948" y="13"/>
                  </a:cubicBezTo>
                  <a:cubicBezTo>
                    <a:pt x="18296" y="4"/>
                    <a:pt x="17649" y="0"/>
                    <a:pt x="1700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6"/>
            <p:cNvSpPr/>
            <p:nvPr/>
          </p:nvSpPr>
          <p:spPr>
            <a:xfrm flipH="1">
              <a:off x="6105148" y="3493772"/>
              <a:ext cx="1302536" cy="469624"/>
            </a:xfrm>
            <a:custGeom>
              <a:rect b="b" l="l" r="r" t="t"/>
              <a:pathLst>
                <a:path extrusionOk="0" h="10202" w="28296">
                  <a:moveTo>
                    <a:pt x="24687" y="1"/>
                  </a:moveTo>
                  <a:cubicBezTo>
                    <a:pt x="18305" y="652"/>
                    <a:pt x="12064" y="861"/>
                    <a:pt x="6759" y="861"/>
                  </a:cubicBezTo>
                  <a:cubicBezTo>
                    <a:pt x="6147" y="861"/>
                    <a:pt x="5548" y="858"/>
                    <a:pt x="4963" y="853"/>
                  </a:cubicBezTo>
                  <a:cubicBezTo>
                    <a:pt x="4812" y="1304"/>
                    <a:pt x="4662" y="1780"/>
                    <a:pt x="4486" y="2256"/>
                  </a:cubicBezTo>
                  <a:cubicBezTo>
                    <a:pt x="2732" y="6717"/>
                    <a:pt x="0" y="10076"/>
                    <a:pt x="0" y="10076"/>
                  </a:cubicBezTo>
                  <a:lnTo>
                    <a:pt x="0" y="10201"/>
                  </a:lnTo>
                  <a:cubicBezTo>
                    <a:pt x="6993" y="10026"/>
                    <a:pt x="17694" y="9399"/>
                    <a:pt x="28296" y="7394"/>
                  </a:cubicBezTo>
                  <a:cubicBezTo>
                    <a:pt x="28171" y="6216"/>
                    <a:pt x="28070" y="5464"/>
                    <a:pt x="28070" y="5464"/>
                  </a:cubicBezTo>
                  <a:cubicBezTo>
                    <a:pt x="26341" y="3785"/>
                    <a:pt x="25313" y="1855"/>
                    <a:pt x="2468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6"/>
            <p:cNvSpPr/>
            <p:nvPr/>
          </p:nvSpPr>
          <p:spPr>
            <a:xfrm flipH="1">
              <a:off x="6031314" y="4234467"/>
              <a:ext cx="1428296" cy="419540"/>
            </a:xfrm>
            <a:custGeom>
              <a:rect b="b" l="l" r="r" t="t"/>
              <a:pathLst>
                <a:path extrusionOk="0" h="9114" w="31028">
                  <a:moveTo>
                    <a:pt x="30401" y="1"/>
                  </a:moveTo>
                  <a:cubicBezTo>
                    <a:pt x="18747" y="2131"/>
                    <a:pt x="7068" y="2632"/>
                    <a:pt x="376" y="2733"/>
                  </a:cubicBezTo>
                  <a:lnTo>
                    <a:pt x="0" y="7394"/>
                  </a:lnTo>
                  <a:cubicBezTo>
                    <a:pt x="5511" y="8659"/>
                    <a:pt x="10376" y="9113"/>
                    <a:pt x="14522" y="9113"/>
                  </a:cubicBezTo>
                  <a:cubicBezTo>
                    <a:pt x="25084" y="9113"/>
                    <a:pt x="30978" y="6166"/>
                    <a:pt x="30978" y="6166"/>
                  </a:cubicBezTo>
                  <a:cubicBezTo>
                    <a:pt x="31028" y="5815"/>
                    <a:pt x="30752" y="3109"/>
                    <a:pt x="3040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6"/>
            <p:cNvSpPr/>
            <p:nvPr/>
          </p:nvSpPr>
          <p:spPr>
            <a:xfrm flipH="1">
              <a:off x="6060130" y="3834151"/>
              <a:ext cx="1382172" cy="526105"/>
            </a:xfrm>
            <a:custGeom>
              <a:rect b="b" l="l" r="r" t="t"/>
              <a:pathLst>
                <a:path extrusionOk="0" h="11429" w="30026">
                  <a:moveTo>
                    <a:pt x="29048" y="0"/>
                  </a:moveTo>
                  <a:cubicBezTo>
                    <a:pt x="18446" y="2005"/>
                    <a:pt x="7745" y="2632"/>
                    <a:pt x="752" y="2807"/>
                  </a:cubicBezTo>
                  <a:lnTo>
                    <a:pt x="0" y="11429"/>
                  </a:lnTo>
                  <a:cubicBezTo>
                    <a:pt x="6692" y="11328"/>
                    <a:pt x="18371" y="10827"/>
                    <a:pt x="30025" y="8697"/>
                  </a:cubicBezTo>
                  <a:cubicBezTo>
                    <a:pt x="29700" y="5614"/>
                    <a:pt x="29299" y="2130"/>
                    <a:pt x="29048"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6"/>
            <p:cNvSpPr/>
            <p:nvPr/>
          </p:nvSpPr>
          <p:spPr>
            <a:xfrm flipH="1">
              <a:off x="6450050" y="2911112"/>
              <a:ext cx="531906" cy="349893"/>
            </a:xfrm>
            <a:custGeom>
              <a:rect b="b" l="l" r="r" t="t"/>
              <a:pathLst>
                <a:path extrusionOk="0" h="7601" w="11555">
                  <a:moveTo>
                    <a:pt x="6893" y="1"/>
                  </a:moveTo>
                  <a:lnTo>
                    <a:pt x="9173" y="652"/>
                  </a:lnTo>
                  <a:cubicBezTo>
                    <a:pt x="9173" y="652"/>
                    <a:pt x="5686" y="2343"/>
                    <a:pt x="1597" y="2343"/>
                  </a:cubicBezTo>
                  <a:cubicBezTo>
                    <a:pt x="1260" y="2343"/>
                    <a:pt x="920" y="2331"/>
                    <a:pt x="577" y="2307"/>
                  </a:cubicBezTo>
                  <a:lnTo>
                    <a:pt x="501" y="3334"/>
                  </a:lnTo>
                  <a:lnTo>
                    <a:pt x="0" y="6166"/>
                  </a:lnTo>
                  <a:cubicBezTo>
                    <a:pt x="476" y="6392"/>
                    <a:pt x="1805" y="7094"/>
                    <a:pt x="2682" y="7319"/>
                  </a:cubicBezTo>
                  <a:cubicBezTo>
                    <a:pt x="3453" y="7510"/>
                    <a:pt x="4204" y="7601"/>
                    <a:pt x="4950" y="7601"/>
                  </a:cubicBezTo>
                  <a:cubicBezTo>
                    <a:pt x="6651" y="7601"/>
                    <a:pt x="8329" y="7128"/>
                    <a:pt x="10176" y="6292"/>
                  </a:cubicBezTo>
                  <a:lnTo>
                    <a:pt x="10727" y="3585"/>
                  </a:lnTo>
                  <a:lnTo>
                    <a:pt x="11554" y="76"/>
                  </a:lnTo>
                  <a:lnTo>
                    <a:pt x="6893" y="1"/>
                  </a:ln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6"/>
            <p:cNvSpPr/>
            <p:nvPr/>
          </p:nvSpPr>
          <p:spPr>
            <a:xfrm flipH="1">
              <a:off x="6567754" y="2905358"/>
              <a:ext cx="391138" cy="154255"/>
            </a:xfrm>
            <a:custGeom>
              <a:rect b="b" l="l" r="r" t="t"/>
              <a:pathLst>
                <a:path extrusionOk="0" h="3351" w="8497">
                  <a:moveTo>
                    <a:pt x="226" y="1"/>
                  </a:moveTo>
                  <a:lnTo>
                    <a:pt x="0" y="3309"/>
                  </a:lnTo>
                  <a:cubicBezTo>
                    <a:pt x="396" y="3337"/>
                    <a:pt x="788" y="3350"/>
                    <a:pt x="1172" y="3350"/>
                  </a:cubicBezTo>
                  <a:cubicBezTo>
                    <a:pt x="5198" y="3350"/>
                    <a:pt x="8497" y="1930"/>
                    <a:pt x="8497" y="1930"/>
                  </a:cubicBezTo>
                  <a:lnTo>
                    <a:pt x="6392" y="126"/>
                  </a:lnTo>
                  <a:lnTo>
                    <a:pt x="22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6"/>
            <p:cNvSpPr/>
            <p:nvPr/>
          </p:nvSpPr>
          <p:spPr>
            <a:xfrm flipH="1">
              <a:off x="6065881" y="1666200"/>
              <a:ext cx="1308382" cy="1346451"/>
            </a:xfrm>
            <a:custGeom>
              <a:rect b="b" l="l" r="r" t="t"/>
              <a:pathLst>
                <a:path extrusionOk="0" h="29250" w="28423">
                  <a:moveTo>
                    <a:pt x="14222" y="1"/>
                  </a:moveTo>
                  <a:cubicBezTo>
                    <a:pt x="6443" y="1"/>
                    <a:pt x="101" y="6498"/>
                    <a:pt x="51" y="14538"/>
                  </a:cubicBezTo>
                  <a:cubicBezTo>
                    <a:pt x="1" y="22608"/>
                    <a:pt x="6317" y="29199"/>
                    <a:pt x="14136" y="29249"/>
                  </a:cubicBezTo>
                  <a:cubicBezTo>
                    <a:pt x="14166" y="29250"/>
                    <a:pt x="14196" y="29250"/>
                    <a:pt x="14226" y="29250"/>
                  </a:cubicBezTo>
                  <a:cubicBezTo>
                    <a:pt x="22005" y="29250"/>
                    <a:pt x="28347" y="22752"/>
                    <a:pt x="28397" y="14713"/>
                  </a:cubicBezTo>
                  <a:cubicBezTo>
                    <a:pt x="28422" y="6618"/>
                    <a:pt x="22131" y="26"/>
                    <a:pt x="14312" y="1"/>
                  </a:cubicBezTo>
                  <a:cubicBezTo>
                    <a:pt x="14282" y="1"/>
                    <a:pt x="14252" y="1"/>
                    <a:pt x="14222"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6"/>
            <p:cNvSpPr/>
            <p:nvPr/>
          </p:nvSpPr>
          <p:spPr>
            <a:xfrm flipH="1">
              <a:off x="6083193" y="1627168"/>
              <a:ext cx="1367211" cy="710788"/>
            </a:xfrm>
            <a:custGeom>
              <a:rect b="b" l="l" r="r" t="t"/>
              <a:pathLst>
                <a:path extrusionOk="0" h="15441" w="29701">
                  <a:moveTo>
                    <a:pt x="19879" y="0"/>
                  </a:moveTo>
                  <a:cubicBezTo>
                    <a:pt x="18589" y="0"/>
                    <a:pt x="17133" y="214"/>
                    <a:pt x="15490" y="704"/>
                  </a:cubicBezTo>
                  <a:cubicBezTo>
                    <a:pt x="15490" y="704"/>
                    <a:pt x="1" y="1030"/>
                    <a:pt x="3209" y="15441"/>
                  </a:cubicBezTo>
                  <a:cubicBezTo>
                    <a:pt x="3209" y="15441"/>
                    <a:pt x="6843" y="14513"/>
                    <a:pt x="10327" y="13661"/>
                  </a:cubicBezTo>
                  <a:cubicBezTo>
                    <a:pt x="10809" y="13546"/>
                    <a:pt x="10302" y="10904"/>
                    <a:pt x="10214" y="10523"/>
                  </a:cubicBezTo>
                  <a:lnTo>
                    <a:pt x="10214" y="10523"/>
                  </a:lnTo>
                  <a:cubicBezTo>
                    <a:pt x="10341" y="10931"/>
                    <a:pt x="11287" y="13313"/>
                    <a:pt x="11730" y="13313"/>
                  </a:cubicBezTo>
                  <a:cubicBezTo>
                    <a:pt x="11739" y="13313"/>
                    <a:pt x="11747" y="13312"/>
                    <a:pt x="11755" y="13310"/>
                  </a:cubicBezTo>
                  <a:cubicBezTo>
                    <a:pt x="16116" y="12258"/>
                    <a:pt x="21580" y="11255"/>
                    <a:pt x="25565" y="10553"/>
                  </a:cubicBezTo>
                  <a:cubicBezTo>
                    <a:pt x="25840" y="10503"/>
                    <a:pt x="25615" y="7646"/>
                    <a:pt x="25866" y="7596"/>
                  </a:cubicBezTo>
                  <a:cubicBezTo>
                    <a:pt x="25869" y="7596"/>
                    <a:pt x="25872" y="7595"/>
                    <a:pt x="25875" y="7595"/>
                  </a:cubicBezTo>
                  <a:cubicBezTo>
                    <a:pt x="26226" y="7595"/>
                    <a:pt x="27000" y="10229"/>
                    <a:pt x="27331" y="10229"/>
                  </a:cubicBezTo>
                  <a:cubicBezTo>
                    <a:pt x="27335" y="10229"/>
                    <a:pt x="27340" y="10229"/>
                    <a:pt x="27344" y="10228"/>
                  </a:cubicBezTo>
                  <a:cubicBezTo>
                    <a:pt x="28297" y="10077"/>
                    <a:pt x="29099" y="9927"/>
                    <a:pt x="29700" y="9802"/>
                  </a:cubicBezTo>
                  <a:cubicBezTo>
                    <a:pt x="29700" y="9802"/>
                    <a:pt x="28615" y="0"/>
                    <a:pt x="198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6"/>
            <p:cNvSpPr/>
            <p:nvPr/>
          </p:nvSpPr>
          <p:spPr>
            <a:xfrm flipH="1">
              <a:off x="7093838" y="2391152"/>
              <a:ext cx="391184" cy="453926"/>
            </a:xfrm>
            <a:custGeom>
              <a:rect b="b" l="l" r="r" t="t"/>
              <a:pathLst>
                <a:path extrusionOk="0" h="9861" w="8498">
                  <a:moveTo>
                    <a:pt x="5104" y="0"/>
                  </a:moveTo>
                  <a:cubicBezTo>
                    <a:pt x="2571" y="0"/>
                    <a:pt x="415" y="1960"/>
                    <a:pt x="201" y="4529"/>
                  </a:cubicBezTo>
                  <a:cubicBezTo>
                    <a:pt x="1" y="7236"/>
                    <a:pt x="2006" y="9617"/>
                    <a:pt x="4738" y="9842"/>
                  </a:cubicBezTo>
                  <a:cubicBezTo>
                    <a:pt x="4878" y="9854"/>
                    <a:pt x="5017" y="9861"/>
                    <a:pt x="5155" y="9861"/>
                  </a:cubicBezTo>
                  <a:cubicBezTo>
                    <a:pt x="6428" y="9861"/>
                    <a:pt x="7615" y="9350"/>
                    <a:pt x="8497" y="8514"/>
                  </a:cubicBezTo>
                  <a:lnTo>
                    <a:pt x="7419" y="569"/>
                  </a:lnTo>
                  <a:cubicBezTo>
                    <a:pt x="6843" y="268"/>
                    <a:pt x="6216" y="68"/>
                    <a:pt x="5515" y="18"/>
                  </a:cubicBezTo>
                  <a:cubicBezTo>
                    <a:pt x="5377" y="6"/>
                    <a:pt x="5240" y="0"/>
                    <a:pt x="5104"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6"/>
            <p:cNvSpPr/>
            <p:nvPr/>
          </p:nvSpPr>
          <p:spPr>
            <a:xfrm flipH="1">
              <a:off x="7169969" y="2521752"/>
              <a:ext cx="175430" cy="215202"/>
            </a:xfrm>
            <a:custGeom>
              <a:rect b="b" l="l" r="r" t="t"/>
              <a:pathLst>
                <a:path extrusionOk="0" h="4675" w="3811">
                  <a:moveTo>
                    <a:pt x="272" y="1"/>
                  </a:moveTo>
                  <a:cubicBezTo>
                    <a:pt x="172" y="1"/>
                    <a:pt x="111" y="8"/>
                    <a:pt x="101" y="13"/>
                  </a:cubicBezTo>
                  <a:cubicBezTo>
                    <a:pt x="51" y="13"/>
                    <a:pt x="0" y="63"/>
                    <a:pt x="0" y="113"/>
                  </a:cubicBezTo>
                  <a:cubicBezTo>
                    <a:pt x="0" y="163"/>
                    <a:pt x="51" y="213"/>
                    <a:pt x="101" y="213"/>
                  </a:cubicBezTo>
                  <a:cubicBezTo>
                    <a:pt x="105" y="213"/>
                    <a:pt x="148" y="210"/>
                    <a:pt x="221" y="210"/>
                  </a:cubicBezTo>
                  <a:cubicBezTo>
                    <a:pt x="569" y="210"/>
                    <a:pt x="1599" y="279"/>
                    <a:pt x="2406" y="1065"/>
                  </a:cubicBezTo>
                  <a:cubicBezTo>
                    <a:pt x="3209" y="1817"/>
                    <a:pt x="3584" y="2995"/>
                    <a:pt x="3559" y="4574"/>
                  </a:cubicBezTo>
                  <a:cubicBezTo>
                    <a:pt x="3559" y="4624"/>
                    <a:pt x="3610" y="4674"/>
                    <a:pt x="3660" y="4674"/>
                  </a:cubicBezTo>
                  <a:lnTo>
                    <a:pt x="3685" y="4674"/>
                  </a:lnTo>
                  <a:cubicBezTo>
                    <a:pt x="3735" y="4674"/>
                    <a:pt x="3785" y="4624"/>
                    <a:pt x="3785" y="4574"/>
                  </a:cubicBezTo>
                  <a:cubicBezTo>
                    <a:pt x="3810" y="2920"/>
                    <a:pt x="3384" y="1692"/>
                    <a:pt x="2557" y="915"/>
                  </a:cubicBezTo>
                  <a:cubicBezTo>
                    <a:pt x="1695" y="113"/>
                    <a:pt x="672"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6"/>
            <p:cNvSpPr/>
            <p:nvPr/>
          </p:nvSpPr>
          <p:spPr>
            <a:xfrm flipH="1">
              <a:off x="7175767" y="2620404"/>
              <a:ext cx="132712" cy="63479"/>
            </a:xfrm>
            <a:custGeom>
              <a:rect b="b" l="l" r="r" t="t"/>
              <a:pathLst>
                <a:path extrusionOk="0" h="1379" w="2883">
                  <a:moveTo>
                    <a:pt x="26" y="0"/>
                  </a:moveTo>
                  <a:lnTo>
                    <a:pt x="51" y="100"/>
                  </a:lnTo>
                  <a:lnTo>
                    <a:pt x="0" y="201"/>
                  </a:lnTo>
                  <a:cubicBezTo>
                    <a:pt x="126" y="251"/>
                    <a:pt x="2557" y="1278"/>
                    <a:pt x="2707" y="1353"/>
                  </a:cubicBezTo>
                  <a:cubicBezTo>
                    <a:pt x="2732" y="1378"/>
                    <a:pt x="2757" y="1378"/>
                    <a:pt x="2757" y="1378"/>
                  </a:cubicBezTo>
                  <a:cubicBezTo>
                    <a:pt x="2782" y="1378"/>
                    <a:pt x="2808" y="1378"/>
                    <a:pt x="2833" y="1353"/>
                  </a:cubicBezTo>
                  <a:cubicBezTo>
                    <a:pt x="2883" y="1328"/>
                    <a:pt x="2883" y="1278"/>
                    <a:pt x="2858" y="1228"/>
                  </a:cubicBezTo>
                  <a:cubicBezTo>
                    <a:pt x="2808" y="1153"/>
                    <a:pt x="51"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6"/>
            <p:cNvSpPr/>
            <p:nvPr/>
          </p:nvSpPr>
          <p:spPr>
            <a:xfrm flipH="1">
              <a:off x="6485801" y="2269621"/>
              <a:ext cx="165027" cy="326555"/>
            </a:xfrm>
            <a:custGeom>
              <a:rect b="b" l="l" r="r" t="t"/>
              <a:pathLst>
                <a:path extrusionOk="0" h="7094" w="3585">
                  <a:moveTo>
                    <a:pt x="201" y="1"/>
                  </a:moveTo>
                  <a:lnTo>
                    <a:pt x="0" y="51"/>
                  </a:lnTo>
                  <a:cubicBezTo>
                    <a:pt x="0" y="51"/>
                    <a:pt x="552" y="3435"/>
                    <a:pt x="702" y="4487"/>
                  </a:cubicBezTo>
                  <a:cubicBezTo>
                    <a:pt x="727" y="4587"/>
                    <a:pt x="777" y="4688"/>
                    <a:pt x="877" y="4738"/>
                  </a:cubicBezTo>
                  <a:cubicBezTo>
                    <a:pt x="934" y="4794"/>
                    <a:pt x="1018" y="4822"/>
                    <a:pt x="1100" y="4822"/>
                  </a:cubicBezTo>
                  <a:cubicBezTo>
                    <a:pt x="1127" y="4822"/>
                    <a:pt x="1153" y="4819"/>
                    <a:pt x="1178" y="4813"/>
                  </a:cubicBezTo>
                  <a:lnTo>
                    <a:pt x="3283" y="4462"/>
                  </a:lnTo>
                  <a:cubicBezTo>
                    <a:pt x="3291" y="4455"/>
                    <a:pt x="3298" y="4452"/>
                    <a:pt x="3306" y="4452"/>
                  </a:cubicBezTo>
                  <a:cubicBezTo>
                    <a:pt x="3323" y="4452"/>
                    <a:pt x="3341" y="4469"/>
                    <a:pt x="3359" y="4487"/>
                  </a:cubicBezTo>
                  <a:cubicBezTo>
                    <a:pt x="3359" y="4487"/>
                    <a:pt x="3384" y="4512"/>
                    <a:pt x="3359" y="4562"/>
                  </a:cubicBezTo>
                  <a:lnTo>
                    <a:pt x="2431" y="6943"/>
                  </a:lnTo>
                  <a:cubicBezTo>
                    <a:pt x="2406" y="6993"/>
                    <a:pt x="2431" y="7069"/>
                    <a:pt x="2481" y="7069"/>
                  </a:cubicBezTo>
                  <a:cubicBezTo>
                    <a:pt x="2507" y="7094"/>
                    <a:pt x="2507" y="7094"/>
                    <a:pt x="2532" y="7094"/>
                  </a:cubicBezTo>
                  <a:cubicBezTo>
                    <a:pt x="2557" y="7094"/>
                    <a:pt x="2607" y="7069"/>
                    <a:pt x="2607" y="7019"/>
                  </a:cubicBezTo>
                  <a:lnTo>
                    <a:pt x="3559" y="4638"/>
                  </a:lnTo>
                  <a:cubicBezTo>
                    <a:pt x="3584" y="4537"/>
                    <a:pt x="3559" y="4437"/>
                    <a:pt x="3509" y="4362"/>
                  </a:cubicBezTo>
                  <a:cubicBezTo>
                    <a:pt x="3447" y="4300"/>
                    <a:pt x="3385" y="4255"/>
                    <a:pt x="3296" y="4255"/>
                  </a:cubicBezTo>
                  <a:cubicBezTo>
                    <a:pt x="3276" y="4255"/>
                    <a:pt x="3256" y="4257"/>
                    <a:pt x="3233" y="4262"/>
                  </a:cubicBezTo>
                  <a:lnTo>
                    <a:pt x="1128" y="4612"/>
                  </a:lnTo>
                  <a:cubicBezTo>
                    <a:pt x="1078" y="4612"/>
                    <a:pt x="1028" y="4612"/>
                    <a:pt x="1003" y="4562"/>
                  </a:cubicBezTo>
                  <a:cubicBezTo>
                    <a:pt x="953" y="4537"/>
                    <a:pt x="928" y="4512"/>
                    <a:pt x="928" y="4437"/>
                  </a:cubicBezTo>
                  <a:cubicBezTo>
                    <a:pt x="752" y="3409"/>
                    <a:pt x="201" y="1"/>
                    <a:pt x="20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6"/>
            <p:cNvSpPr/>
            <p:nvPr/>
          </p:nvSpPr>
          <p:spPr>
            <a:xfrm flipH="1">
              <a:off x="6795012" y="2508034"/>
              <a:ext cx="79636" cy="97819"/>
            </a:xfrm>
            <a:custGeom>
              <a:rect b="b" l="l" r="r" t="t"/>
              <a:pathLst>
                <a:path extrusionOk="0" h="2125" w="1730">
                  <a:moveTo>
                    <a:pt x="774" y="1"/>
                  </a:moveTo>
                  <a:cubicBezTo>
                    <a:pt x="742" y="1"/>
                    <a:pt x="709" y="4"/>
                    <a:pt x="677" y="10"/>
                  </a:cubicBezTo>
                  <a:cubicBezTo>
                    <a:pt x="251" y="85"/>
                    <a:pt x="0" y="637"/>
                    <a:pt x="100" y="1213"/>
                  </a:cubicBezTo>
                  <a:cubicBezTo>
                    <a:pt x="192" y="1743"/>
                    <a:pt x="560" y="2124"/>
                    <a:pt x="949" y="2124"/>
                  </a:cubicBezTo>
                  <a:cubicBezTo>
                    <a:pt x="984" y="2124"/>
                    <a:pt x="1018" y="2121"/>
                    <a:pt x="1053" y="2115"/>
                  </a:cubicBezTo>
                  <a:cubicBezTo>
                    <a:pt x="1479" y="2040"/>
                    <a:pt x="1729" y="1514"/>
                    <a:pt x="1629" y="937"/>
                  </a:cubicBezTo>
                  <a:cubicBezTo>
                    <a:pt x="1514" y="384"/>
                    <a:pt x="1145" y="1"/>
                    <a:pt x="77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6"/>
            <p:cNvSpPr/>
            <p:nvPr/>
          </p:nvSpPr>
          <p:spPr>
            <a:xfrm flipH="1">
              <a:off x="6291991" y="2438844"/>
              <a:ext cx="79636" cy="97773"/>
            </a:xfrm>
            <a:custGeom>
              <a:rect b="b" l="l" r="r" t="t"/>
              <a:pathLst>
                <a:path extrusionOk="0" h="2124" w="1730">
                  <a:moveTo>
                    <a:pt x="776" y="1"/>
                  </a:moveTo>
                  <a:cubicBezTo>
                    <a:pt x="743" y="1"/>
                    <a:pt x="710" y="3"/>
                    <a:pt x="677" y="9"/>
                  </a:cubicBezTo>
                  <a:cubicBezTo>
                    <a:pt x="251" y="109"/>
                    <a:pt x="0" y="636"/>
                    <a:pt x="101" y="1212"/>
                  </a:cubicBezTo>
                  <a:cubicBezTo>
                    <a:pt x="193" y="1742"/>
                    <a:pt x="560" y="2124"/>
                    <a:pt x="950" y="2124"/>
                  </a:cubicBezTo>
                  <a:cubicBezTo>
                    <a:pt x="984" y="2124"/>
                    <a:pt x="1019" y="2121"/>
                    <a:pt x="1053" y="2114"/>
                  </a:cubicBezTo>
                  <a:cubicBezTo>
                    <a:pt x="1479" y="2039"/>
                    <a:pt x="1730" y="1513"/>
                    <a:pt x="1630" y="936"/>
                  </a:cubicBezTo>
                  <a:cubicBezTo>
                    <a:pt x="1537" y="404"/>
                    <a:pt x="1167" y="1"/>
                    <a:pt x="77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6"/>
            <p:cNvSpPr/>
            <p:nvPr/>
          </p:nvSpPr>
          <p:spPr>
            <a:xfrm flipH="1">
              <a:off x="6203153" y="2210651"/>
              <a:ext cx="261925" cy="123781"/>
            </a:xfrm>
            <a:custGeom>
              <a:rect b="b" l="l" r="r" t="t"/>
              <a:pathLst>
                <a:path extrusionOk="0" h="2689" w="5690">
                  <a:moveTo>
                    <a:pt x="934" y="0"/>
                  </a:moveTo>
                  <a:cubicBezTo>
                    <a:pt x="539" y="0"/>
                    <a:pt x="182" y="278"/>
                    <a:pt x="76" y="680"/>
                  </a:cubicBezTo>
                  <a:cubicBezTo>
                    <a:pt x="0" y="981"/>
                    <a:pt x="76" y="1257"/>
                    <a:pt x="251" y="1457"/>
                  </a:cubicBezTo>
                  <a:cubicBezTo>
                    <a:pt x="376" y="1608"/>
                    <a:pt x="552" y="1708"/>
                    <a:pt x="727" y="1758"/>
                  </a:cubicBezTo>
                  <a:lnTo>
                    <a:pt x="4487" y="2660"/>
                  </a:lnTo>
                  <a:cubicBezTo>
                    <a:pt x="4560" y="2680"/>
                    <a:pt x="4634" y="2689"/>
                    <a:pt x="4707" y="2689"/>
                  </a:cubicBezTo>
                  <a:cubicBezTo>
                    <a:pt x="5108" y="2689"/>
                    <a:pt x="5480" y="2412"/>
                    <a:pt x="5564" y="2009"/>
                  </a:cubicBezTo>
                  <a:cubicBezTo>
                    <a:pt x="5690" y="1533"/>
                    <a:pt x="5389" y="1056"/>
                    <a:pt x="4913" y="931"/>
                  </a:cubicBezTo>
                  <a:lnTo>
                    <a:pt x="1153" y="29"/>
                  </a:lnTo>
                  <a:cubicBezTo>
                    <a:pt x="1080" y="9"/>
                    <a:pt x="1007" y="0"/>
                    <a:pt x="93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6"/>
            <p:cNvSpPr/>
            <p:nvPr/>
          </p:nvSpPr>
          <p:spPr>
            <a:xfrm flipH="1">
              <a:off x="6743093" y="2284490"/>
              <a:ext cx="244663" cy="175844"/>
            </a:xfrm>
            <a:custGeom>
              <a:rect b="b" l="l" r="r" t="t"/>
              <a:pathLst>
                <a:path extrusionOk="0" h="3820" w="5315">
                  <a:moveTo>
                    <a:pt x="4287" y="1"/>
                  </a:moveTo>
                  <a:cubicBezTo>
                    <a:pt x="4130" y="1"/>
                    <a:pt x="3974" y="43"/>
                    <a:pt x="3836" y="129"/>
                  </a:cubicBezTo>
                  <a:lnTo>
                    <a:pt x="552" y="2159"/>
                  </a:lnTo>
                  <a:cubicBezTo>
                    <a:pt x="126" y="2435"/>
                    <a:pt x="1" y="2986"/>
                    <a:pt x="252" y="3387"/>
                  </a:cubicBezTo>
                  <a:cubicBezTo>
                    <a:pt x="402" y="3638"/>
                    <a:pt x="653" y="3788"/>
                    <a:pt x="928" y="3813"/>
                  </a:cubicBezTo>
                  <a:cubicBezTo>
                    <a:pt x="963" y="3818"/>
                    <a:pt x="996" y="3820"/>
                    <a:pt x="1029" y="3820"/>
                  </a:cubicBezTo>
                  <a:cubicBezTo>
                    <a:pt x="1189" y="3820"/>
                    <a:pt x="1334" y="3771"/>
                    <a:pt x="1480" y="3688"/>
                  </a:cubicBezTo>
                  <a:lnTo>
                    <a:pt x="4763" y="1658"/>
                  </a:lnTo>
                  <a:cubicBezTo>
                    <a:pt x="5189" y="1407"/>
                    <a:pt x="5314" y="856"/>
                    <a:pt x="5064" y="430"/>
                  </a:cubicBezTo>
                  <a:cubicBezTo>
                    <a:pt x="4883" y="151"/>
                    <a:pt x="4584" y="1"/>
                    <a:pt x="42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6"/>
            <p:cNvSpPr/>
            <p:nvPr/>
          </p:nvSpPr>
          <p:spPr>
            <a:xfrm flipH="1">
              <a:off x="6516965" y="2689732"/>
              <a:ext cx="135013" cy="49347"/>
            </a:xfrm>
            <a:custGeom>
              <a:rect b="b" l="l" r="r" t="t"/>
              <a:pathLst>
                <a:path extrusionOk="0" h="1072" w="2933">
                  <a:moveTo>
                    <a:pt x="932" y="1"/>
                  </a:moveTo>
                  <a:cubicBezTo>
                    <a:pt x="624" y="1"/>
                    <a:pt x="313" y="46"/>
                    <a:pt x="0" y="148"/>
                  </a:cubicBezTo>
                  <a:cubicBezTo>
                    <a:pt x="226" y="549"/>
                    <a:pt x="627" y="950"/>
                    <a:pt x="1404" y="1050"/>
                  </a:cubicBezTo>
                  <a:cubicBezTo>
                    <a:pt x="1503" y="1065"/>
                    <a:pt x="1599" y="1071"/>
                    <a:pt x="1689" y="1071"/>
                  </a:cubicBezTo>
                  <a:cubicBezTo>
                    <a:pt x="2238" y="1071"/>
                    <a:pt x="2632" y="829"/>
                    <a:pt x="2933" y="549"/>
                  </a:cubicBezTo>
                  <a:cubicBezTo>
                    <a:pt x="2278" y="222"/>
                    <a:pt x="1611" y="1"/>
                    <a:pt x="932" y="1"/>
                  </a:cubicBezTo>
                  <a:close/>
                </a:path>
              </a:pathLst>
            </a:custGeom>
            <a:solidFill>
              <a:srgbClr val="E8438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6"/>
            <p:cNvSpPr/>
            <p:nvPr/>
          </p:nvSpPr>
          <p:spPr>
            <a:xfrm flipH="1">
              <a:off x="6489254" y="2658475"/>
              <a:ext cx="174279" cy="56574"/>
            </a:xfrm>
            <a:custGeom>
              <a:rect b="b" l="l" r="r" t="t"/>
              <a:pathLst>
                <a:path extrusionOk="0" h="1229" w="3786">
                  <a:moveTo>
                    <a:pt x="1" y="0"/>
                  </a:moveTo>
                  <a:cubicBezTo>
                    <a:pt x="1" y="0"/>
                    <a:pt x="26" y="401"/>
                    <a:pt x="251" y="827"/>
                  </a:cubicBezTo>
                  <a:cubicBezTo>
                    <a:pt x="564" y="725"/>
                    <a:pt x="875" y="680"/>
                    <a:pt x="1183" y="680"/>
                  </a:cubicBezTo>
                  <a:cubicBezTo>
                    <a:pt x="1862" y="680"/>
                    <a:pt x="2529" y="901"/>
                    <a:pt x="3184" y="1228"/>
                  </a:cubicBezTo>
                  <a:cubicBezTo>
                    <a:pt x="3610" y="802"/>
                    <a:pt x="3785" y="251"/>
                    <a:pt x="3760" y="226"/>
                  </a:cubicBez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6"/>
            <p:cNvSpPr/>
            <p:nvPr/>
          </p:nvSpPr>
          <p:spPr>
            <a:xfrm flipH="1">
              <a:off x="7476805" y="4360561"/>
              <a:ext cx="492686" cy="370608"/>
            </a:xfrm>
            <a:custGeom>
              <a:rect b="b" l="l" r="r" t="t"/>
              <a:pathLst>
                <a:path extrusionOk="0" h="8051" w="10703">
                  <a:moveTo>
                    <a:pt x="1390" y="511"/>
                  </a:moveTo>
                  <a:cubicBezTo>
                    <a:pt x="1169" y="1013"/>
                    <a:pt x="1042" y="1918"/>
                    <a:pt x="868" y="3043"/>
                  </a:cubicBezTo>
                  <a:cubicBezTo>
                    <a:pt x="694" y="4169"/>
                    <a:pt x="365" y="6433"/>
                    <a:pt x="345" y="7264"/>
                  </a:cubicBezTo>
                  <a:cubicBezTo>
                    <a:pt x="325" y="8095"/>
                    <a:pt x="-626" y="7954"/>
                    <a:pt x="747" y="8028"/>
                  </a:cubicBezTo>
                  <a:cubicBezTo>
                    <a:pt x="2120" y="8102"/>
                    <a:pt x="6984" y="7954"/>
                    <a:pt x="8585" y="7706"/>
                  </a:cubicBezTo>
                  <a:cubicBezTo>
                    <a:pt x="10186" y="7458"/>
                    <a:pt x="11299" y="7666"/>
                    <a:pt x="10354" y="6540"/>
                  </a:cubicBezTo>
                  <a:cubicBezTo>
                    <a:pt x="9410" y="5415"/>
                    <a:pt x="4278" y="2038"/>
                    <a:pt x="2918" y="953"/>
                  </a:cubicBezTo>
                  <a:cubicBezTo>
                    <a:pt x="1558" y="-132"/>
                    <a:pt x="2449" y="103"/>
                    <a:pt x="2194" y="29"/>
                  </a:cubicBezTo>
                  <a:cubicBezTo>
                    <a:pt x="1939" y="-45"/>
                    <a:pt x="1611" y="9"/>
                    <a:pt x="1390" y="51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6"/>
            <p:cNvSpPr/>
            <p:nvPr/>
          </p:nvSpPr>
          <p:spPr>
            <a:xfrm flipH="1">
              <a:off x="4718434" y="4650988"/>
              <a:ext cx="3984941" cy="81938"/>
            </a:xfrm>
            <a:custGeom>
              <a:rect b="b" l="l" r="r" t="t"/>
              <a:pathLst>
                <a:path extrusionOk="0" h="1780" w="86568">
                  <a:moveTo>
                    <a:pt x="1" y="1"/>
                  </a:moveTo>
                  <a:lnTo>
                    <a:pt x="1" y="1780"/>
                  </a:lnTo>
                  <a:lnTo>
                    <a:pt x="86567" y="1780"/>
                  </a:lnTo>
                  <a:lnTo>
                    <a:pt x="8656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44" name="Google Shape;444;p6"/>
            <p:cNvGrpSpPr/>
            <p:nvPr/>
          </p:nvGrpSpPr>
          <p:grpSpPr>
            <a:xfrm>
              <a:off x="5085437" y="1715660"/>
              <a:ext cx="705768" cy="744661"/>
              <a:chOff x="2940600" y="2123160"/>
              <a:chExt cx="705768" cy="744661"/>
            </a:xfrm>
          </p:grpSpPr>
          <p:sp>
            <p:nvSpPr>
              <p:cNvPr id="445" name="Google Shape;445;p6"/>
              <p:cNvSpPr/>
              <p:nvPr/>
            </p:nvSpPr>
            <p:spPr>
              <a:xfrm>
                <a:off x="2940600" y="2123160"/>
                <a:ext cx="705768" cy="705768"/>
              </a:xfrm>
              <a:custGeom>
                <a:rect b="b" l="l" r="r" t="t"/>
                <a:pathLst>
                  <a:path extrusionOk="0" h="17294" w="17294">
                    <a:moveTo>
                      <a:pt x="8647" y="1"/>
                    </a:moveTo>
                    <a:cubicBezTo>
                      <a:pt x="3860" y="1"/>
                      <a:pt x="1" y="3860"/>
                      <a:pt x="1" y="8647"/>
                    </a:cubicBezTo>
                    <a:cubicBezTo>
                      <a:pt x="1" y="13409"/>
                      <a:pt x="3860" y="17294"/>
                      <a:pt x="8647" y="17294"/>
                    </a:cubicBezTo>
                    <a:cubicBezTo>
                      <a:pt x="13409" y="17294"/>
                      <a:pt x="17294" y="13409"/>
                      <a:pt x="17294" y="8647"/>
                    </a:cubicBezTo>
                    <a:cubicBezTo>
                      <a:pt x="17294" y="3860"/>
                      <a:pt x="13409" y="1"/>
                      <a:pt x="864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6"/>
              <p:cNvSpPr/>
              <p:nvPr/>
            </p:nvSpPr>
            <p:spPr>
              <a:xfrm>
                <a:off x="3034708" y="2428990"/>
                <a:ext cx="120716" cy="120716"/>
              </a:xfrm>
              <a:custGeom>
                <a:rect b="b" l="l" r="r" t="t"/>
                <a:pathLst>
                  <a:path extrusionOk="0" h="2958" w="2958">
                    <a:moveTo>
                      <a:pt x="1479" y="0"/>
                    </a:moveTo>
                    <a:cubicBezTo>
                      <a:pt x="652" y="0"/>
                      <a:pt x="0" y="677"/>
                      <a:pt x="0" y="1479"/>
                    </a:cubicBezTo>
                    <a:cubicBezTo>
                      <a:pt x="0" y="2306"/>
                      <a:pt x="652" y="2958"/>
                      <a:pt x="1479" y="2958"/>
                    </a:cubicBezTo>
                    <a:cubicBezTo>
                      <a:pt x="2281" y="2958"/>
                      <a:pt x="2958" y="2306"/>
                      <a:pt x="2958" y="1479"/>
                    </a:cubicBezTo>
                    <a:cubicBezTo>
                      <a:pt x="2958" y="677"/>
                      <a:pt x="2281" y="0"/>
                      <a:pt x="147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6"/>
              <p:cNvSpPr/>
              <p:nvPr/>
            </p:nvSpPr>
            <p:spPr>
              <a:xfrm>
                <a:off x="3230065" y="2428990"/>
                <a:ext cx="120716" cy="120716"/>
              </a:xfrm>
              <a:custGeom>
                <a:rect b="b" l="l" r="r" t="t"/>
                <a:pathLst>
                  <a:path extrusionOk="0" h="2958" w="2958">
                    <a:moveTo>
                      <a:pt x="1479" y="0"/>
                    </a:moveTo>
                    <a:cubicBezTo>
                      <a:pt x="652" y="0"/>
                      <a:pt x="0" y="677"/>
                      <a:pt x="0" y="1479"/>
                    </a:cubicBezTo>
                    <a:cubicBezTo>
                      <a:pt x="0" y="2306"/>
                      <a:pt x="652" y="2958"/>
                      <a:pt x="1479" y="2958"/>
                    </a:cubicBezTo>
                    <a:cubicBezTo>
                      <a:pt x="2281" y="2958"/>
                      <a:pt x="2958" y="2306"/>
                      <a:pt x="2958" y="1479"/>
                    </a:cubicBezTo>
                    <a:cubicBezTo>
                      <a:pt x="2958" y="677"/>
                      <a:pt x="2281" y="0"/>
                      <a:pt x="147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6"/>
              <p:cNvSpPr/>
              <p:nvPr/>
            </p:nvSpPr>
            <p:spPr>
              <a:xfrm>
                <a:off x="3425423" y="2428990"/>
                <a:ext cx="120716" cy="120716"/>
              </a:xfrm>
              <a:custGeom>
                <a:rect b="b" l="l" r="r" t="t"/>
                <a:pathLst>
                  <a:path extrusionOk="0" h="2958" w="2958">
                    <a:moveTo>
                      <a:pt x="1479" y="0"/>
                    </a:moveTo>
                    <a:cubicBezTo>
                      <a:pt x="652" y="0"/>
                      <a:pt x="0" y="677"/>
                      <a:pt x="0" y="1479"/>
                    </a:cubicBezTo>
                    <a:cubicBezTo>
                      <a:pt x="0" y="2306"/>
                      <a:pt x="652" y="2958"/>
                      <a:pt x="1479" y="2958"/>
                    </a:cubicBezTo>
                    <a:cubicBezTo>
                      <a:pt x="2281" y="2958"/>
                      <a:pt x="2958" y="2306"/>
                      <a:pt x="2958" y="1479"/>
                    </a:cubicBezTo>
                    <a:cubicBezTo>
                      <a:pt x="2958" y="677"/>
                      <a:pt x="2281" y="0"/>
                      <a:pt x="147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6"/>
              <p:cNvSpPr/>
              <p:nvPr/>
            </p:nvSpPr>
            <p:spPr>
              <a:xfrm>
                <a:off x="3354821" y="2615125"/>
                <a:ext cx="264979" cy="252696"/>
              </a:xfrm>
              <a:custGeom>
                <a:rect b="b" l="l" r="r" t="t"/>
                <a:pathLst>
                  <a:path extrusionOk="0" h="6192" w="6493">
                    <a:moveTo>
                      <a:pt x="4763" y="1"/>
                    </a:moveTo>
                    <a:lnTo>
                      <a:pt x="1" y="3484"/>
                    </a:lnTo>
                    <a:lnTo>
                      <a:pt x="6492" y="6191"/>
                    </a:lnTo>
                    <a:lnTo>
                      <a:pt x="476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450" name="Google Shape;450;p6"/>
          <p:cNvSpPr txBox="1"/>
          <p:nvPr/>
        </p:nvSpPr>
        <p:spPr>
          <a:xfrm>
            <a:off x="3084225" y="1447925"/>
            <a:ext cx="5796300" cy="2692200"/>
          </a:xfrm>
          <a:prstGeom prst="rect">
            <a:avLst/>
          </a:prstGeom>
          <a:solidFill>
            <a:srgbClr val="CFE2F3"/>
          </a:solidFill>
          <a:ln>
            <a:noFill/>
          </a:ln>
        </p:spPr>
        <p:txBody>
          <a:bodyPr anchorCtr="0" anchor="t" bIns="91425" lIns="91425" spcFirstLastPara="1" rIns="91425" wrap="square" tIns="91425">
            <a:spAutoFit/>
          </a:bodyPr>
          <a:lstStyle/>
          <a:p>
            <a:pPr indent="-342900" lvl="0" marL="457200" marR="0" rtl="0" algn="l">
              <a:lnSpc>
                <a:spcPct val="115000"/>
              </a:lnSpc>
              <a:spcBef>
                <a:spcPts val="0"/>
              </a:spcBef>
              <a:spcAft>
                <a:spcPts val="0"/>
              </a:spcAft>
              <a:buClr>
                <a:schemeClr val="dk1"/>
              </a:buClr>
              <a:buSzPts val="1800"/>
              <a:buFont typeface="Lexend Deca"/>
              <a:buChar char="●"/>
            </a:pPr>
            <a:r>
              <a:rPr b="0" i="1" lang="en" sz="1800" u="none" cap="none" strike="noStrike">
                <a:solidFill>
                  <a:schemeClr val="dk1"/>
                </a:solidFill>
                <a:latin typeface="Lexend Deca"/>
                <a:ea typeface="Lexend Deca"/>
                <a:cs typeface="Lexend Deca"/>
                <a:sym typeface="Lexend Deca"/>
              </a:rPr>
              <a:t>It  is a debate where an affirmative team proposes a plan and the negative team argues why that plan should not be adopted.</a:t>
            </a:r>
            <a:endParaRPr b="0" i="1" sz="1800" u="none" cap="none" strike="noStrike">
              <a:solidFill>
                <a:schemeClr val="dk1"/>
              </a:solidFill>
              <a:latin typeface="Lexend Deca"/>
              <a:ea typeface="Lexend Deca"/>
              <a:cs typeface="Lexend Deca"/>
              <a:sym typeface="Lexend Deca"/>
            </a:endParaRPr>
          </a:p>
          <a:p>
            <a:pPr indent="-342900" lvl="0" marL="457200" marR="0" rtl="0" algn="l">
              <a:lnSpc>
                <a:spcPct val="115000"/>
              </a:lnSpc>
              <a:spcBef>
                <a:spcPts val="0"/>
              </a:spcBef>
              <a:spcAft>
                <a:spcPts val="0"/>
              </a:spcAft>
              <a:buClr>
                <a:schemeClr val="dk1"/>
              </a:buClr>
              <a:buSzPts val="1800"/>
              <a:buFont typeface="Lexend Deca"/>
              <a:buChar char="●"/>
            </a:pPr>
            <a:r>
              <a:rPr b="0" i="1" lang="en" sz="1800" u="none" cap="none" strike="noStrike">
                <a:solidFill>
                  <a:schemeClr val="dk1"/>
                </a:solidFill>
                <a:latin typeface="Lexend Deca"/>
                <a:ea typeface="Lexend Deca"/>
                <a:cs typeface="Lexend Deca"/>
                <a:sym typeface="Lexend Deca"/>
              </a:rPr>
              <a:t>It is also referred to as a </a:t>
            </a:r>
            <a:r>
              <a:rPr b="1" i="1" lang="en" sz="1800" u="none" cap="none" strike="noStrike">
                <a:solidFill>
                  <a:schemeClr val="dk1"/>
                </a:solidFill>
                <a:latin typeface="Lexend Deca"/>
                <a:ea typeface="Lexend Deca"/>
                <a:cs typeface="Lexend Deca"/>
                <a:sym typeface="Lexend Deca"/>
              </a:rPr>
              <a:t>cross-examination debate.</a:t>
            </a:r>
            <a:endParaRPr b="1" i="1" sz="1800" u="none" cap="none" strike="noStrike">
              <a:solidFill>
                <a:schemeClr val="dk1"/>
              </a:solidFill>
              <a:latin typeface="Lexend Deca"/>
              <a:ea typeface="Lexend Deca"/>
              <a:cs typeface="Lexend Deca"/>
              <a:sym typeface="Lexend Deca"/>
            </a:endParaRPr>
          </a:p>
          <a:p>
            <a:pPr indent="-342900" lvl="0" marL="457200" marR="0" rtl="0" algn="l">
              <a:lnSpc>
                <a:spcPct val="115000"/>
              </a:lnSpc>
              <a:spcBef>
                <a:spcPts val="0"/>
              </a:spcBef>
              <a:spcAft>
                <a:spcPts val="0"/>
              </a:spcAft>
              <a:buClr>
                <a:schemeClr val="dk1"/>
              </a:buClr>
              <a:buSzPts val="1800"/>
              <a:buFont typeface="Lexend Deca"/>
              <a:buChar char="●"/>
            </a:pPr>
            <a:r>
              <a:rPr b="0" i="1" lang="en" sz="1800" u="none" cap="none" strike="noStrike">
                <a:solidFill>
                  <a:schemeClr val="dk1"/>
                </a:solidFill>
                <a:latin typeface="Lexend Deca"/>
                <a:ea typeface="Lexend Deca"/>
                <a:cs typeface="Lexend Deca"/>
                <a:sym typeface="Lexend Deca"/>
              </a:rPr>
              <a:t>These debates put an emphasis upon logical consistency, factual accuracy, and emotional appeal to an audience.</a:t>
            </a:r>
            <a:endParaRPr b="0" i="1" sz="1800" u="none" cap="none" strike="noStrike">
              <a:solidFill>
                <a:schemeClr val="dk1"/>
              </a:solidFill>
              <a:latin typeface="Lexend Deca"/>
              <a:ea typeface="Lexend Deca"/>
              <a:cs typeface="Lexend Deca"/>
              <a:sym typeface="Lexend Deca"/>
            </a:endParaRPr>
          </a:p>
        </p:txBody>
      </p:sp>
      <p:sp>
        <p:nvSpPr>
          <p:cNvPr id="451" name="Google Shape;451;p6"/>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pic>
        <p:nvPicPr>
          <p:cNvPr id="456" name="Google Shape;456;p10"/>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pic>
        <p:nvPicPr>
          <p:cNvPr id="457" name="Google Shape;457;p10"/>
          <p:cNvPicPr preferRelativeResize="0"/>
          <p:nvPr/>
        </p:nvPicPr>
        <p:blipFill rotWithShape="1">
          <a:blip r:embed="rId4">
            <a:alphaModFix/>
          </a:blip>
          <a:srcRect b="0" l="0" r="0" t="0"/>
          <a:stretch/>
        </p:blipFill>
        <p:spPr>
          <a:xfrm>
            <a:off x="138128" y="152399"/>
            <a:ext cx="638322" cy="602644"/>
          </a:xfrm>
          <a:prstGeom prst="rect">
            <a:avLst/>
          </a:prstGeom>
          <a:noFill/>
          <a:ln>
            <a:noFill/>
          </a:ln>
        </p:spPr>
      </p:pic>
      <p:sp>
        <p:nvSpPr>
          <p:cNvPr id="458" name="Google Shape;458;p10"/>
          <p:cNvSpPr txBox="1"/>
          <p:nvPr/>
        </p:nvSpPr>
        <p:spPr>
          <a:xfrm>
            <a:off x="138125" y="755050"/>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400" u="none" cap="none" strike="noStrike">
                <a:solidFill>
                  <a:srgbClr val="202426"/>
                </a:solidFill>
                <a:latin typeface="Raleway Black"/>
                <a:ea typeface="Raleway Black"/>
                <a:cs typeface="Raleway Black"/>
                <a:sym typeface="Raleway Black"/>
              </a:rPr>
              <a:t>3 mins</a:t>
            </a:r>
            <a:endParaRPr b="0" i="0" sz="1400" u="none" cap="none" strike="noStrike">
              <a:solidFill>
                <a:srgbClr val="202426"/>
              </a:solidFill>
              <a:latin typeface="Raleway Black"/>
              <a:ea typeface="Raleway Black"/>
              <a:cs typeface="Raleway Black"/>
              <a:sym typeface="Raleway Black"/>
            </a:endParaRPr>
          </a:p>
        </p:txBody>
      </p:sp>
      <p:sp>
        <p:nvSpPr>
          <p:cNvPr id="459" name="Google Shape;459;p10"/>
          <p:cNvSpPr txBox="1"/>
          <p:nvPr/>
        </p:nvSpPr>
        <p:spPr>
          <a:xfrm>
            <a:off x="4696825" y="1304950"/>
            <a:ext cx="4230900" cy="3329400"/>
          </a:xfrm>
          <a:prstGeom prst="rect">
            <a:avLst/>
          </a:prstGeom>
          <a:solidFill>
            <a:srgbClr val="FFC000"/>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1" i="1" lang="en" sz="1800" u="none" cap="none" strike="noStrike">
                <a:solidFill>
                  <a:srgbClr val="000000"/>
                </a:solidFill>
                <a:latin typeface="Lexend Deca"/>
                <a:ea typeface="Lexend Deca"/>
                <a:cs typeface="Lexend Deca"/>
                <a:sym typeface="Lexend Deca"/>
              </a:rPr>
              <a:t>Watch the video, and answer the following questions: </a:t>
            </a:r>
            <a:endParaRPr b="1" i="1" sz="1800" u="none" cap="none" strike="noStrike">
              <a:solidFill>
                <a:srgbClr val="000000"/>
              </a:solidFill>
              <a:latin typeface="Lexend Deca"/>
              <a:ea typeface="Lexend Deca"/>
              <a:cs typeface="Lexend Deca"/>
              <a:sym typeface="Lexend Deca"/>
            </a:endParaRPr>
          </a:p>
          <a:p>
            <a:pPr indent="0" lvl="0" marL="0" marR="0" rtl="0" algn="l">
              <a:lnSpc>
                <a:spcPct val="115000"/>
              </a:lnSpc>
              <a:spcBef>
                <a:spcPts val="0"/>
              </a:spcBef>
              <a:spcAft>
                <a:spcPts val="0"/>
              </a:spcAft>
              <a:buClr>
                <a:srgbClr val="000000"/>
              </a:buClr>
              <a:buSzPts val="1800"/>
              <a:buFont typeface="Arial"/>
              <a:buNone/>
            </a:pPr>
            <a:r>
              <a:t/>
            </a:r>
            <a:endParaRPr b="0" i="1" sz="1800" u="none" cap="none" strike="noStrike">
              <a:solidFill>
                <a:srgbClr val="000000"/>
              </a:solidFill>
              <a:latin typeface="Lexend Deca"/>
              <a:ea typeface="Lexend Deca"/>
              <a:cs typeface="Lexend Deca"/>
              <a:sym typeface="Lexend Deca"/>
            </a:endParaRPr>
          </a:p>
          <a:p>
            <a:pPr indent="-342900" lvl="0" marL="457200" marR="0" rtl="0" algn="l">
              <a:lnSpc>
                <a:spcPct val="115000"/>
              </a:lnSpc>
              <a:spcBef>
                <a:spcPts val="0"/>
              </a:spcBef>
              <a:spcAft>
                <a:spcPts val="0"/>
              </a:spcAft>
              <a:buClr>
                <a:srgbClr val="202124"/>
              </a:buClr>
              <a:buSzPts val="1800"/>
              <a:buFont typeface="Lexend Deca"/>
              <a:buChar char="●"/>
            </a:pPr>
            <a:r>
              <a:rPr b="0" i="1" lang="en" sz="1800" u="none" cap="none" strike="noStrike">
                <a:solidFill>
                  <a:srgbClr val="202124"/>
                </a:solidFill>
                <a:latin typeface="Lexend Deca"/>
                <a:ea typeface="Lexend Deca"/>
                <a:cs typeface="Lexend Deca"/>
                <a:sym typeface="Lexend Deca"/>
              </a:rPr>
              <a:t>What is the topic of discussion in the video?</a:t>
            </a:r>
            <a:endParaRPr b="0" i="1" sz="1800" u="none" cap="none" strike="noStrike">
              <a:solidFill>
                <a:srgbClr val="202124"/>
              </a:solidFill>
              <a:latin typeface="Lexend Deca"/>
              <a:ea typeface="Lexend Deca"/>
              <a:cs typeface="Lexend Deca"/>
              <a:sym typeface="Lexend Deca"/>
            </a:endParaRPr>
          </a:p>
          <a:p>
            <a:pPr indent="-342900" lvl="0" marL="457200" marR="0" rtl="0" algn="l">
              <a:lnSpc>
                <a:spcPct val="115000"/>
              </a:lnSpc>
              <a:spcBef>
                <a:spcPts val="0"/>
              </a:spcBef>
              <a:spcAft>
                <a:spcPts val="0"/>
              </a:spcAft>
              <a:buClr>
                <a:srgbClr val="202124"/>
              </a:buClr>
              <a:buSzPts val="1800"/>
              <a:buFont typeface="Lexend Deca"/>
              <a:buChar char="●"/>
            </a:pPr>
            <a:r>
              <a:rPr b="0" i="1" lang="en" sz="1800" u="none" cap="none" strike="noStrike">
                <a:solidFill>
                  <a:srgbClr val="202124"/>
                </a:solidFill>
                <a:latin typeface="Lexend Deca"/>
                <a:ea typeface="Lexend Deca"/>
                <a:cs typeface="Lexend Deca"/>
                <a:sym typeface="Lexend Deca"/>
              </a:rPr>
              <a:t>Do you think this is an important topic for discussion? Give reason for your answer. </a:t>
            </a:r>
            <a:endParaRPr b="0" i="1" sz="1800" u="none" cap="none" strike="noStrike">
              <a:solidFill>
                <a:srgbClr val="202124"/>
              </a:solidFill>
              <a:latin typeface="Lexend Deca"/>
              <a:ea typeface="Lexend Deca"/>
              <a:cs typeface="Lexend Deca"/>
              <a:sym typeface="Lexend Deca"/>
            </a:endParaRPr>
          </a:p>
          <a:p>
            <a:pPr indent="-342900" lvl="0" marL="457200" marR="0" rtl="0" algn="l">
              <a:lnSpc>
                <a:spcPct val="115000"/>
              </a:lnSpc>
              <a:spcBef>
                <a:spcPts val="0"/>
              </a:spcBef>
              <a:spcAft>
                <a:spcPts val="0"/>
              </a:spcAft>
              <a:buClr>
                <a:srgbClr val="202124"/>
              </a:buClr>
              <a:buSzPts val="1800"/>
              <a:buFont typeface="Lexend Deca"/>
              <a:buChar char="●"/>
            </a:pPr>
            <a:r>
              <a:rPr b="0" i="1" lang="en" sz="1800" u="none" cap="none" strike="noStrike">
                <a:solidFill>
                  <a:srgbClr val="202124"/>
                </a:solidFill>
                <a:latin typeface="Lexend Deca"/>
                <a:ea typeface="Lexend Deca"/>
                <a:cs typeface="Lexend Deca"/>
                <a:sym typeface="Lexend Deca"/>
              </a:rPr>
              <a:t>Do we need any policies to be implemented for this issue</a:t>
            </a:r>
            <a:r>
              <a:rPr b="0" i="1" lang="en" sz="1800" u="none" cap="none" strike="noStrike">
                <a:solidFill>
                  <a:srgbClr val="202124"/>
                </a:solidFill>
                <a:latin typeface="Lexend Deca"/>
                <a:ea typeface="Lexend Deca"/>
                <a:cs typeface="Lexend Deca"/>
                <a:sym typeface="Lexend Deca"/>
                <a:extLst>
                  <a:ext uri="http://customooxmlschemas.google.com/">
                    <go:slidesCustomData xmlns:go="http://customooxmlschemas.google.com/" textRoundtripDataId="4"/>
                  </a:ext>
                </a:extLst>
              </a:rPr>
              <a:t>?</a:t>
            </a:r>
            <a:endParaRPr b="0" i="1" sz="1800" u="none" cap="none" strike="noStrike">
              <a:solidFill>
                <a:srgbClr val="000000"/>
              </a:solidFill>
              <a:latin typeface="Lexend Deca"/>
              <a:ea typeface="Lexend Deca"/>
              <a:cs typeface="Lexend Deca"/>
              <a:sym typeface="Lexend Deca"/>
            </a:endParaRPr>
          </a:p>
        </p:txBody>
      </p:sp>
      <p:sp>
        <p:nvSpPr>
          <p:cNvPr id="460" name="Google Shape;460;p10"/>
          <p:cNvSpPr txBox="1"/>
          <p:nvPr/>
        </p:nvSpPr>
        <p:spPr>
          <a:xfrm>
            <a:off x="1275475" y="409575"/>
            <a:ext cx="6862500" cy="692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0" i="0" lang="en" sz="3300" u="none" cap="none" strike="noStrike">
                <a:solidFill>
                  <a:schemeClr val="dk1"/>
                </a:solidFill>
                <a:latin typeface="Sigmar One"/>
                <a:ea typeface="Sigmar One"/>
                <a:cs typeface="Sigmar One"/>
                <a:sym typeface="Sigmar One"/>
              </a:rPr>
              <a:t>Test your understanding! </a:t>
            </a:r>
            <a:endParaRPr b="0" i="0" sz="3300" u="none" cap="none" strike="noStrike">
              <a:solidFill>
                <a:srgbClr val="000000"/>
              </a:solidFill>
              <a:latin typeface="Arial"/>
              <a:ea typeface="Arial"/>
              <a:cs typeface="Arial"/>
              <a:sym typeface="Arial"/>
            </a:endParaRPr>
          </a:p>
        </p:txBody>
      </p:sp>
      <p:pic>
        <p:nvPicPr>
          <p:cNvPr descr="This is, hence the name, the best debate round in Stoa this season. The winner is disclosed at the end of the video.&#10;It was Jeffrey Pistor - Samuel Wooddell (on the Affirmative) vs. Jean-Luc Belloncle - Mattis Belloncle (on the Negative). Both teams did very well and this debate round was also quite funny.&#10;I know all four of these guys. They are all awesome.&#10;Enjoy the final TP round of Stoa Season 18!" id="461" name="Google Shape;461;p10" title="Team-Policy Debate Finals NITOC 2018">
            <a:hlinkClick r:id="rId5"/>
          </p:cNvPr>
          <p:cNvPicPr preferRelativeResize="0"/>
          <p:nvPr/>
        </p:nvPicPr>
        <p:blipFill rotWithShape="1">
          <a:blip r:embed="rId6">
            <a:alphaModFix/>
          </a:blip>
          <a:srcRect b="0" l="0" r="0" t="0"/>
          <a:stretch/>
        </p:blipFill>
        <p:spPr>
          <a:xfrm>
            <a:off x="152400" y="1307650"/>
            <a:ext cx="4392025" cy="3294019"/>
          </a:xfrm>
          <a:prstGeom prst="rect">
            <a:avLst/>
          </a:prstGeom>
          <a:noFill/>
          <a:ln>
            <a:noFill/>
          </a:ln>
        </p:spPr>
      </p:pic>
      <p:sp>
        <p:nvSpPr>
          <p:cNvPr id="462" name="Google Shape;462;p10"/>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1000"/>
                                        <p:tgtEl>
                                          <p:spTgt spid="4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g13b6acb253f_1_373"/>
          <p:cNvSpPr txBox="1"/>
          <p:nvPr/>
        </p:nvSpPr>
        <p:spPr>
          <a:xfrm>
            <a:off x="2593750" y="1368200"/>
            <a:ext cx="6468600" cy="3324600"/>
          </a:xfrm>
          <a:prstGeom prst="rect">
            <a:avLst/>
          </a:prstGeom>
          <a:solidFill>
            <a:schemeClr val="accent4"/>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100"/>
              <a:buFont typeface="Arial"/>
              <a:buNone/>
            </a:pPr>
            <a:r>
              <a:rPr b="1" i="1" lang="en" sz="2100" u="none" cap="none" strike="noStrike">
                <a:solidFill>
                  <a:schemeClr val="dk1"/>
                </a:solidFill>
                <a:latin typeface="Lexend Deca"/>
                <a:ea typeface="Lexend Deca"/>
                <a:cs typeface="Lexend Deca"/>
                <a:sym typeface="Lexend Deca"/>
              </a:rPr>
              <a:t>A policy debate is made up of 3</a:t>
            </a:r>
            <a:r>
              <a:rPr b="1" i="1" lang="en" sz="2100" u="none" cap="none" strike="noStrike">
                <a:solidFill>
                  <a:schemeClr val="dk1"/>
                </a:solidFill>
                <a:latin typeface="Lexend Deca"/>
                <a:ea typeface="Lexend Deca"/>
                <a:cs typeface="Lexend Deca"/>
                <a:sym typeface="Lexend Deca"/>
                <a:extLst>
                  <a:ext uri="http://customooxmlschemas.google.com/">
                    <go:slidesCustomData xmlns:go="http://customooxmlschemas.google.com/" textRoundtripDataId="5"/>
                  </a:ext>
                </a:extLst>
              </a:rPr>
              <a:t> d</a:t>
            </a:r>
            <a:r>
              <a:rPr b="1" i="1" lang="en" sz="2100" u="none" cap="none" strike="noStrike">
                <a:solidFill>
                  <a:schemeClr val="dk1"/>
                </a:solidFill>
                <a:latin typeface="Lexend Deca"/>
                <a:ea typeface="Lexend Deca"/>
                <a:cs typeface="Lexend Deca"/>
                <a:sym typeface="Lexend Deca"/>
              </a:rPr>
              <a:t>ifferent components.  They are:  </a:t>
            </a:r>
            <a:endParaRPr b="1" i="1" sz="2100" u="none" cap="none" strike="noStrike">
              <a:solidFill>
                <a:schemeClr val="dk1"/>
              </a:solidFill>
              <a:latin typeface="Lexend Deca"/>
              <a:ea typeface="Lexend Deca"/>
              <a:cs typeface="Lexend Deca"/>
              <a:sym typeface="Lexend Deca"/>
            </a:endParaRPr>
          </a:p>
          <a:p>
            <a:pPr indent="0" lvl="0" marL="0" marR="0" rtl="0" algn="l">
              <a:lnSpc>
                <a:spcPct val="115000"/>
              </a:lnSpc>
              <a:spcBef>
                <a:spcPts val="0"/>
              </a:spcBef>
              <a:spcAft>
                <a:spcPts val="0"/>
              </a:spcAft>
              <a:buClr>
                <a:srgbClr val="000000"/>
              </a:buClr>
              <a:buSzPts val="1800"/>
              <a:buFont typeface="Arial"/>
              <a:buNone/>
            </a:pPr>
            <a:r>
              <a:t/>
            </a:r>
            <a:endParaRPr b="0" i="1" sz="1800" u="none" cap="none" strike="noStrike">
              <a:solidFill>
                <a:schemeClr val="dk1"/>
              </a:solidFill>
              <a:latin typeface="Lexend Deca"/>
              <a:ea typeface="Lexend Deca"/>
              <a:cs typeface="Lexend Deca"/>
              <a:sym typeface="Lexend Deca"/>
            </a:endParaRPr>
          </a:p>
          <a:p>
            <a:pPr indent="-355600" lvl="0" marL="457200" marR="0" rtl="0" algn="l">
              <a:lnSpc>
                <a:spcPct val="115000"/>
              </a:lnSpc>
              <a:spcBef>
                <a:spcPts val="0"/>
              </a:spcBef>
              <a:spcAft>
                <a:spcPts val="0"/>
              </a:spcAft>
              <a:buClr>
                <a:schemeClr val="dk1"/>
              </a:buClr>
              <a:buSzPts val="2000"/>
              <a:buFont typeface="Lexend Deca"/>
              <a:buAutoNum type="arabicPeriod"/>
            </a:pPr>
            <a:r>
              <a:rPr b="1" i="1" lang="en" sz="2000" u="none" cap="none" strike="noStrike">
                <a:solidFill>
                  <a:schemeClr val="dk1"/>
                </a:solidFill>
                <a:latin typeface="Lexend Deca"/>
                <a:ea typeface="Lexend Deca"/>
                <a:cs typeface="Lexend Deca"/>
                <a:sym typeface="Lexend Deca"/>
                <a:extLst>
                  <a:ext uri="http://customooxmlschemas.google.com/">
                    <go:slidesCustomData xmlns:go="http://customooxmlschemas.google.com/" textRoundtripDataId="6"/>
                  </a:ext>
                </a:extLst>
              </a:rPr>
              <a:t>Constructive Speeches</a:t>
            </a:r>
            <a:r>
              <a:rPr b="1" i="1" lang="en" sz="2000" u="none" cap="none" strike="noStrike">
                <a:solidFill>
                  <a:schemeClr val="dk1"/>
                </a:solidFill>
                <a:latin typeface="Lexend Deca"/>
                <a:ea typeface="Lexend Deca"/>
                <a:cs typeface="Lexend Deca"/>
                <a:sym typeface="Lexend Deca"/>
              </a:rPr>
              <a:t>: </a:t>
            </a:r>
            <a:r>
              <a:rPr b="0" i="1" lang="en" sz="2000" u="none" cap="none" strike="noStrike">
                <a:solidFill>
                  <a:schemeClr val="dk1"/>
                </a:solidFill>
                <a:latin typeface="Lexend Deca"/>
                <a:ea typeface="Lexend Deca"/>
                <a:cs typeface="Lexend Deca"/>
                <a:sym typeface="Lexend Deca"/>
              </a:rPr>
              <a:t>It is used to construct the case in a debate. </a:t>
            </a:r>
            <a:endParaRPr b="0" i="1" sz="2000" u="none" cap="none" strike="noStrike">
              <a:solidFill>
                <a:schemeClr val="dk1"/>
              </a:solidFill>
              <a:latin typeface="Lexend Deca"/>
              <a:ea typeface="Lexend Deca"/>
              <a:cs typeface="Lexend Deca"/>
              <a:sym typeface="Lexend Deca"/>
            </a:endParaRPr>
          </a:p>
          <a:p>
            <a:pPr indent="-355600" lvl="0" marL="457200" marR="0" rtl="0" algn="l">
              <a:lnSpc>
                <a:spcPct val="115000"/>
              </a:lnSpc>
              <a:spcBef>
                <a:spcPts val="0"/>
              </a:spcBef>
              <a:spcAft>
                <a:spcPts val="0"/>
              </a:spcAft>
              <a:buClr>
                <a:schemeClr val="dk1"/>
              </a:buClr>
              <a:buSzPts val="2000"/>
              <a:buFont typeface="Lexend Deca"/>
              <a:buAutoNum type="arabicPeriod"/>
            </a:pPr>
            <a:r>
              <a:rPr b="1" i="1" lang="en" sz="2000" u="none" cap="none" strike="noStrike">
                <a:solidFill>
                  <a:schemeClr val="dk1"/>
                </a:solidFill>
                <a:latin typeface="Lexend Deca"/>
                <a:ea typeface="Lexend Deca"/>
                <a:cs typeface="Lexend Deca"/>
                <a:sym typeface="Lexend Deca"/>
              </a:rPr>
              <a:t>Cross-Examination: </a:t>
            </a:r>
            <a:r>
              <a:rPr b="0" i="1" lang="en" sz="2000" u="none" cap="none" strike="noStrike">
                <a:solidFill>
                  <a:schemeClr val="dk1"/>
                </a:solidFill>
                <a:latin typeface="Lexend Deca"/>
                <a:ea typeface="Lexend Deca"/>
                <a:cs typeface="Lexend Deca"/>
                <a:sym typeface="Lexend Deca"/>
              </a:rPr>
              <a:t>Here you clarify your doubts by asking questions. </a:t>
            </a:r>
            <a:endParaRPr b="0" i="1" sz="2000" u="none" cap="none" strike="noStrike">
              <a:solidFill>
                <a:schemeClr val="dk1"/>
              </a:solidFill>
              <a:latin typeface="Lexend Deca"/>
              <a:ea typeface="Lexend Deca"/>
              <a:cs typeface="Lexend Deca"/>
              <a:sym typeface="Lexend Deca"/>
            </a:endParaRPr>
          </a:p>
          <a:p>
            <a:pPr indent="-355600" lvl="0" marL="457200" marR="0" rtl="0" algn="l">
              <a:lnSpc>
                <a:spcPct val="115000"/>
              </a:lnSpc>
              <a:spcBef>
                <a:spcPts val="0"/>
              </a:spcBef>
              <a:spcAft>
                <a:spcPts val="0"/>
              </a:spcAft>
              <a:buClr>
                <a:schemeClr val="dk1"/>
              </a:buClr>
              <a:buSzPts val="2000"/>
              <a:buFont typeface="Lexend Deca"/>
              <a:buAutoNum type="arabicPeriod"/>
            </a:pPr>
            <a:r>
              <a:rPr b="1" i="1" lang="en" sz="2000" u="none" cap="none" strike="noStrike">
                <a:solidFill>
                  <a:schemeClr val="dk1"/>
                </a:solidFill>
                <a:latin typeface="Lexend Deca"/>
                <a:ea typeface="Lexend Deca"/>
                <a:cs typeface="Lexend Deca"/>
                <a:sym typeface="Lexend Deca"/>
              </a:rPr>
              <a:t>Rebuttal Speeches:</a:t>
            </a:r>
            <a:r>
              <a:rPr b="0" i="1" lang="en" sz="2000" u="none" cap="none" strike="noStrike">
                <a:solidFill>
                  <a:schemeClr val="dk1"/>
                </a:solidFill>
                <a:latin typeface="Lexend Deca"/>
                <a:ea typeface="Lexend Deca"/>
                <a:cs typeface="Lexend Deca"/>
                <a:sym typeface="Lexend Deca"/>
              </a:rPr>
              <a:t> When you try to prove your opponent’s argument wrong.  </a:t>
            </a:r>
            <a:endParaRPr b="0" i="1" sz="2000" u="none" cap="none" strike="noStrike">
              <a:solidFill>
                <a:srgbClr val="000000"/>
              </a:solidFill>
              <a:latin typeface="Lexend Deca"/>
              <a:ea typeface="Lexend Deca"/>
              <a:cs typeface="Lexend Deca"/>
              <a:sym typeface="Lexend Deca"/>
            </a:endParaRPr>
          </a:p>
        </p:txBody>
      </p:sp>
      <p:pic>
        <p:nvPicPr>
          <p:cNvPr id="468" name="Google Shape;468;g13b6acb253f_1_373"/>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pic>
        <p:nvPicPr>
          <p:cNvPr id="469" name="Google Shape;469;g13b6acb253f_1_373"/>
          <p:cNvPicPr preferRelativeResize="0"/>
          <p:nvPr/>
        </p:nvPicPr>
        <p:blipFill rotWithShape="1">
          <a:blip r:embed="rId4">
            <a:alphaModFix/>
          </a:blip>
          <a:srcRect b="0" l="0" r="0" t="0"/>
          <a:stretch/>
        </p:blipFill>
        <p:spPr>
          <a:xfrm>
            <a:off x="138128" y="152399"/>
            <a:ext cx="638322" cy="602644"/>
          </a:xfrm>
          <a:prstGeom prst="rect">
            <a:avLst/>
          </a:prstGeom>
          <a:noFill/>
          <a:ln>
            <a:noFill/>
          </a:ln>
        </p:spPr>
      </p:pic>
      <p:sp>
        <p:nvSpPr>
          <p:cNvPr id="470" name="Google Shape;470;g13b6acb253f_1_373"/>
          <p:cNvSpPr txBox="1"/>
          <p:nvPr/>
        </p:nvSpPr>
        <p:spPr>
          <a:xfrm>
            <a:off x="138125" y="755050"/>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400" u="none" cap="none" strike="noStrike">
                <a:solidFill>
                  <a:srgbClr val="202426"/>
                </a:solidFill>
                <a:latin typeface="Raleway Black"/>
                <a:ea typeface="Raleway Black"/>
                <a:cs typeface="Raleway Black"/>
                <a:sym typeface="Raleway Black"/>
              </a:rPr>
              <a:t>1 min</a:t>
            </a:r>
            <a:endParaRPr b="0" i="0" sz="1400" u="none" cap="none" strike="noStrike">
              <a:solidFill>
                <a:srgbClr val="202426"/>
              </a:solidFill>
              <a:latin typeface="Raleway Black"/>
              <a:ea typeface="Raleway Black"/>
              <a:cs typeface="Raleway Black"/>
              <a:sym typeface="Raleway Black"/>
            </a:endParaRPr>
          </a:p>
        </p:txBody>
      </p:sp>
      <p:sp>
        <p:nvSpPr>
          <p:cNvPr id="471" name="Google Shape;471;g13b6acb253f_1_373"/>
          <p:cNvSpPr txBox="1"/>
          <p:nvPr/>
        </p:nvSpPr>
        <p:spPr>
          <a:xfrm>
            <a:off x="1253700" y="126450"/>
            <a:ext cx="6636600" cy="1200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 sz="3300" u="none" cap="none" strike="noStrike">
                <a:solidFill>
                  <a:srgbClr val="000000"/>
                </a:solidFill>
                <a:latin typeface="Sigmar One"/>
                <a:ea typeface="Sigmar One"/>
                <a:cs typeface="Sigmar One"/>
                <a:sym typeface="Sigmar One"/>
              </a:rPr>
              <a:t>Elements of a policy </a:t>
            </a:r>
            <a:endParaRPr b="0" i="0" sz="3300" u="none" cap="none" strike="noStrike">
              <a:solidFill>
                <a:srgbClr val="000000"/>
              </a:solidFill>
              <a:latin typeface="Sigmar One"/>
              <a:ea typeface="Sigmar One"/>
              <a:cs typeface="Sigmar One"/>
              <a:sym typeface="Sigmar One"/>
            </a:endParaRPr>
          </a:p>
          <a:p>
            <a:pPr indent="0" lvl="0" marL="0" marR="0" rtl="0" algn="ctr">
              <a:lnSpc>
                <a:spcPct val="100000"/>
              </a:lnSpc>
              <a:spcBef>
                <a:spcPts val="0"/>
              </a:spcBef>
              <a:spcAft>
                <a:spcPts val="0"/>
              </a:spcAft>
              <a:buClr>
                <a:schemeClr val="dk1"/>
              </a:buClr>
              <a:buSzPts val="1100"/>
              <a:buFont typeface="Arial"/>
              <a:buNone/>
            </a:pPr>
            <a:r>
              <a:rPr b="0" i="0" lang="en" sz="3300" u="none" cap="none" strike="noStrike">
                <a:solidFill>
                  <a:srgbClr val="000000"/>
                </a:solidFill>
                <a:latin typeface="Sigmar One"/>
                <a:ea typeface="Sigmar One"/>
                <a:cs typeface="Sigmar One"/>
                <a:sym typeface="Sigmar One"/>
              </a:rPr>
              <a:t>debate</a:t>
            </a:r>
            <a:endParaRPr b="0" i="0" sz="3300" u="none" cap="none" strike="noStrike">
              <a:solidFill>
                <a:srgbClr val="000000"/>
              </a:solidFill>
              <a:latin typeface="Sigmar One"/>
              <a:ea typeface="Sigmar One"/>
              <a:cs typeface="Sigmar One"/>
              <a:sym typeface="Sigmar One"/>
            </a:endParaRPr>
          </a:p>
        </p:txBody>
      </p:sp>
      <p:grpSp>
        <p:nvGrpSpPr>
          <p:cNvPr id="472" name="Google Shape;472;g13b6acb253f_1_373"/>
          <p:cNvGrpSpPr/>
          <p:nvPr/>
        </p:nvGrpSpPr>
        <p:grpSpPr>
          <a:xfrm>
            <a:off x="-3" y="2920315"/>
            <a:ext cx="2593750" cy="2223189"/>
            <a:chOff x="457290" y="1468666"/>
            <a:chExt cx="4168007" cy="3293125"/>
          </a:xfrm>
        </p:grpSpPr>
        <p:sp>
          <p:nvSpPr>
            <p:cNvPr id="473" name="Google Shape;473;g13b6acb253f_1_373"/>
            <p:cNvSpPr/>
            <p:nvPr/>
          </p:nvSpPr>
          <p:spPr>
            <a:xfrm flipH="1">
              <a:off x="457290" y="1468666"/>
              <a:ext cx="4168007" cy="3273569"/>
            </a:xfrm>
            <a:custGeom>
              <a:rect b="b" l="l" r="r" t="t"/>
              <a:pathLst>
                <a:path extrusionOk="0" h="68381" w="95591">
                  <a:moveTo>
                    <a:pt x="59569" y="0"/>
                  </a:moveTo>
                  <a:cubicBezTo>
                    <a:pt x="57377" y="0"/>
                    <a:pt x="55533" y="304"/>
                    <a:pt x="54362" y="861"/>
                  </a:cubicBezTo>
                  <a:cubicBezTo>
                    <a:pt x="49157" y="3353"/>
                    <a:pt x="43880" y="6402"/>
                    <a:pt x="38123" y="6402"/>
                  </a:cubicBezTo>
                  <a:cubicBezTo>
                    <a:pt x="38031" y="6402"/>
                    <a:pt x="37938" y="6402"/>
                    <a:pt x="37846" y="6400"/>
                  </a:cubicBezTo>
                  <a:cubicBezTo>
                    <a:pt x="34514" y="6324"/>
                    <a:pt x="31168" y="5233"/>
                    <a:pt x="27915" y="5233"/>
                  </a:cubicBezTo>
                  <a:cubicBezTo>
                    <a:pt x="26862" y="5233"/>
                    <a:pt x="25818" y="5348"/>
                    <a:pt x="24788" y="5648"/>
                  </a:cubicBezTo>
                  <a:cubicBezTo>
                    <a:pt x="20377" y="6926"/>
                    <a:pt x="17570" y="11337"/>
                    <a:pt x="16442" y="15774"/>
                  </a:cubicBezTo>
                  <a:cubicBezTo>
                    <a:pt x="15339" y="20210"/>
                    <a:pt x="15515" y="24871"/>
                    <a:pt x="14938" y="29408"/>
                  </a:cubicBezTo>
                  <a:cubicBezTo>
                    <a:pt x="14337" y="33969"/>
                    <a:pt x="12758" y="38706"/>
                    <a:pt x="9074" y="41438"/>
                  </a:cubicBezTo>
                  <a:cubicBezTo>
                    <a:pt x="7344" y="42691"/>
                    <a:pt x="5264" y="43443"/>
                    <a:pt x="3685" y="44871"/>
                  </a:cubicBezTo>
                  <a:cubicBezTo>
                    <a:pt x="552" y="47628"/>
                    <a:pt x="1" y="52465"/>
                    <a:pt x="1254" y="56450"/>
                  </a:cubicBezTo>
                  <a:cubicBezTo>
                    <a:pt x="2507" y="60410"/>
                    <a:pt x="5264" y="63719"/>
                    <a:pt x="8021" y="66852"/>
                  </a:cubicBezTo>
                  <a:lnTo>
                    <a:pt x="82508" y="68380"/>
                  </a:lnTo>
                  <a:cubicBezTo>
                    <a:pt x="87570" y="66325"/>
                    <a:pt x="91856" y="62616"/>
                    <a:pt x="93711" y="57478"/>
                  </a:cubicBezTo>
                  <a:cubicBezTo>
                    <a:pt x="95590" y="52340"/>
                    <a:pt x="95215" y="46425"/>
                    <a:pt x="92658" y="41588"/>
                  </a:cubicBezTo>
                  <a:cubicBezTo>
                    <a:pt x="90854" y="38155"/>
                    <a:pt x="88072" y="35297"/>
                    <a:pt x="86192" y="31889"/>
                  </a:cubicBezTo>
                  <a:cubicBezTo>
                    <a:pt x="83159" y="26350"/>
                    <a:pt x="82758" y="19784"/>
                    <a:pt x="81480" y="13593"/>
                  </a:cubicBezTo>
                  <a:cubicBezTo>
                    <a:pt x="79448" y="3802"/>
                    <a:pt x="67328" y="0"/>
                    <a:pt x="59569" y="0"/>
                  </a:cubicBezTo>
                  <a:close/>
                </a:path>
              </a:pathLst>
            </a:custGeom>
            <a:solidFill>
              <a:srgbClr val="6275EE">
                <a:alpha val="1411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g13b6acb253f_1_373"/>
            <p:cNvSpPr/>
            <p:nvPr/>
          </p:nvSpPr>
          <p:spPr>
            <a:xfrm>
              <a:off x="1575295" y="4546553"/>
              <a:ext cx="1227300" cy="1422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g13b6acb253f_1_373"/>
            <p:cNvSpPr/>
            <p:nvPr/>
          </p:nvSpPr>
          <p:spPr>
            <a:xfrm flipH="1">
              <a:off x="1918458" y="3244281"/>
              <a:ext cx="908285" cy="1358143"/>
            </a:xfrm>
            <a:custGeom>
              <a:rect b="b" l="l" r="r" t="t"/>
              <a:pathLst>
                <a:path extrusionOk="0" h="28370" w="18973">
                  <a:moveTo>
                    <a:pt x="6404" y="1217"/>
                  </a:moveTo>
                  <a:cubicBezTo>
                    <a:pt x="4631" y="1217"/>
                    <a:pt x="4113" y="2019"/>
                    <a:pt x="3283" y="4662"/>
                  </a:cubicBezTo>
                  <a:cubicBezTo>
                    <a:pt x="1930" y="9149"/>
                    <a:pt x="7594" y="19976"/>
                    <a:pt x="7594" y="19976"/>
                  </a:cubicBezTo>
                  <a:cubicBezTo>
                    <a:pt x="8601" y="19914"/>
                    <a:pt x="9579" y="19871"/>
                    <a:pt x="10440" y="19871"/>
                  </a:cubicBezTo>
                  <a:cubicBezTo>
                    <a:pt x="10972" y="19871"/>
                    <a:pt x="11459" y="19887"/>
                    <a:pt x="11880" y="19926"/>
                  </a:cubicBezTo>
                  <a:lnTo>
                    <a:pt x="7619" y="19976"/>
                  </a:lnTo>
                  <a:lnTo>
                    <a:pt x="7594" y="19976"/>
                  </a:lnTo>
                  <a:cubicBezTo>
                    <a:pt x="6817" y="20001"/>
                    <a:pt x="6015" y="20076"/>
                    <a:pt x="5263" y="20126"/>
                  </a:cubicBezTo>
                  <a:cubicBezTo>
                    <a:pt x="4937" y="20201"/>
                    <a:pt x="1253" y="20627"/>
                    <a:pt x="927" y="20677"/>
                  </a:cubicBezTo>
                  <a:cubicBezTo>
                    <a:pt x="576" y="23259"/>
                    <a:pt x="526" y="25615"/>
                    <a:pt x="0" y="28096"/>
                  </a:cubicBezTo>
                  <a:cubicBezTo>
                    <a:pt x="1459" y="28244"/>
                    <a:pt x="3978" y="28370"/>
                    <a:pt x="6596" y="28370"/>
                  </a:cubicBezTo>
                  <a:cubicBezTo>
                    <a:pt x="10186" y="28370"/>
                    <a:pt x="13960" y="28133"/>
                    <a:pt x="15439" y="27394"/>
                  </a:cubicBezTo>
                  <a:cubicBezTo>
                    <a:pt x="16692" y="26793"/>
                    <a:pt x="18973" y="24462"/>
                    <a:pt x="18321" y="21429"/>
                  </a:cubicBezTo>
                  <a:cubicBezTo>
                    <a:pt x="13609" y="1"/>
                    <a:pt x="9424" y="1930"/>
                    <a:pt x="8371" y="1404"/>
                  </a:cubicBezTo>
                  <a:cubicBezTo>
                    <a:pt x="7575" y="1289"/>
                    <a:pt x="6933" y="1217"/>
                    <a:pt x="6404" y="1217"/>
                  </a:cubicBezTo>
                  <a:close/>
                </a:path>
              </a:pathLst>
            </a:custGeom>
            <a:solidFill>
              <a:srgbClr val="FF93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g13b6acb253f_1_373"/>
            <p:cNvSpPr/>
            <p:nvPr/>
          </p:nvSpPr>
          <p:spPr>
            <a:xfrm flipH="1">
              <a:off x="2253181" y="4193359"/>
              <a:ext cx="326443" cy="19245"/>
            </a:xfrm>
            <a:custGeom>
              <a:rect b="b" l="l" r="r" t="t"/>
              <a:pathLst>
                <a:path extrusionOk="0" h="402" w="6819">
                  <a:moveTo>
                    <a:pt x="6718" y="0"/>
                  </a:moveTo>
                  <a:lnTo>
                    <a:pt x="2482" y="75"/>
                  </a:lnTo>
                  <a:cubicBezTo>
                    <a:pt x="2482" y="50"/>
                    <a:pt x="2457" y="50"/>
                    <a:pt x="2432" y="50"/>
                  </a:cubicBezTo>
                  <a:cubicBezTo>
                    <a:pt x="1705" y="101"/>
                    <a:pt x="953" y="151"/>
                    <a:pt x="101" y="201"/>
                  </a:cubicBezTo>
                  <a:cubicBezTo>
                    <a:pt x="51" y="226"/>
                    <a:pt x="1" y="251"/>
                    <a:pt x="1" y="301"/>
                  </a:cubicBezTo>
                  <a:cubicBezTo>
                    <a:pt x="1" y="351"/>
                    <a:pt x="51" y="401"/>
                    <a:pt x="101" y="401"/>
                  </a:cubicBezTo>
                  <a:cubicBezTo>
                    <a:pt x="953" y="326"/>
                    <a:pt x="1705" y="276"/>
                    <a:pt x="2407" y="226"/>
                  </a:cubicBezTo>
                  <a:cubicBezTo>
                    <a:pt x="2407" y="251"/>
                    <a:pt x="2432" y="251"/>
                    <a:pt x="2457" y="251"/>
                  </a:cubicBezTo>
                  <a:lnTo>
                    <a:pt x="6718" y="176"/>
                  </a:lnTo>
                  <a:cubicBezTo>
                    <a:pt x="6768" y="176"/>
                    <a:pt x="6818" y="151"/>
                    <a:pt x="6818" y="101"/>
                  </a:cubicBezTo>
                  <a:cubicBezTo>
                    <a:pt x="6818" y="50"/>
                    <a:pt x="6768" y="0"/>
                    <a:pt x="6718"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g13b6acb253f_1_373"/>
            <p:cNvSpPr/>
            <p:nvPr/>
          </p:nvSpPr>
          <p:spPr>
            <a:xfrm flipH="1">
              <a:off x="2679152" y="3907798"/>
              <a:ext cx="217198" cy="473986"/>
            </a:xfrm>
            <a:custGeom>
              <a:rect b="b" l="l" r="r" t="t"/>
              <a:pathLst>
                <a:path extrusionOk="0" h="9901" w="4537">
                  <a:moveTo>
                    <a:pt x="4537" y="0"/>
                  </a:moveTo>
                  <a:lnTo>
                    <a:pt x="1153" y="101"/>
                  </a:lnTo>
                  <a:lnTo>
                    <a:pt x="0" y="7820"/>
                  </a:lnTo>
                  <a:lnTo>
                    <a:pt x="3133" y="9900"/>
                  </a:lnTo>
                  <a:lnTo>
                    <a:pt x="4537" y="0"/>
                  </a:lnTo>
                  <a:close/>
                </a:path>
              </a:pathLst>
            </a:custGeom>
            <a:solidFill>
              <a:srgbClr val="FF93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g13b6acb253f_1_373"/>
            <p:cNvSpPr/>
            <p:nvPr/>
          </p:nvSpPr>
          <p:spPr>
            <a:xfrm flipH="1">
              <a:off x="2757139" y="4234721"/>
              <a:ext cx="557954" cy="473028"/>
            </a:xfrm>
            <a:custGeom>
              <a:rect b="b" l="l" r="r" t="t"/>
              <a:pathLst>
                <a:path extrusionOk="0" h="9881" w="11655">
                  <a:moveTo>
                    <a:pt x="10886" y="1"/>
                  </a:moveTo>
                  <a:cubicBezTo>
                    <a:pt x="9235" y="1"/>
                    <a:pt x="5335" y="151"/>
                    <a:pt x="3334" y="1492"/>
                  </a:cubicBezTo>
                  <a:cubicBezTo>
                    <a:pt x="3309" y="1517"/>
                    <a:pt x="3259" y="1517"/>
                    <a:pt x="3234" y="1542"/>
                  </a:cubicBezTo>
                  <a:lnTo>
                    <a:pt x="727" y="2770"/>
                  </a:lnTo>
                  <a:cubicBezTo>
                    <a:pt x="301" y="2996"/>
                    <a:pt x="126" y="3522"/>
                    <a:pt x="326" y="3948"/>
                  </a:cubicBezTo>
                  <a:lnTo>
                    <a:pt x="427" y="4099"/>
                  </a:lnTo>
                  <a:cubicBezTo>
                    <a:pt x="571" y="4406"/>
                    <a:pt x="884" y="4582"/>
                    <a:pt x="1208" y="4582"/>
                  </a:cubicBezTo>
                  <a:cubicBezTo>
                    <a:pt x="1333" y="4582"/>
                    <a:pt x="1460" y="4556"/>
                    <a:pt x="1579" y="4500"/>
                  </a:cubicBezTo>
                  <a:lnTo>
                    <a:pt x="3008" y="3798"/>
                  </a:lnTo>
                  <a:lnTo>
                    <a:pt x="627" y="5252"/>
                  </a:lnTo>
                  <a:cubicBezTo>
                    <a:pt x="151" y="5527"/>
                    <a:pt x="0" y="6129"/>
                    <a:pt x="301" y="6580"/>
                  </a:cubicBezTo>
                  <a:lnTo>
                    <a:pt x="401" y="6780"/>
                  </a:lnTo>
                  <a:cubicBezTo>
                    <a:pt x="583" y="7078"/>
                    <a:pt x="907" y="7245"/>
                    <a:pt x="1235" y="7245"/>
                  </a:cubicBezTo>
                  <a:cubicBezTo>
                    <a:pt x="1405" y="7245"/>
                    <a:pt x="1576" y="7200"/>
                    <a:pt x="1730" y="7106"/>
                  </a:cubicBezTo>
                  <a:lnTo>
                    <a:pt x="4086" y="5678"/>
                  </a:lnTo>
                  <a:lnTo>
                    <a:pt x="4086" y="5703"/>
                  </a:lnTo>
                  <a:lnTo>
                    <a:pt x="2106" y="7156"/>
                  </a:lnTo>
                  <a:cubicBezTo>
                    <a:pt x="1655" y="7457"/>
                    <a:pt x="1554" y="8084"/>
                    <a:pt x="1880" y="8510"/>
                  </a:cubicBezTo>
                  <a:lnTo>
                    <a:pt x="2005" y="8685"/>
                  </a:lnTo>
                  <a:cubicBezTo>
                    <a:pt x="2189" y="8945"/>
                    <a:pt x="2494" y="9084"/>
                    <a:pt x="2801" y="9084"/>
                  </a:cubicBezTo>
                  <a:cubicBezTo>
                    <a:pt x="2997" y="9084"/>
                    <a:pt x="3193" y="9028"/>
                    <a:pt x="3359" y="8911"/>
                  </a:cubicBezTo>
                  <a:lnTo>
                    <a:pt x="5214" y="7557"/>
                  </a:lnTo>
                  <a:lnTo>
                    <a:pt x="5214" y="7557"/>
                  </a:lnTo>
                  <a:lnTo>
                    <a:pt x="4036" y="8635"/>
                  </a:lnTo>
                  <a:cubicBezTo>
                    <a:pt x="3660" y="8961"/>
                    <a:pt x="3484" y="9086"/>
                    <a:pt x="3810" y="9437"/>
                  </a:cubicBezTo>
                  <a:lnTo>
                    <a:pt x="3935" y="9587"/>
                  </a:lnTo>
                  <a:cubicBezTo>
                    <a:pt x="4113" y="9779"/>
                    <a:pt x="4366" y="9881"/>
                    <a:pt x="4616" y="9881"/>
                  </a:cubicBezTo>
                  <a:cubicBezTo>
                    <a:pt x="4823" y="9881"/>
                    <a:pt x="5029" y="9811"/>
                    <a:pt x="5188" y="9663"/>
                  </a:cubicBezTo>
                  <a:lnTo>
                    <a:pt x="7419" y="8234"/>
                  </a:lnTo>
                  <a:cubicBezTo>
                    <a:pt x="7594" y="8184"/>
                    <a:pt x="10477" y="7808"/>
                    <a:pt x="11504" y="6304"/>
                  </a:cubicBezTo>
                  <a:lnTo>
                    <a:pt x="11655" y="13"/>
                  </a:lnTo>
                  <a:cubicBezTo>
                    <a:pt x="11655" y="13"/>
                    <a:pt x="11365" y="1"/>
                    <a:pt x="10886" y="1"/>
                  </a:cubicBezTo>
                  <a:close/>
                </a:path>
              </a:pathLst>
            </a:custGeom>
            <a:solidFill>
              <a:srgbClr val="FF93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g13b6acb253f_1_373"/>
            <p:cNvSpPr/>
            <p:nvPr/>
          </p:nvSpPr>
          <p:spPr>
            <a:xfrm flipH="1">
              <a:off x="992174" y="1685928"/>
              <a:ext cx="2066177" cy="2304439"/>
            </a:xfrm>
            <a:custGeom>
              <a:rect b="b" l="l" r="r" t="t"/>
              <a:pathLst>
                <a:path extrusionOk="0" h="48137" w="43160">
                  <a:moveTo>
                    <a:pt x="19990" y="1"/>
                  </a:moveTo>
                  <a:cubicBezTo>
                    <a:pt x="18754" y="1"/>
                    <a:pt x="17508" y="280"/>
                    <a:pt x="16066" y="773"/>
                  </a:cubicBezTo>
                  <a:lnTo>
                    <a:pt x="14938" y="798"/>
                  </a:lnTo>
                  <a:cubicBezTo>
                    <a:pt x="14529" y="753"/>
                    <a:pt x="14120" y="730"/>
                    <a:pt x="13712" y="730"/>
                  </a:cubicBezTo>
                  <a:cubicBezTo>
                    <a:pt x="10292" y="730"/>
                    <a:pt x="6957" y="2299"/>
                    <a:pt x="4763" y="5009"/>
                  </a:cubicBezTo>
                  <a:cubicBezTo>
                    <a:pt x="2307" y="8016"/>
                    <a:pt x="1354" y="12377"/>
                    <a:pt x="2231" y="16437"/>
                  </a:cubicBezTo>
                  <a:cubicBezTo>
                    <a:pt x="2708" y="18643"/>
                    <a:pt x="3710" y="20923"/>
                    <a:pt x="3234" y="23079"/>
                  </a:cubicBezTo>
                  <a:cubicBezTo>
                    <a:pt x="2758" y="25209"/>
                    <a:pt x="1129" y="26162"/>
                    <a:pt x="1104" y="28392"/>
                  </a:cubicBezTo>
                  <a:cubicBezTo>
                    <a:pt x="1079" y="30297"/>
                    <a:pt x="2031" y="31475"/>
                    <a:pt x="2257" y="33380"/>
                  </a:cubicBezTo>
                  <a:cubicBezTo>
                    <a:pt x="2482" y="35435"/>
                    <a:pt x="1455" y="37264"/>
                    <a:pt x="753" y="39119"/>
                  </a:cubicBezTo>
                  <a:cubicBezTo>
                    <a:pt x="51" y="40949"/>
                    <a:pt x="1" y="43806"/>
                    <a:pt x="1079" y="46863"/>
                  </a:cubicBezTo>
                  <a:cubicBezTo>
                    <a:pt x="1367" y="47640"/>
                    <a:pt x="2795" y="47835"/>
                    <a:pt x="4152" y="47835"/>
                  </a:cubicBezTo>
                  <a:cubicBezTo>
                    <a:pt x="5508" y="47835"/>
                    <a:pt x="6793" y="47640"/>
                    <a:pt x="6793" y="47640"/>
                  </a:cubicBezTo>
                  <a:lnTo>
                    <a:pt x="7445" y="43605"/>
                  </a:lnTo>
                  <a:lnTo>
                    <a:pt x="8196" y="47390"/>
                  </a:lnTo>
                  <a:cubicBezTo>
                    <a:pt x="8196" y="47390"/>
                    <a:pt x="9614" y="48137"/>
                    <a:pt x="13275" y="48137"/>
                  </a:cubicBezTo>
                  <a:cubicBezTo>
                    <a:pt x="15185" y="48137"/>
                    <a:pt x="17705" y="47933"/>
                    <a:pt x="20953" y="47315"/>
                  </a:cubicBezTo>
                  <a:cubicBezTo>
                    <a:pt x="30452" y="45535"/>
                    <a:pt x="36467" y="43756"/>
                    <a:pt x="36467" y="43756"/>
                  </a:cubicBezTo>
                  <a:lnTo>
                    <a:pt x="36091" y="38919"/>
                  </a:lnTo>
                  <a:lnTo>
                    <a:pt x="37695" y="43054"/>
                  </a:lnTo>
                  <a:cubicBezTo>
                    <a:pt x="39425" y="42703"/>
                    <a:pt x="41931" y="41450"/>
                    <a:pt x="41931" y="41450"/>
                  </a:cubicBezTo>
                  <a:cubicBezTo>
                    <a:pt x="43009" y="40548"/>
                    <a:pt x="43159" y="38768"/>
                    <a:pt x="42658" y="37340"/>
                  </a:cubicBezTo>
                  <a:cubicBezTo>
                    <a:pt x="42157" y="35911"/>
                    <a:pt x="41129" y="34708"/>
                    <a:pt x="40151" y="33580"/>
                  </a:cubicBezTo>
                  <a:cubicBezTo>
                    <a:pt x="39149" y="32452"/>
                    <a:pt x="38121" y="31299"/>
                    <a:pt x="37595" y="29871"/>
                  </a:cubicBezTo>
                  <a:cubicBezTo>
                    <a:pt x="36217" y="26086"/>
                    <a:pt x="38648" y="21776"/>
                    <a:pt x="37069" y="18091"/>
                  </a:cubicBezTo>
                  <a:cubicBezTo>
                    <a:pt x="36242" y="16237"/>
                    <a:pt x="34562" y="14959"/>
                    <a:pt x="33460" y="13279"/>
                  </a:cubicBezTo>
                  <a:cubicBezTo>
                    <a:pt x="32457" y="11725"/>
                    <a:pt x="31981" y="9896"/>
                    <a:pt x="31204" y="8217"/>
                  </a:cubicBezTo>
                  <a:cubicBezTo>
                    <a:pt x="29750" y="5084"/>
                    <a:pt x="27219" y="2477"/>
                    <a:pt x="24212" y="1074"/>
                  </a:cubicBezTo>
                  <a:cubicBezTo>
                    <a:pt x="22659" y="330"/>
                    <a:pt x="21331" y="1"/>
                    <a:pt x="1999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g13b6acb253f_1_373"/>
            <p:cNvSpPr/>
            <p:nvPr/>
          </p:nvSpPr>
          <p:spPr>
            <a:xfrm flipH="1">
              <a:off x="2214550" y="3270564"/>
              <a:ext cx="738194" cy="802726"/>
            </a:xfrm>
            <a:custGeom>
              <a:rect b="b" l="l" r="r" t="t"/>
              <a:pathLst>
                <a:path extrusionOk="0" h="16768" w="15420">
                  <a:moveTo>
                    <a:pt x="8828" y="1"/>
                  </a:moveTo>
                  <a:cubicBezTo>
                    <a:pt x="8768" y="1"/>
                    <a:pt x="8708" y="2"/>
                    <a:pt x="8647" y="3"/>
                  </a:cubicBezTo>
                  <a:cubicBezTo>
                    <a:pt x="777" y="178"/>
                    <a:pt x="0" y="13762"/>
                    <a:pt x="0" y="13762"/>
                  </a:cubicBezTo>
                  <a:cubicBezTo>
                    <a:pt x="4646" y="16375"/>
                    <a:pt x="8974" y="16767"/>
                    <a:pt x="11155" y="16767"/>
                  </a:cubicBezTo>
                  <a:cubicBezTo>
                    <a:pt x="12091" y="16767"/>
                    <a:pt x="12632" y="16695"/>
                    <a:pt x="12632" y="16695"/>
                  </a:cubicBezTo>
                  <a:lnTo>
                    <a:pt x="12983" y="8173"/>
                  </a:lnTo>
                  <a:cubicBezTo>
                    <a:pt x="12983" y="8173"/>
                    <a:pt x="15420" y="1"/>
                    <a:pt x="882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g13b6acb253f_1_373"/>
            <p:cNvSpPr/>
            <p:nvPr/>
          </p:nvSpPr>
          <p:spPr>
            <a:xfrm flipH="1">
              <a:off x="1524899" y="3280904"/>
              <a:ext cx="1334254" cy="1407212"/>
            </a:xfrm>
            <a:custGeom>
              <a:rect b="b" l="l" r="r" t="t"/>
              <a:pathLst>
                <a:path extrusionOk="0" h="29395" w="27871">
                  <a:moveTo>
                    <a:pt x="9602" y="0"/>
                  </a:moveTo>
                  <a:cubicBezTo>
                    <a:pt x="8949" y="0"/>
                    <a:pt x="8271" y="4"/>
                    <a:pt x="7569" y="13"/>
                  </a:cubicBezTo>
                  <a:cubicBezTo>
                    <a:pt x="7569" y="13"/>
                    <a:pt x="5514" y="2820"/>
                    <a:pt x="4411" y="6153"/>
                  </a:cubicBezTo>
                  <a:cubicBezTo>
                    <a:pt x="3860" y="7807"/>
                    <a:pt x="2933" y="9511"/>
                    <a:pt x="1404" y="10990"/>
                  </a:cubicBezTo>
                  <a:cubicBezTo>
                    <a:pt x="1404" y="10990"/>
                    <a:pt x="1329" y="11667"/>
                    <a:pt x="1203" y="12694"/>
                  </a:cubicBezTo>
                  <a:cubicBezTo>
                    <a:pt x="1003" y="14574"/>
                    <a:pt x="627" y="17657"/>
                    <a:pt x="351" y="20389"/>
                  </a:cubicBezTo>
                  <a:cubicBezTo>
                    <a:pt x="50" y="23146"/>
                    <a:pt x="0" y="27532"/>
                    <a:pt x="25" y="27857"/>
                  </a:cubicBezTo>
                  <a:cubicBezTo>
                    <a:pt x="25" y="27857"/>
                    <a:pt x="7003" y="29395"/>
                    <a:pt x="18876" y="29395"/>
                  </a:cubicBezTo>
                  <a:cubicBezTo>
                    <a:pt x="21621" y="29395"/>
                    <a:pt x="24628" y="29313"/>
                    <a:pt x="27870" y="29110"/>
                  </a:cubicBezTo>
                  <a:lnTo>
                    <a:pt x="26893" y="22795"/>
                  </a:lnTo>
                  <a:lnTo>
                    <a:pt x="26241" y="15176"/>
                  </a:lnTo>
                  <a:lnTo>
                    <a:pt x="26241" y="15075"/>
                  </a:lnTo>
                  <a:cubicBezTo>
                    <a:pt x="26241" y="15075"/>
                    <a:pt x="23835" y="12093"/>
                    <a:pt x="22281" y="8133"/>
                  </a:cubicBezTo>
                  <a:cubicBezTo>
                    <a:pt x="22131" y="7732"/>
                    <a:pt x="21980" y="7331"/>
                    <a:pt x="21855" y="6905"/>
                  </a:cubicBezTo>
                  <a:cubicBezTo>
                    <a:pt x="20777" y="3446"/>
                    <a:pt x="20953" y="464"/>
                    <a:pt x="20953" y="464"/>
                  </a:cubicBezTo>
                  <a:cubicBezTo>
                    <a:pt x="20953" y="464"/>
                    <a:pt x="16783" y="0"/>
                    <a:pt x="960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g13b6acb253f_1_373"/>
            <p:cNvSpPr/>
            <p:nvPr/>
          </p:nvSpPr>
          <p:spPr>
            <a:xfrm flipH="1">
              <a:off x="1994047" y="3039099"/>
              <a:ext cx="489592" cy="322661"/>
            </a:xfrm>
            <a:custGeom>
              <a:rect b="b" l="l" r="r" t="t"/>
              <a:pathLst>
                <a:path extrusionOk="0" h="6740" w="10227">
                  <a:moveTo>
                    <a:pt x="4111" y="1"/>
                  </a:moveTo>
                  <a:lnTo>
                    <a:pt x="1" y="76"/>
                  </a:lnTo>
                  <a:lnTo>
                    <a:pt x="728" y="3184"/>
                  </a:lnTo>
                  <a:lnTo>
                    <a:pt x="1229" y="5590"/>
                  </a:lnTo>
                  <a:cubicBezTo>
                    <a:pt x="2851" y="6322"/>
                    <a:pt x="4328" y="6739"/>
                    <a:pt x="5836" y="6739"/>
                  </a:cubicBezTo>
                  <a:cubicBezTo>
                    <a:pt x="6495" y="6739"/>
                    <a:pt x="7160" y="6660"/>
                    <a:pt x="7846" y="6492"/>
                  </a:cubicBezTo>
                  <a:cubicBezTo>
                    <a:pt x="8623" y="6292"/>
                    <a:pt x="9801" y="5665"/>
                    <a:pt x="10227" y="5465"/>
                  </a:cubicBezTo>
                  <a:lnTo>
                    <a:pt x="9775" y="2958"/>
                  </a:lnTo>
                  <a:lnTo>
                    <a:pt x="9725" y="2056"/>
                  </a:lnTo>
                  <a:cubicBezTo>
                    <a:pt x="9409" y="2080"/>
                    <a:pt x="9095" y="2091"/>
                    <a:pt x="8785" y="2091"/>
                  </a:cubicBezTo>
                  <a:cubicBezTo>
                    <a:pt x="5168" y="2091"/>
                    <a:pt x="2106" y="602"/>
                    <a:pt x="2106" y="602"/>
                  </a:cubicBezTo>
                  <a:lnTo>
                    <a:pt x="4111" y="1"/>
                  </a:lnTo>
                  <a:close/>
                </a:path>
              </a:pathLst>
            </a:custGeom>
            <a:solidFill>
              <a:srgbClr val="FF93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g13b6acb253f_1_373"/>
            <p:cNvSpPr/>
            <p:nvPr/>
          </p:nvSpPr>
          <p:spPr>
            <a:xfrm flipH="1">
              <a:off x="2015637" y="3034312"/>
              <a:ext cx="360001" cy="142325"/>
            </a:xfrm>
            <a:custGeom>
              <a:rect b="b" l="l" r="r" t="t"/>
              <a:pathLst>
                <a:path extrusionOk="0" h="2973" w="7520">
                  <a:moveTo>
                    <a:pt x="7319" y="1"/>
                  </a:moveTo>
                  <a:lnTo>
                    <a:pt x="1855" y="101"/>
                  </a:lnTo>
                  <a:lnTo>
                    <a:pt x="1" y="1705"/>
                  </a:lnTo>
                  <a:cubicBezTo>
                    <a:pt x="1" y="1705"/>
                    <a:pt x="2909" y="2972"/>
                    <a:pt x="6456" y="2972"/>
                  </a:cubicBezTo>
                  <a:cubicBezTo>
                    <a:pt x="6805" y="2972"/>
                    <a:pt x="7160" y="2960"/>
                    <a:pt x="7519" y="2933"/>
                  </a:cubicBezTo>
                  <a:lnTo>
                    <a:pt x="731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g13b6acb253f_1_373"/>
            <p:cNvSpPr/>
            <p:nvPr/>
          </p:nvSpPr>
          <p:spPr>
            <a:xfrm flipH="1">
              <a:off x="1636490" y="1886658"/>
              <a:ext cx="1315058" cy="1237121"/>
            </a:xfrm>
            <a:custGeom>
              <a:rect b="b" l="l" r="r" t="t"/>
              <a:pathLst>
                <a:path extrusionOk="0" h="25842" w="27470">
                  <a:moveTo>
                    <a:pt x="13580" y="0"/>
                  </a:moveTo>
                  <a:cubicBezTo>
                    <a:pt x="12746" y="0"/>
                    <a:pt x="11901" y="86"/>
                    <a:pt x="11053" y="264"/>
                  </a:cubicBezTo>
                  <a:cubicBezTo>
                    <a:pt x="4286" y="1693"/>
                    <a:pt x="0" y="8510"/>
                    <a:pt x="1479" y="15502"/>
                  </a:cubicBezTo>
                  <a:cubicBezTo>
                    <a:pt x="2751" y="21622"/>
                    <a:pt x="8036" y="25842"/>
                    <a:pt x="13872" y="25842"/>
                  </a:cubicBezTo>
                  <a:cubicBezTo>
                    <a:pt x="14704" y="25842"/>
                    <a:pt x="15547" y="25756"/>
                    <a:pt x="16392" y="25578"/>
                  </a:cubicBezTo>
                  <a:cubicBezTo>
                    <a:pt x="23184" y="24149"/>
                    <a:pt x="27469" y="17332"/>
                    <a:pt x="25991" y="10339"/>
                  </a:cubicBezTo>
                  <a:cubicBezTo>
                    <a:pt x="24696" y="4220"/>
                    <a:pt x="19428" y="0"/>
                    <a:pt x="13580" y="0"/>
                  </a:cubicBezTo>
                  <a:close/>
                </a:path>
              </a:pathLst>
            </a:custGeom>
            <a:solidFill>
              <a:srgbClr val="FF93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g13b6acb253f_1_373"/>
            <p:cNvSpPr/>
            <p:nvPr/>
          </p:nvSpPr>
          <p:spPr>
            <a:xfrm flipH="1">
              <a:off x="1575308" y="1836727"/>
              <a:ext cx="1346223" cy="697311"/>
            </a:xfrm>
            <a:custGeom>
              <a:rect b="b" l="l" r="r" t="t"/>
              <a:pathLst>
                <a:path extrusionOk="0" h="14566" w="28121">
                  <a:moveTo>
                    <a:pt x="13621" y="1"/>
                  </a:moveTo>
                  <a:cubicBezTo>
                    <a:pt x="12726" y="1"/>
                    <a:pt x="11780" y="65"/>
                    <a:pt x="10777" y="204"/>
                  </a:cubicBezTo>
                  <a:cubicBezTo>
                    <a:pt x="702" y="1608"/>
                    <a:pt x="0" y="14565"/>
                    <a:pt x="0" y="14565"/>
                  </a:cubicBezTo>
                  <a:cubicBezTo>
                    <a:pt x="5514" y="14039"/>
                    <a:pt x="11604" y="7172"/>
                    <a:pt x="11604" y="7172"/>
                  </a:cubicBezTo>
                  <a:cubicBezTo>
                    <a:pt x="17260" y="12412"/>
                    <a:pt x="22445" y="13054"/>
                    <a:pt x="24648" y="13054"/>
                  </a:cubicBezTo>
                  <a:cubicBezTo>
                    <a:pt x="25364" y="13054"/>
                    <a:pt x="25765" y="12986"/>
                    <a:pt x="25765" y="12986"/>
                  </a:cubicBezTo>
                  <a:lnTo>
                    <a:pt x="28121" y="11658"/>
                  </a:lnTo>
                  <a:cubicBezTo>
                    <a:pt x="28121" y="11658"/>
                    <a:pt x="25624" y="1"/>
                    <a:pt x="1362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g13b6acb253f_1_373"/>
            <p:cNvSpPr/>
            <p:nvPr/>
          </p:nvSpPr>
          <p:spPr>
            <a:xfrm flipH="1">
              <a:off x="1533319" y="2449929"/>
              <a:ext cx="363592" cy="417496"/>
            </a:xfrm>
            <a:custGeom>
              <a:rect b="b" l="l" r="r" t="t"/>
              <a:pathLst>
                <a:path extrusionOk="0" h="8721" w="7595">
                  <a:moveTo>
                    <a:pt x="2753" y="1"/>
                  </a:moveTo>
                  <a:cubicBezTo>
                    <a:pt x="2349" y="1"/>
                    <a:pt x="1937" y="58"/>
                    <a:pt x="1530" y="177"/>
                  </a:cubicBezTo>
                  <a:cubicBezTo>
                    <a:pt x="953" y="353"/>
                    <a:pt x="427" y="629"/>
                    <a:pt x="1" y="979"/>
                  </a:cubicBezTo>
                  <a:lnTo>
                    <a:pt x="452" y="8072"/>
                  </a:lnTo>
                  <a:cubicBezTo>
                    <a:pt x="1123" y="8492"/>
                    <a:pt x="1917" y="8720"/>
                    <a:pt x="2738" y="8720"/>
                  </a:cubicBezTo>
                  <a:cubicBezTo>
                    <a:pt x="3143" y="8720"/>
                    <a:pt x="3555" y="8664"/>
                    <a:pt x="3961" y="8548"/>
                  </a:cubicBezTo>
                  <a:cubicBezTo>
                    <a:pt x="6266" y="7872"/>
                    <a:pt x="7595" y="5466"/>
                    <a:pt x="6918" y="3135"/>
                  </a:cubicBezTo>
                  <a:cubicBezTo>
                    <a:pt x="6382" y="1237"/>
                    <a:pt x="4639" y="1"/>
                    <a:pt x="2753" y="1"/>
                  </a:cubicBezTo>
                  <a:close/>
                </a:path>
              </a:pathLst>
            </a:custGeom>
            <a:solidFill>
              <a:srgbClr val="FF93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g13b6acb253f_1_373"/>
            <p:cNvSpPr/>
            <p:nvPr/>
          </p:nvSpPr>
          <p:spPr>
            <a:xfrm flipH="1">
              <a:off x="1695271" y="2555249"/>
              <a:ext cx="134426" cy="224761"/>
            </a:xfrm>
            <a:custGeom>
              <a:rect b="b" l="l" r="r" t="t"/>
              <a:pathLst>
                <a:path extrusionOk="0" h="4695" w="2808">
                  <a:moveTo>
                    <a:pt x="2732" y="1"/>
                  </a:moveTo>
                  <a:cubicBezTo>
                    <a:pt x="2725" y="1"/>
                    <a:pt x="2716" y="3"/>
                    <a:pt x="2707" y="8"/>
                  </a:cubicBezTo>
                  <a:cubicBezTo>
                    <a:pt x="2657" y="8"/>
                    <a:pt x="1479" y="158"/>
                    <a:pt x="727" y="1211"/>
                  </a:cubicBezTo>
                  <a:cubicBezTo>
                    <a:pt x="151" y="2063"/>
                    <a:pt x="0" y="3191"/>
                    <a:pt x="326" y="4619"/>
                  </a:cubicBezTo>
                  <a:cubicBezTo>
                    <a:pt x="326" y="4644"/>
                    <a:pt x="376" y="4694"/>
                    <a:pt x="401" y="4694"/>
                  </a:cubicBezTo>
                  <a:cubicBezTo>
                    <a:pt x="401" y="4694"/>
                    <a:pt x="426" y="4694"/>
                    <a:pt x="426" y="4669"/>
                  </a:cubicBezTo>
                  <a:cubicBezTo>
                    <a:pt x="476" y="4669"/>
                    <a:pt x="501" y="4619"/>
                    <a:pt x="501" y="4569"/>
                  </a:cubicBezTo>
                  <a:cubicBezTo>
                    <a:pt x="201" y="3216"/>
                    <a:pt x="326" y="2113"/>
                    <a:pt x="877" y="1311"/>
                  </a:cubicBezTo>
                  <a:cubicBezTo>
                    <a:pt x="1579" y="333"/>
                    <a:pt x="2707" y="183"/>
                    <a:pt x="2732" y="183"/>
                  </a:cubicBezTo>
                  <a:cubicBezTo>
                    <a:pt x="2782" y="158"/>
                    <a:pt x="2807" y="133"/>
                    <a:pt x="2807" y="83"/>
                  </a:cubicBezTo>
                  <a:cubicBezTo>
                    <a:pt x="2787" y="42"/>
                    <a:pt x="2766" y="1"/>
                    <a:pt x="273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g13b6acb253f_1_373"/>
            <p:cNvSpPr/>
            <p:nvPr/>
          </p:nvSpPr>
          <p:spPr>
            <a:xfrm flipH="1">
              <a:off x="1710878" y="2650324"/>
              <a:ext cx="109245" cy="80474"/>
            </a:xfrm>
            <a:custGeom>
              <a:rect b="b" l="l" r="r" t="t"/>
              <a:pathLst>
                <a:path extrusionOk="0" h="1681" w="2282">
                  <a:moveTo>
                    <a:pt x="2275" y="0"/>
                  </a:moveTo>
                  <a:cubicBezTo>
                    <a:pt x="2114" y="0"/>
                    <a:pt x="25" y="1531"/>
                    <a:pt x="1" y="1555"/>
                  </a:cubicBezTo>
                  <a:cubicBezTo>
                    <a:pt x="1" y="1606"/>
                    <a:pt x="1" y="1656"/>
                    <a:pt x="51" y="1681"/>
                  </a:cubicBezTo>
                  <a:lnTo>
                    <a:pt x="101" y="1681"/>
                  </a:lnTo>
                  <a:cubicBezTo>
                    <a:pt x="126" y="1681"/>
                    <a:pt x="151" y="1681"/>
                    <a:pt x="151" y="1656"/>
                  </a:cubicBezTo>
                  <a:cubicBezTo>
                    <a:pt x="276" y="1555"/>
                    <a:pt x="2206" y="227"/>
                    <a:pt x="2281" y="177"/>
                  </a:cubicBezTo>
                  <a:lnTo>
                    <a:pt x="2256" y="102"/>
                  </a:lnTo>
                  <a:lnTo>
                    <a:pt x="2281" y="2"/>
                  </a:lnTo>
                  <a:cubicBezTo>
                    <a:pt x="2280" y="1"/>
                    <a:pt x="2278" y="0"/>
                    <a:pt x="22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g13b6acb253f_1_373"/>
            <p:cNvSpPr/>
            <p:nvPr/>
          </p:nvSpPr>
          <p:spPr>
            <a:xfrm flipH="1">
              <a:off x="2359985" y="2452418"/>
              <a:ext cx="120016" cy="317969"/>
            </a:xfrm>
            <a:custGeom>
              <a:rect b="b" l="l" r="r" t="t"/>
              <a:pathLst>
                <a:path extrusionOk="0" h="6642" w="2507">
                  <a:moveTo>
                    <a:pt x="2231" y="0"/>
                  </a:moveTo>
                  <a:cubicBezTo>
                    <a:pt x="2181" y="0"/>
                    <a:pt x="2156" y="50"/>
                    <a:pt x="2156" y="100"/>
                  </a:cubicBezTo>
                  <a:cubicBezTo>
                    <a:pt x="2156" y="125"/>
                    <a:pt x="2281" y="3158"/>
                    <a:pt x="2306" y="4060"/>
                  </a:cubicBezTo>
                  <a:cubicBezTo>
                    <a:pt x="2306" y="4110"/>
                    <a:pt x="2306" y="4161"/>
                    <a:pt x="2281" y="4186"/>
                  </a:cubicBezTo>
                  <a:cubicBezTo>
                    <a:pt x="2231" y="4236"/>
                    <a:pt x="2206" y="4236"/>
                    <a:pt x="2156" y="4261"/>
                  </a:cubicBezTo>
                  <a:lnTo>
                    <a:pt x="251" y="4311"/>
                  </a:lnTo>
                  <a:cubicBezTo>
                    <a:pt x="176" y="4311"/>
                    <a:pt x="100" y="4361"/>
                    <a:pt x="50" y="4436"/>
                  </a:cubicBezTo>
                  <a:cubicBezTo>
                    <a:pt x="0" y="4537"/>
                    <a:pt x="25" y="4612"/>
                    <a:pt x="50" y="4687"/>
                  </a:cubicBezTo>
                  <a:lnTo>
                    <a:pt x="1303" y="6592"/>
                  </a:lnTo>
                  <a:cubicBezTo>
                    <a:pt x="1303" y="6617"/>
                    <a:pt x="1354" y="6642"/>
                    <a:pt x="1379" y="6642"/>
                  </a:cubicBezTo>
                  <a:cubicBezTo>
                    <a:pt x="1379" y="6642"/>
                    <a:pt x="1404" y="6642"/>
                    <a:pt x="1429" y="6617"/>
                  </a:cubicBezTo>
                  <a:cubicBezTo>
                    <a:pt x="1454" y="6592"/>
                    <a:pt x="1479" y="6542"/>
                    <a:pt x="1454" y="6491"/>
                  </a:cubicBezTo>
                  <a:lnTo>
                    <a:pt x="226" y="4587"/>
                  </a:lnTo>
                  <a:cubicBezTo>
                    <a:pt x="201" y="4562"/>
                    <a:pt x="201" y="4537"/>
                    <a:pt x="201" y="4537"/>
                  </a:cubicBezTo>
                  <a:cubicBezTo>
                    <a:pt x="226" y="4511"/>
                    <a:pt x="226" y="4486"/>
                    <a:pt x="276" y="4486"/>
                  </a:cubicBezTo>
                  <a:lnTo>
                    <a:pt x="2156" y="4436"/>
                  </a:lnTo>
                  <a:cubicBezTo>
                    <a:pt x="2256" y="4436"/>
                    <a:pt x="2331" y="4386"/>
                    <a:pt x="2406" y="4311"/>
                  </a:cubicBezTo>
                  <a:cubicBezTo>
                    <a:pt x="2456" y="4236"/>
                    <a:pt x="2506" y="4161"/>
                    <a:pt x="2481" y="4060"/>
                  </a:cubicBezTo>
                  <a:cubicBezTo>
                    <a:pt x="2456" y="3158"/>
                    <a:pt x="2331" y="125"/>
                    <a:pt x="2331" y="75"/>
                  </a:cubicBezTo>
                  <a:cubicBezTo>
                    <a:pt x="2331" y="50"/>
                    <a:pt x="2281" y="0"/>
                    <a:pt x="223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g13b6acb253f_1_373"/>
            <p:cNvSpPr/>
            <p:nvPr/>
          </p:nvSpPr>
          <p:spPr>
            <a:xfrm flipH="1">
              <a:off x="2116408" y="2634766"/>
              <a:ext cx="67261" cy="90096"/>
            </a:xfrm>
            <a:custGeom>
              <a:rect b="b" l="l" r="r" t="t"/>
              <a:pathLst>
                <a:path extrusionOk="0" h="1882" w="1405">
                  <a:moveTo>
                    <a:pt x="677" y="1"/>
                  </a:moveTo>
                  <a:cubicBezTo>
                    <a:pt x="301" y="1"/>
                    <a:pt x="1" y="427"/>
                    <a:pt x="26" y="953"/>
                  </a:cubicBezTo>
                  <a:cubicBezTo>
                    <a:pt x="26" y="1465"/>
                    <a:pt x="334" y="1881"/>
                    <a:pt x="696" y="1881"/>
                  </a:cubicBezTo>
                  <a:cubicBezTo>
                    <a:pt x="706" y="1881"/>
                    <a:pt x="717" y="1881"/>
                    <a:pt x="727" y="1880"/>
                  </a:cubicBezTo>
                  <a:cubicBezTo>
                    <a:pt x="1103" y="1880"/>
                    <a:pt x="1404" y="1454"/>
                    <a:pt x="1379" y="928"/>
                  </a:cubicBezTo>
                  <a:cubicBezTo>
                    <a:pt x="1379" y="402"/>
                    <a:pt x="1053" y="1"/>
                    <a:pt x="6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g13b6acb253f_1_373"/>
            <p:cNvSpPr/>
            <p:nvPr/>
          </p:nvSpPr>
          <p:spPr>
            <a:xfrm flipH="1">
              <a:off x="2583167" y="2665931"/>
              <a:ext cx="66016" cy="90096"/>
            </a:xfrm>
            <a:custGeom>
              <a:rect b="b" l="l" r="r" t="t"/>
              <a:pathLst>
                <a:path extrusionOk="0" h="1882" w="1379">
                  <a:moveTo>
                    <a:pt x="708" y="0"/>
                  </a:moveTo>
                  <a:cubicBezTo>
                    <a:pt x="698" y="0"/>
                    <a:pt x="688" y="1"/>
                    <a:pt x="677" y="1"/>
                  </a:cubicBezTo>
                  <a:cubicBezTo>
                    <a:pt x="276" y="1"/>
                    <a:pt x="0" y="427"/>
                    <a:pt x="0" y="954"/>
                  </a:cubicBezTo>
                  <a:cubicBezTo>
                    <a:pt x="0" y="1480"/>
                    <a:pt x="326" y="1881"/>
                    <a:pt x="702" y="1881"/>
                  </a:cubicBezTo>
                  <a:cubicBezTo>
                    <a:pt x="1078" y="1881"/>
                    <a:pt x="1379" y="1455"/>
                    <a:pt x="1379" y="929"/>
                  </a:cubicBezTo>
                  <a:cubicBezTo>
                    <a:pt x="1354" y="417"/>
                    <a:pt x="1070" y="0"/>
                    <a:pt x="70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g13b6acb253f_1_373"/>
            <p:cNvSpPr/>
            <p:nvPr/>
          </p:nvSpPr>
          <p:spPr>
            <a:xfrm flipH="1">
              <a:off x="2539939" y="2443610"/>
              <a:ext cx="230458" cy="144814"/>
            </a:xfrm>
            <a:custGeom>
              <a:rect b="b" l="l" r="r" t="t"/>
              <a:pathLst>
                <a:path extrusionOk="0" h="3025" w="4814">
                  <a:moveTo>
                    <a:pt x="4010" y="1"/>
                  </a:moveTo>
                  <a:cubicBezTo>
                    <a:pt x="3893" y="1"/>
                    <a:pt x="3773" y="27"/>
                    <a:pt x="3660" y="84"/>
                  </a:cubicBezTo>
                  <a:lnTo>
                    <a:pt x="577" y="1512"/>
                  </a:lnTo>
                  <a:cubicBezTo>
                    <a:pt x="176" y="1713"/>
                    <a:pt x="1" y="2189"/>
                    <a:pt x="201" y="2565"/>
                  </a:cubicBezTo>
                  <a:cubicBezTo>
                    <a:pt x="327" y="2853"/>
                    <a:pt x="608" y="3024"/>
                    <a:pt x="895" y="3024"/>
                  </a:cubicBezTo>
                  <a:cubicBezTo>
                    <a:pt x="1009" y="3024"/>
                    <a:pt x="1123" y="2998"/>
                    <a:pt x="1229" y="2941"/>
                  </a:cubicBezTo>
                  <a:lnTo>
                    <a:pt x="4337" y="1512"/>
                  </a:lnTo>
                  <a:cubicBezTo>
                    <a:pt x="4487" y="1437"/>
                    <a:pt x="4613" y="1312"/>
                    <a:pt x="4688" y="1162"/>
                  </a:cubicBezTo>
                  <a:cubicBezTo>
                    <a:pt x="4813" y="936"/>
                    <a:pt x="4813" y="685"/>
                    <a:pt x="4713" y="460"/>
                  </a:cubicBezTo>
                  <a:cubicBezTo>
                    <a:pt x="4587" y="172"/>
                    <a:pt x="4306" y="1"/>
                    <a:pt x="401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g13b6acb253f_1_373"/>
            <p:cNvSpPr/>
            <p:nvPr/>
          </p:nvSpPr>
          <p:spPr>
            <a:xfrm flipH="1">
              <a:off x="2779923" y="3695434"/>
              <a:ext cx="50458" cy="400789"/>
            </a:xfrm>
            <a:custGeom>
              <a:rect b="b" l="l" r="r" t="t"/>
              <a:pathLst>
                <a:path extrusionOk="0" h="8372" w="1054">
                  <a:moveTo>
                    <a:pt x="978" y="0"/>
                  </a:moveTo>
                  <a:cubicBezTo>
                    <a:pt x="928" y="0"/>
                    <a:pt x="878" y="25"/>
                    <a:pt x="878" y="75"/>
                  </a:cubicBezTo>
                  <a:cubicBezTo>
                    <a:pt x="151" y="4587"/>
                    <a:pt x="1" y="8246"/>
                    <a:pt x="1" y="8271"/>
                  </a:cubicBezTo>
                  <a:cubicBezTo>
                    <a:pt x="1" y="8321"/>
                    <a:pt x="26" y="8371"/>
                    <a:pt x="76" y="8371"/>
                  </a:cubicBezTo>
                  <a:cubicBezTo>
                    <a:pt x="126" y="8371"/>
                    <a:pt x="176" y="8321"/>
                    <a:pt x="176" y="8271"/>
                  </a:cubicBezTo>
                  <a:cubicBezTo>
                    <a:pt x="176" y="8246"/>
                    <a:pt x="352" y="4587"/>
                    <a:pt x="1053" y="100"/>
                  </a:cubicBezTo>
                  <a:cubicBezTo>
                    <a:pt x="1053" y="50"/>
                    <a:pt x="1028" y="0"/>
                    <a:pt x="97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g13b6acb253f_1_373"/>
            <p:cNvSpPr/>
            <p:nvPr/>
          </p:nvSpPr>
          <p:spPr>
            <a:xfrm flipH="1">
              <a:off x="2037226" y="2441743"/>
              <a:ext cx="238836" cy="132511"/>
            </a:xfrm>
            <a:custGeom>
              <a:rect b="b" l="l" r="r" t="t"/>
              <a:pathLst>
                <a:path extrusionOk="0" h="2768" w="4989">
                  <a:moveTo>
                    <a:pt x="895" y="1"/>
                  </a:moveTo>
                  <a:cubicBezTo>
                    <a:pt x="575" y="1"/>
                    <a:pt x="270" y="208"/>
                    <a:pt x="151" y="524"/>
                  </a:cubicBezTo>
                  <a:cubicBezTo>
                    <a:pt x="1" y="925"/>
                    <a:pt x="201" y="1376"/>
                    <a:pt x="627" y="1526"/>
                  </a:cubicBezTo>
                  <a:lnTo>
                    <a:pt x="3835" y="2729"/>
                  </a:lnTo>
                  <a:cubicBezTo>
                    <a:pt x="3911" y="2755"/>
                    <a:pt x="3992" y="2767"/>
                    <a:pt x="4077" y="2767"/>
                  </a:cubicBezTo>
                  <a:cubicBezTo>
                    <a:pt x="4161" y="2767"/>
                    <a:pt x="4249" y="2755"/>
                    <a:pt x="4337" y="2729"/>
                  </a:cubicBezTo>
                  <a:cubicBezTo>
                    <a:pt x="4562" y="2654"/>
                    <a:pt x="4738" y="2479"/>
                    <a:pt x="4838" y="2253"/>
                  </a:cubicBezTo>
                  <a:cubicBezTo>
                    <a:pt x="4988" y="1852"/>
                    <a:pt x="4788" y="1376"/>
                    <a:pt x="4362" y="1226"/>
                  </a:cubicBezTo>
                  <a:lnTo>
                    <a:pt x="1154" y="48"/>
                  </a:lnTo>
                  <a:cubicBezTo>
                    <a:pt x="1069" y="16"/>
                    <a:pt x="981" y="1"/>
                    <a:pt x="89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g13b6acb253f_1_373"/>
            <p:cNvSpPr/>
            <p:nvPr/>
          </p:nvSpPr>
          <p:spPr>
            <a:xfrm flipH="1">
              <a:off x="2289181" y="2838847"/>
              <a:ext cx="118867" cy="54814"/>
            </a:xfrm>
            <a:custGeom>
              <a:rect b="b" l="l" r="r" t="t"/>
              <a:pathLst>
                <a:path extrusionOk="0" h="1145" w="2483">
                  <a:moveTo>
                    <a:pt x="2142" y="0"/>
                  </a:moveTo>
                  <a:cubicBezTo>
                    <a:pt x="1356" y="0"/>
                    <a:pt x="659" y="371"/>
                    <a:pt x="1" y="876"/>
                  </a:cubicBezTo>
                  <a:cubicBezTo>
                    <a:pt x="237" y="1027"/>
                    <a:pt x="529" y="1145"/>
                    <a:pt x="871" y="1145"/>
                  </a:cubicBezTo>
                  <a:cubicBezTo>
                    <a:pt x="1037" y="1145"/>
                    <a:pt x="1215" y="1117"/>
                    <a:pt x="1404" y="1051"/>
                  </a:cubicBezTo>
                  <a:cubicBezTo>
                    <a:pt x="2056" y="825"/>
                    <a:pt x="2357" y="399"/>
                    <a:pt x="2482" y="23"/>
                  </a:cubicBezTo>
                  <a:cubicBezTo>
                    <a:pt x="2367" y="8"/>
                    <a:pt x="2254" y="0"/>
                    <a:pt x="2142"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g13b6acb253f_1_373"/>
            <p:cNvSpPr/>
            <p:nvPr/>
          </p:nvSpPr>
          <p:spPr>
            <a:xfrm flipH="1">
              <a:off x="2283197" y="2802751"/>
              <a:ext cx="157213" cy="78032"/>
            </a:xfrm>
            <a:custGeom>
              <a:rect b="b" l="l" r="r" t="t"/>
              <a:pathLst>
                <a:path extrusionOk="0" h="1630" w="3284">
                  <a:moveTo>
                    <a:pt x="3233" y="1"/>
                  </a:moveTo>
                  <a:lnTo>
                    <a:pt x="25" y="878"/>
                  </a:lnTo>
                  <a:cubicBezTo>
                    <a:pt x="0" y="903"/>
                    <a:pt x="226" y="1329"/>
                    <a:pt x="677" y="1630"/>
                  </a:cubicBezTo>
                  <a:cubicBezTo>
                    <a:pt x="1335" y="1125"/>
                    <a:pt x="2032" y="754"/>
                    <a:pt x="2818" y="754"/>
                  </a:cubicBezTo>
                  <a:cubicBezTo>
                    <a:pt x="2930" y="754"/>
                    <a:pt x="3043" y="762"/>
                    <a:pt x="3158" y="777"/>
                  </a:cubicBezTo>
                  <a:cubicBezTo>
                    <a:pt x="3283" y="376"/>
                    <a:pt x="3233" y="1"/>
                    <a:pt x="32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g13b6acb253f_1_373"/>
            <p:cNvSpPr/>
            <p:nvPr/>
          </p:nvSpPr>
          <p:spPr>
            <a:xfrm flipH="1">
              <a:off x="1284958" y="3244281"/>
              <a:ext cx="909482" cy="1358143"/>
            </a:xfrm>
            <a:custGeom>
              <a:rect b="b" l="l" r="r" t="t"/>
              <a:pathLst>
                <a:path extrusionOk="0" h="28370" w="18998">
                  <a:moveTo>
                    <a:pt x="6416" y="1217"/>
                  </a:moveTo>
                  <a:cubicBezTo>
                    <a:pt x="4632" y="1217"/>
                    <a:pt x="4119" y="2019"/>
                    <a:pt x="3308" y="4662"/>
                  </a:cubicBezTo>
                  <a:cubicBezTo>
                    <a:pt x="1930" y="9149"/>
                    <a:pt x="7619" y="19976"/>
                    <a:pt x="7619" y="19976"/>
                  </a:cubicBezTo>
                  <a:cubicBezTo>
                    <a:pt x="8626" y="19914"/>
                    <a:pt x="9604" y="19871"/>
                    <a:pt x="10465" y="19871"/>
                  </a:cubicBezTo>
                  <a:cubicBezTo>
                    <a:pt x="10997" y="19871"/>
                    <a:pt x="11484" y="19887"/>
                    <a:pt x="11905" y="19926"/>
                  </a:cubicBezTo>
                  <a:lnTo>
                    <a:pt x="7619" y="19976"/>
                  </a:lnTo>
                  <a:cubicBezTo>
                    <a:pt x="6842" y="20001"/>
                    <a:pt x="6040" y="20076"/>
                    <a:pt x="5263" y="20126"/>
                  </a:cubicBezTo>
                  <a:cubicBezTo>
                    <a:pt x="4963" y="20201"/>
                    <a:pt x="1253" y="20627"/>
                    <a:pt x="952" y="20677"/>
                  </a:cubicBezTo>
                  <a:cubicBezTo>
                    <a:pt x="602" y="23259"/>
                    <a:pt x="551" y="25615"/>
                    <a:pt x="0" y="28096"/>
                  </a:cubicBezTo>
                  <a:cubicBezTo>
                    <a:pt x="1469" y="28244"/>
                    <a:pt x="3991" y="28370"/>
                    <a:pt x="6609" y="28370"/>
                  </a:cubicBezTo>
                  <a:cubicBezTo>
                    <a:pt x="10199" y="28370"/>
                    <a:pt x="13971" y="28133"/>
                    <a:pt x="15464" y="27394"/>
                  </a:cubicBezTo>
                  <a:cubicBezTo>
                    <a:pt x="16717" y="26793"/>
                    <a:pt x="18998" y="24462"/>
                    <a:pt x="18321" y="21429"/>
                  </a:cubicBezTo>
                  <a:cubicBezTo>
                    <a:pt x="13634" y="1"/>
                    <a:pt x="9424" y="1930"/>
                    <a:pt x="8396" y="1404"/>
                  </a:cubicBezTo>
                  <a:cubicBezTo>
                    <a:pt x="7595" y="1289"/>
                    <a:pt x="6948" y="1217"/>
                    <a:pt x="6416" y="1217"/>
                  </a:cubicBezTo>
                  <a:close/>
                </a:path>
              </a:pathLst>
            </a:custGeom>
            <a:solidFill>
              <a:srgbClr val="FF93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g13b6acb253f_1_373"/>
            <p:cNvSpPr/>
            <p:nvPr/>
          </p:nvSpPr>
          <p:spPr>
            <a:xfrm flipH="1">
              <a:off x="1620878" y="4193359"/>
              <a:ext cx="325198" cy="19245"/>
            </a:xfrm>
            <a:custGeom>
              <a:rect b="b" l="l" r="r" t="t"/>
              <a:pathLst>
                <a:path extrusionOk="0" h="402" w="6793">
                  <a:moveTo>
                    <a:pt x="6717" y="0"/>
                  </a:moveTo>
                  <a:lnTo>
                    <a:pt x="2481" y="75"/>
                  </a:lnTo>
                  <a:cubicBezTo>
                    <a:pt x="2456" y="50"/>
                    <a:pt x="2431" y="50"/>
                    <a:pt x="2431" y="50"/>
                  </a:cubicBezTo>
                  <a:cubicBezTo>
                    <a:pt x="1704" y="101"/>
                    <a:pt x="927" y="151"/>
                    <a:pt x="75" y="201"/>
                  </a:cubicBezTo>
                  <a:cubicBezTo>
                    <a:pt x="25" y="226"/>
                    <a:pt x="0" y="251"/>
                    <a:pt x="0" y="301"/>
                  </a:cubicBezTo>
                  <a:cubicBezTo>
                    <a:pt x="0" y="351"/>
                    <a:pt x="50" y="401"/>
                    <a:pt x="75" y="401"/>
                  </a:cubicBezTo>
                  <a:lnTo>
                    <a:pt x="100" y="401"/>
                  </a:lnTo>
                  <a:cubicBezTo>
                    <a:pt x="927" y="326"/>
                    <a:pt x="1679" y="276"/>
                    <a:pt x="2381" y="226"/>
                  </a:cubicBezTo>
                  <a:cubicBezTo>
                    <a:pt x="2406" y="251"/>
                    <a:pt x="2406" y="251"/>
                    <a:pt x="2431" y="251"/>
                  </a:cubicBezTo>
                  <a:lnTo>
                    <a:pt x="6717" y="176"/>
                  </a:lnTo>
                  <a:cubicBezTo>
                    <a:pt x="6767" y="176"/>
                    <a:pt x="6792" y="151"/>
                    <a:pt x="6792" y="101"/>
                  </a:cubicBezTo>
                  <a:cubicBezTo>
                    <a:pt x="6792" y="50"/>
                    <a:pt x="6767" y="0"/>
                    <a:pt x="671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9" name="Google Shape;499;g13b6acb253f_1_373"/>
            <p:cNvGrpSpPr/>
            <p:nvPr/>
          </p:nvGrpSpPr>
          <p:grpSpPr>
            <a:xfrm rot="-1716004">
              <a:off x="2078603" y="3833238"/>
              <a:ext cx="853559" cy="771314"/>
              <a:chOff x="3422450" y="1910675"/>
              <a:chExt cx="1386000" cy="1252450"/>
            </a:xfrm>
          </p:grpSpPr>
          <p:sp>
            <p:nvSpPr>
              <p:cNvPr id="500" name="Google Shape;500;g13b6acb253f_1_373"/>
              <p:cNvSpPr/>
              <p:nvPr/>
            </p:nvSpPr>
            <p:spPr>
              <a:xfrm>
                <a:off x="4066575" y="1910675"/>
                <a:ext cx="741875" cy="696325"/>
              </a:xfrm>
              <a:custGeom>
                <a:rect b="b" l="l" r="r" t="t"/>
                <a:pathLst>
                  <a:path extrusionOk="0" h="27853" w="29675">
                    <a:moveTo>
                      <a:pt x="15361" y="1"/>
                    </a:moveTo>
                    <a:cubicBezTo>
                      <a:pt x="11400" y="1"/>
                      <a:pt x="7522" y="1758"/>
                      <a:pt x="4862" y="4953"/>
                    </a:cubicBezTo>
                    <a:cubicBezTo>
                      <a:pt x="4838" y="4950"/>
                      <a:pt x="4813" y="4948"/>
                      <a:pt x="4787" y="4948"/>
                    </a:cubicBezTo>
                    <a:cubicBezTo>
                      <a:pt x="4607" y="4948"/>
                      <a:pt x="4415" y="5028"/>
                      <a:pt x="4261" y="5204"/>
                    </a:cubicBezTo>
                    <a:cubicBezTo>
                      <a:pt x="827" y="9289"/>
                      <a:pt x="0" y="15103"/>
                      <a:pt x="2181" y="19991"/>
                    </a:cubicBezTo>
                    <a:cubicBezTo>
                      <a:pt x="4405" y="24929"/>
                      <a:pt x="9590" y="27853"/>
                      <a:pt x="14863" y="27853"/>
                    </a:cubicBezTo>
                    <a:cubicBezTo>
                      <a:pt x="15532" y="27853"/>
                      <a:pt x="16202" y="27806"/>
                      <a:pt x="16867" y="27710"/>
                    </a:cubicBezTo>
                    <a:cubicBezTo>
                      <a:pt x="22832" y="26858"/>
                      <a:pt x="27770" y="22046"/>
                      <a:pt x="28722" y="16106"/>
                    </a:cubicBezTo>
                    <a:cubicBezTo>
                      <a:pt x="29675" y="10316"/>
                      <a:pt x="26893" y="4402"/>
                      <a:pt x="21730" y="1620"/>
                    </a:cubicBezTo>
                    <a:cubicBezTo>
                      <a:pt x="19704" y="523"/>
                      <a:pt x="17520" y="1"/>
                      <a:pt x="1536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g13b6acb253f_1_373"/>
              <p:cNvSpPr/>
              <p:nvPr/>
            </p:nvSpPr>
            <p:spPr>
              <a:xfrm>
                <a:off x="3584200" y="2260100"/>
                <a:ext cx="872625" cy="789850"/>
              </a:xfrm>
              <a:custGeom>
                <a:rect b="b" l="l" r="r" t="t"/>
                <a:pathLst>
                  <a:path extrusionOk="0" h="31594" w="34905">
                    <a:moveTo>
                      <a:pt x="23229" y="0"/>
                    </a:moveTo>
                    <a:cubicBezTo>
                      <a:pt x="23032" y="0"/>
                      <a:pt x="22830" y="73"/>
                      <a:pt x="22654" y="249"/>
                    </a:cubicBezTo>
                    <a:cubicBezTo>
                      <a:pt x="15486" y="7743"/>
                      <a:pt x="8293" y="15212"/>
                      <a:pt x="1100" y="22706"/>
                    </a:cubicBezTo>
                    <a:cubicBezTo>
                      <a:pt x="924" y="22881"/>
                      <a:pt x="874" y="23107"/>
                      <a:pt x="899" y="23282"/>
                    </a:cubicBezTo>
                    <a:cubicBezTo>
                      <a:pt x="799" y="23407"/>
                      <a:pt x="749" y="23533"/>
                      <a:pt x="699" y="23708"/>
                    </a:cubicBezTo>
                    <a:cubicBezTo>
                      <a:pt x="0" y="27921"/>
                      <a:pt x="3193" y="31594"/>
                      <a:pt x="7326" y="31594"/>
                    </a:cubicBezTo>
                    <a:cubicBezTo>
                      <a:pt x="7643" y="31594"/>
                      <a:pt x="7966" y="31572"/>
                      <a:pt x="8293" y="31528"/>
                    </a:cubicBezTo>
                    <a:cubicBezTo>
                      <a:pt x="8669" y="31477"/>
                      <a:pt x="8869" y="31227"/>
                      <a:pt x="8944" y="30951"/>
                    </a:cubicBezTo>
                    <a:cubicBezTo>
                      <a:pt x="9019" y="30926"/>
                      <a:pt x="9070" y="30876"/>
                      <a:pt x="9120" y="30851"/>
                    </a:cubicBezTo>
                    <a:cubicBezTo>
                      <a:pt x="17390" y="24410"/>
                      <a:pt x="25636" y="17994"/>
                      <a:pt x="33882" y="11553"/>
                    </a:cubicBezTo>
                    <a:cubicBezTo>
                      <a:pt x="33930" y="11560"/>
                      <a:pt x="33978" y="11564"/>
                      <a:pt x="34027" y="11564"/>
                    </a:cubicBezTo>
                    <a:cubicBezTo>
                      <a:pt x="34463" y="11564"/>
                      <a:pt x="34904" y="11264"/>
                      <a:pt x="34859" y="10700"/>
                    </a:cubicBezTo>
                    <a:cubicBezTo>
                      <a:pt x="34408" y="4710"/>
                      <a:pt x="29571" y="274"/>
                      <a:pt x="23631" y="99"/>
                    </a:cubicBezTo>
                    <a:cubicBezTo>
                      <a:pt x="23507" y="37"/>
                      <a:pt x="23369" y="0"/>
                      <a:pt x="23229"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g13b6acb253f_1_373"/>
              <p:cNvSpPr/>
              <p:nvPr/>
            </p:nvSpPr>
            <p:spPr>
              <a:xfrm>
                <a:off x="3422450" y="2847550"/>
                <a:ext cx="384750" cy="313400"/>
              </a:xfrm>
              <a:custGeom>
                <a:rect b="b" l="l" r="r" t="t"/>
                <a:pathLst>
                  <a:path extrusionOk="0" h="12536" w="15390">
                    <a:moveTo>
                      <a:pt x="8019" y="0"/>
                    </a:moveTo>
                    <a:cubicBezTo>
                      <a:pt x="7897" y="0"/>
                      <a:pt x="7789" y="28"/>
                      <a:pt x="7695" y="85"/>
                    </a:cubicBezTo>
                    <a:cubicBezTo>
                      <a:pt x="7494" y="85"/>
                      <a:pt x="7319" y="185"/>
                      <a:pt x="7169" y="360"/>
                    </a:cubicBezTo>
                    <a:lnTo>
                      <a:pt x="4712" y="3468"/>
                    </a:lnTo>
                    <a:cubicBezTo>
                      <a:pt x="3134" y="5223"/>
                      <a:pt x="1655" y="7002"/>
                      <a:pt x="201" y="8857"/>
                    </a:cubicBezTo>
                    <a:cubicBezTo>
                      <a:pt x="26" y="9107"/>
                      <a:pt x="1" y="9333"/>
                      <a:pt x="76" y="9558"/>
                    </a:cubicBezTo>
                    <a:cubicBezTo>
                      <a:pt x="51" y="9659"/>
                      <a:pt x="76" y="9784"/>
                      <a:pt x="126" y="9934"/>
                    </a:cubicBezTo>
                    <a:cubicBezTo>
                      <a:pt x="527" y="11037"/>
                      <a:pt x="1354" y="11914"/>
                      <a:pt x="2432" y="12416"/>
                    </a:cubicBezTo>
                    <a:cubicBezTo>
                      <a:pt x="2457" y="12441"/>
                      <a:pt x="2507" y="12441"/>
                      <a:pt x="2532" y="12441"/>
                    </a:cubicBezTo>
                    <a:cubicBezTo>
                      <a:pt x="2648" y="12499"/>
                      <a:pt x="2770" y="12535"/>
                      <a:pt x="2894" y="12535"/>
                    </a:cubicBezTo>
                    <a:cubicBezTo>
                      <a:pt x="3038" y="12535"/>
                      <a:pt x="3186" y="12486"/>
                      <a:pt x="3334" y="12365"/>
                    </a:cubicBezTo>
                    <a:cubicBezTo>
                      <a:pt x="3635" y="12115"/>
                      <a:pt x="3961" y="11889"/>
                      <a:pt x="4261" y="11639"/>
                    </a:cubicBezTo>
                    <a:cubicBezTo>
                      <a:pt x="4412" y="11538"/>
                      <a:pt x="4587" y="11438"/>
                      <a:pt x="4738" y="11338"/>
                    </a:cubicBezTo>
                    <a:cubicBezTo>
                      <a:pt x="5690" y="10686"/>
                      <a:pt x="6642" y="9985"/>
                      <a:pt x="7570" y="9258"/>
                    </a:cubicBezTo>
                    <a:cubicBezTo>
                      <a:pt x="8422" y="9634"/>
                      <a:pt x="9324" y="9884"/>
                      <a:pt x="10251" y="10035"/>
                    </a:cubicBezTo>
                    <a:cubicBezTo>
                      <a:pt x="10348" y="10104"/>
                      <a:pt x="10467" y="10142"/>
                      <a:pt x="10600" y="10142"/>
                    </a:cubicBezTo>
                    <a:cubicBezTo>
                      <a:pt x="10710" y="10142"/>
                      <a:pt x="10829" y="10116"/>
                      <a:pt x="10953" y="10060"/>
                    </a:cubicBezTo>
                    <a:cubicBezTo>
                      <a:pt x="12357" y="9333"/>
                      <a:pt x="13660" y="8456"/>
                      <a:pt x="14838" y="7378"/>
                    </a:cubicBezTo>
                    <a:cubicBezTo>
                      <a:pt x="14863" y="7378"/>
                      <a:pt x="14863" y="7353"/>
                      <a:pt x="14888" y="7328"/>
                    </a:cubicBezTo>
                    <a:cubicBezTo>
                      <a:pt x="15189" y="7228"/>
                      <a:pt x="15389" y="6952"/>
                      <a:pt x="15314" y="6551"/>
                    </a:cubicBezTo>
                    <a:cubicBezTo>
                      <a:pt x="14913" y="4446"/>
                      <a:pt x="13760" y="2641"/>
                      <a:pt x="12081" y="1438"/>
                    </a:cubicBezTo>
                    <a:cubicBezTo>
                      <a:pt x="11053" y="411"/>
                      <a:pt x="9550" y="160"/>
                      <a:pt x="8146" y="10"/>
                    </a:cubicBezTo>
                    <a:cubicBezTo>
                      <a:pt x="8102" y="3"/>
                      <a:pt x="8060" y="0"/>
                      <a:pt x="801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g13b6acb253f_1_373"/>
              <p:cNvSpPr/>
              <p:nvPr/>
            </p:nvSpPr>
            <p:spPr>
              <a:xfrm>
                <a:off x="3423075" y="3065350"/>
                <a:ext cx="106375" cy="97775"/>
              </a:xfrm>
              <a:custGeom>
                <a:rect b="b" l="l" r="r" t="t"/>
                <a:pathLst>
                  <a:path extrusionOk="0" h="3911" w="4255">
                    <a:moveTo>
                      <a:pt x="772" y="1"/>
                    </a:moveTo>
                    <a:cubicBezTo>
                      <a:pt x="534" y="1"/>
                      <a:pt x="328" y="83"/>
                      <a:pt x="176" y="270"/>
                    </a:cubicBezTo>
                    <a:cubicBezTo>
                      <a:pt x="76" y="295"/>
                      <a:pt x="1" y="395"/>
                      <a:pt x="1" y="521"/>
                    </a:cubicBezTo>
                    <a:cubicBezTo>
                      <a:pt x="101" y="2250"/>
                      <a:pt x="1329" y="3603"/>
                      <a:pt x="3033" y="3904"/>
                    </a:cubicBezTo>
                    <a:cubicBezTo>
                      <a:pt x="3051" y="3909"/>
                      <a:pt x="3068" y="3911"/>
                      <a:pt x="3084" y="3911"/>
                    </a:cubicBezTo>
                    <a:cubicBezTo>
                      <a:pt x="3159" y="3911"/>
                      <a:pt x="3218" y="3866"/>
                      <a:pt x="3259" y="3804"/>
                    </a:cubicBezTo>
                    <a:cubicBezTo>
                      <a:pt x="3276" y="3808"/>
                      <a:pt x="3293" y="3810"/>
                      <a:pt x="3310" y="3810"/>
                    </a:cubicBezTo>
                    <a:cubicBezTo>
                      <a:pt x="3393" y="3810"/>
                      <a:pt x="3472" y="3762"/>
                      <a:pt x="3535" y="3679"/>
                    </a:cubicBezTo>
                    <a:cubicBezTo>
                      <a:pt x="4254" y="2430"/>
                      <a:pt x="2060" y="1"/>
                      <a:pt x="77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g13b6acb253f_1_373"/>
              <p:cNvSpPr/>
              <p:nvPr/>
            </p:nvSpPr>
            <p:spPr>
              <a:xfrm>
                <a:off x="4146525" y="1961650"/>
                <a:ext cx="603650" cy="618500"/>
              </a:xfrm>
              <a:custGeom>
                <a:rect b="b" l="l" r="r" t="t"/>
                <a:pathLst>
                  <a:path extrusionOk="0" h="24740" w="24146">
                    <a:moveTo>
                      <a:pt x="2873" y="1"/>
                    </a:moveTo>
                    <a:cubicBezTo>
                      <a:pt x="2303" y="1"/>
                      <a:pt x="1745" y="114"/>
                      <a:pt x="1213" y="383"/>
                    </a:cubicBezTo>
                    <a:cubicBezTo>
                      <a:pt x="1" y="1032"/>
                      <a:pt x="528" y="2861"/>
                      <a:pt x="1616" y="2861"/>
                    </a:cubicBezTo>
                    <a:cubicBezTo>
                      <a:pt x="1787" y="2861"/>
                      <a:pt x="1971" y="2816"/>
                      <a:pt x="2166" y="2714"/>
                    </a:cubicBezTo>
                    <a:cubicBezTo>
                      <a:pt x="2407" y="2588"/>
                      <a:pt x="2682" y="2532"/>
                      <a:pt x="2980" y="2532"/>
                    </a:cubicBezTo>
                    <a:cubicBezTo>
                      <a:pt x="4819" y="2532"/>
                      <a:pt x="7543" y="4647"/>
                      <a:pt x="8707" y="5445"/>
                    </a:cubicBezTo>
                    <a:cubicBezTo>
                      <a:pt x="10637" y="6799"/>
                      <a:pt x="12416" y="8378"/>
                      <a:pt x="13995" y="10132"/>
                    </a:cubicBezTo>
                    <a:cubicBezTo>
                      <a:pt x="15574" y="11887"/>
                      <a:pt x="16978" y="13841"/>
                      <a:pt x="18081" y="15922"/>
                    </a:cubicBezTo>
                    <a:cubicBezTo>
                      <a:pt x="18532" y="16724"/>
                      <a:pt x="21264" y="21736"/>
                      <a:pt x="20436" y="22438"/>
                    </a:cubicBezTo>
                    <a:cubicBezTo>
                      <a:pt x="19451" y="23282"/>
                      <a:pt x="20224" y="24740"/>
                      <a:pt x="21202" y="24740"/>
                    </a:cubicBezTo>
                    <a:cubicBezTo>
                      <a:pt x="21444" y="24740"/>
                      <a:pt x="21697" y="24651"/>
                      <a:pt x="21940" y="24443"/>
                    </a:cubicBezTo>
                    <a:cubicBezTo>
                      <a:pt x="24146" y="22588"/>
                      <a:pt x="22416" y="19330"/>
                      <a:pt x="21489" y="17175"/>
                    </a:cubicBezTo>
                    <a:cubicBezTo>
                      <a:pt x="20161" y="14167"/>
                      <a:pt x="18381" y="11335"/>
                      <a:pt x="16201" y="8854"/>
                    </a:cubicBezTo>
                    <a:cubicBezTo>
                      <a:pt x="14096" y="6448"/>
                      <a:pt x="11690" y="4343"/>
                      <a:pt x="8958" y="2638"/>
                    </a:cubicBezTo>
                    <a:cubicBezTo>
                      <a:pt x="7314" y="1609"/>
                      <a:pt x="5014" y="1"/>
                      <a:pt x="2873"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05" name="Google Shape;505;g13b6acb253f_1_373"/>
            <p:cNvSpPr/>
            <p:nvPr/>
          </p:nvSpPr>
          <p:spPr>
            <a:xfrm flipH="1">
              <a:off x="2123639" y="4234721"/>
              <a:ext cx="557954" cy="493996"/>
            </a:xfrm>
            <a:custGeom>
              <a:rect b="b" l="l" r="r" t="t"/>
              <a:pathLst>
                <a:path extrusionOk="0" h="10319" w="11655">
                  <a:moveTo>
                    <a:pt x="10883" y="1"/>
                  </a:moveTo>
                  <a:cubicBezTo>
                    <a:pt x="9226" y="1"/>
                    <a:pt x="5316" y="151"/>
                    <a:pt x="3334" y="1492"/>
                  </a:cubicBezTo>
                  <a:cubicBezTo>
                    <a:pt x="3309" y="1517"/>
                    <a:pt x="3259" y="1517"/>
                    <a:pt x="3234" y="1542"/>
                  </a:cubicBezTo>
                  <a:lnTo>
                    <a:pt x="727" y="2770"/>
                  </a:lnTo>
                  <a:cubicBezTo>
                    <a:pt x="301" y="2996"/>
                    <a:pt x="126" y="3522"/>
                    <a:pt x="326" y="3948"/>
                  </a:cubicBezTo>
                  <a:lnTo>
                    <a:pt x="402" y="4099"/>
                  </a:lnTo>
                  <a:cubicBezTo>
                    <a:pt x="564" y="4406"/>
                    <a:pt x="870" y="4582"/>
                    <a:pt x="1196" y="4582"/>
                  </a:cubicBezTo>
                  <a:cubicBezTo>
                    <a:pt x="1323" y="4582"/>
                    <a:pt x="1453" y="4556"/>
                    <a:pt x="1580" y="4500"/>
                  </a:cubicBezTo>
                  <a:lnTo>
                    <a:pt x="2983" y="3798"/>
                  </a:lnTo>
                  <a:lnTo>
                    <a:pt x="602" y="5252"/>
                  </a:lnTo>
                  <a:cubicBezTo>
                    <a:pt x="151" y="5527"/>
                    <a:pt x="1" y="6129"/>
                    <a:pt x="276" y="6580"/>
                  </a:cubicBezTo>
                  <a:lnTo>
                    <a:pt x="402" y="6780"/>
                  </a:lnTo>
                  <a:cubicBezTo>
                    <a:pt x="583" y="7078"/>
                    <a:pt x="907" y="7245"/>
                    <a:pt x="1235" y="7245"/>
                  </a:cubicBezTo>
                  <a:cubicBezTo>
                    <a:pt x="1405" y="7245"/>
                    <a:pt x="1576" y="7200"/>
                    <a:pt x="1730" y="7106"/>
                  </a:cubicBezTo>
                  <a:lnTo>
                    <a:pt x="4061" y="5678"/>
                  </a:lnTo>
                  <a:lnTo>
                    <a:pt x="4086" y="5703"/>
                  </a:lnTo>
                  <a:lnTo>
                    <a:pt x="2081" y="7156"/>
                  </a:lnTo>
                  <a:cubicBezTo>
                    <a:pt x="1655" y="7457"/>
                    <a:pt x="1555" y="8084"/>
                    <a:pt x="1880" y="8510"/>
                  </a:cubicBezTo>
                  <a:lnTo>
                    <a:pt x="1981" y="8685"/>
                  </a:lnTo>
                  <a:cubicBezTo>
                    <a:pt x="2180" y="8945"/>
                    <a:pt x="2481" y="9084"/>
                    <a:pt x="2789" y="9084"/>
                  </a:cubicBezTo>
                  <a:cubicBezTo>
                    <a:pt x="2985" y="9084"/>
                    <a:pt x="3183" y="9028"/>
                    <a:pt x="3359" y="8911"/>
                  </a:cubicBezTo>
                  <a:lnTo>
                    <a:pt x="5214" y="7557"/>
                  </a:lnTo>
                  <a:lnTo>
                    <a:pt x="5214" y="7557"/>
                  </a:lnTo>
                  <a:lnTo>
                    <a:pt x="4036" y="8635"/>
                  </a:lnTo>
                  <a:cubicBezTo>
                    <a:pt x="3660" y="8961"/>
                    <a:pt x="3635" y="9512"/>
                    <a:pt x="3961" y="9888"/>
                  </a:cubicBezTo>
                  <a:lnTo>
                    <a:pt x="4086" y="10039"/>
                  </a:lnTo>
                  <a:cubicBezTo>
                    <a:pt x="4258" y="10224"/>
                    <a:pt x="4493" y="10318"/>
                    <a:pt x="4731" y="10318"/>
                  </a:cubicBezTo>
                  <a:cubicBezTo>
                    <a:pt x="4945" y="10318"/>
                    <a:pt x="5161" y="10243"/>
                    <a:pt x="5339" y="10089"/>
                  </a:cubicBezTo>
                  <a:lnTo>
                    <a:pt x="7419" y="8234"/>
                  </a:lnTo>
                  <a:cubicBezTo>
                    <a:pt x="7595" y="8184"/>
                    <a:pt x="10477" y="7808"/>
                    <a:pt x="11479" y="6304"/>
                  </a:cubicBezTo>
                  <a:lnTo>
                    <a:pt x="11655" y="13"/>
                  </a:lnTo>
                  <a:cubicBezTo>
                    <a:pt x="11655" y="13"/>
                    <a:pt x="11364" y="1"/>
                    <a:pt x="10883" y="1"/>
                  </a:cubicBezTo>
                  <a:close/>
                </a:path>
              </a:pathLst>
            </a:custGeom>
            <a:solidFill>
              <a:srgbClr val="FF93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g13b6acb253f_1_373"/>
            <p:cNvSpPr/>
            <p:nvPr/>
          </p:nvSpPr>
          <p:spPr>
            <a:xfrm flipH="1">
              <a:off x="1346139" y="3302973"/>
              <a:ext cx="835519" cy="800620"/>
            </a:xfrm>
            <a:custGeom>
              <a:rect b="b" l="l" r="r" t="t"/>
              <a:pathLst>
                <a:path extrusionOk="0" h="16724" w="17453">
                  <a:moveTo>
                    <a:pt x="6620" y="1"/>
                  </a:moveTo>
                  <a:cubicBezTo>
                    <a:pt x="1" y="1"/>
                    <a:pt x="936" y="8198"/>
                    <a:pt x="936" y="8198"/>
                  </a:cubicBezTo>
                  <a:lnTo>
                    <a:pt x="1287" y="16720"/>
                  </a:lnTo>
                  <a:cubicBezTo>
                    <a:pt x="1287" y="16720"/>
                    <a:pt x="1420" y="16723"/>
                    <a:pt x="1667" y="16723"/>
                  </a:cubicBezTo>
                  <a:cubicBezTo>
                    <a:pt x="3501" y="16723"/>
                    <a:pt x="11597" y="16528"/>
                    <a:pt x="17452" y="13236"/>
                  </a:cubicBezTo>
                  <a:cubicBezTo>
                    <a:pt x="17452" y="13236"/>
                    <a:pt x="14671" y="178"/>
                    <a:pt x="6801" y="3"/>
                  </a:cubicBezTo>
                  <a:cubicBezTo>
                    <a:pt x="6740" y="1"/>
                    <a:pt x="6680" y="1"/>
                    <a:pt x="662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g13b6acb253f_1_373"/>
            <p:cNvSpPr/>
            <p:nvPr/>
          </p:nvSpPr>
          <p:spPr>
            <a:xfrm flipH="1">
              <a:off x="1882453" y="3701418"/>
              <a:ext cx="118820" cy="387576"/>
            </a:xfrm>
            <a:custGeom>
              <a:rect b="b" l="l" r="r" t="t"/>
              <a:pathLst>
                <a:path extrusionOk="0" h="8096" w="2482">
                  <a:moveTo>
                    <a:pt x="75" y="1"/>
                  </a:moveTo>
                  <a:cubicBezTo>
                    <a:pt x="25" y="26"/>
                    <a:pt x="0" y="76"/>
                    <a:pt x="0" y="126"/>
                  </a:cubicBezTo>
                  <a:cubicBezTo>
                    <a:pt x="1053" y="4562"/>
                    <a:pt x="2281" y="8021"/>
                    <a:pt x="2281" y="8046"/>
                  </a:cubicBezTo>
                  <a:cubicBezTo>
                    <a:pt x="2306" y="8071"/>
                    <a:pt x="2331" y="8096"/>
                    <a:pt x="2381" y="8096"/>
                  </a:cubicBezTo>
                  <a:lnTo>
                    <a:pt x="2406" y="8096"/>
                  </a:lnTo>
                  <a:cubicBezTo>
                    <a:pt x="2456" y="8071"/>
                    <a:pt x="2481" y="8021"/>
                    <a:pt x="2456" y="7996"/>
                  </a:cubicBezTo>
                  <a:cubicBezTo>
                    <a:pt x="2456" y="7945"/>
                    <a:pt x="1228" y="4512"/>
                    <a:pt x="176" y="76"/>
                  </a:cubicBezTo>
                  <a:cubicBezTo>
                    <a:pt x="176" y="26"/>
                    <a:pt x="126" y="1"/>
                    <a:pt x="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08" name="Google Shape;508;g13b6acb253f_1_373"/>
            <p:cNvGrpSpPr/>
            <p:nvPr/>
          </p:nvGrpSpPr>
          <p:grpSpPr>
            <a:xfrm flipH="1">
              <a:off x="3089444" y="1773682"/>
              <a:ext cx="943387" cy="876691"/>
              <a:chOff x="5635134" y="2383175"/>
              <a:chExt cx="709104" cy="658973"/>
            </a:xfrm>
          </p:grpSpPr>
          <p:sp>
            <p:nvSpPr>
              <p:cNvPr id="509" name="Google Shape;509;g13b6acb253f_1_373"/>
              <p:cNvSpPr/>
              <p:nvPr/>
            </p:nvSpPr>
            <p:spPr>
              <a:xfrm flipH="1">
                <a:off x="5635134" y="2383175"/>
                <a:ext cx="599029" cy="599029"/>
              </a:xfrm>
              <a:custGeom>
                <a:rect b="b" l="l" r="r" t="t"/>
                <a:pathLst>
                  <a:path extrusionOk="0" h="14312" w="14312">
                    <a:moveTo>
                      <a:pt x="7143" y="0"/>
                    </a:moveTo>
                    <a:cubicBezTo>
                      <a:pt x="3208" y="0"/>
                      <a:pt x="0" y="3208"/>
                      <a:pt x="0" y="7168"/>
                    </a:cubicBezTo>
                    <a:cubicBezTo>
                      <a:pt x="0" y="11103"/>
                      <a:pt x="3208" y="14311"/>
                      <a:pt x="7143" y="14311"/>
                    </a:cubicBezTo>
                    <a:cubicBezTo>
                      <a:pt x="11103" y="14311"/>
                      <a:pt x="14311" y="11103"/>
                      <a:pt x="14311" y="7168"/>
                    </a:cubicBezTo>
                    <a:cubicBezTo>
                      <a:pt x="14311" y="3208"/>
                      <a:pt x="11103" y="0"/>
                      <a:pt x="7143" y="0"/>
                    </a:cubicBezTo>
                    <a:close/>
                  </a:path>
                </a:pathLst>
              </a:custGeom>
              <a:solidFill>
                <a:srgbClr val="135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g13b6acb253f_1_373"/>
              <p:cNvSpPr/>
              <p:nvPr/>
            </p:nvSpPr>
            <p:spPr>
              <a:xfrm flipH="1">
                <a:off x="5714857"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6" y="1906"/>
                      <a:pt x="2456" y="1229"/>
                    </a:cubicBezTo>
                    <a:cubicBezTo>
                      <a:pt x="2456"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g13b6acb253f_1_373"/>
              <p:cNvSpPr/>
              <p:nvPr/>
            </p:nvSpPr>
            <p:spPr>
              <a:xfrm flipH="1">
                <a:off x="5880607"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6" y="1906"/>
                      <a:pt x="2456" y="1229"/>
                    </a:cubicBezTo>
                    <a:cubicBezTo>
                      <a:pt x="2456"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g13b6acb253f_1_373"/>
              <p:cNvSpPr/>
              <p:nvPr/>
            </p:nvSpPr>
            <p:spPr>
              <a:xfrm flipH="1">
                <a:off x="6046358"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7" y="1906"/>
                      <a:pt x="2457" y="1229"/>
                    </a:cubicBezTo>
                    <a:cubicBezTo>
                      <a:pt x="2457"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g13b6acb253f_1_373"/>
              <p:cNvSpPr/>
              <p:nvPr/>
            </p:nvSpPr>
            <p:spPr>
              <a:xfrm flipH="1" rot="2700000">
                <a:off x="6085551" y="2795515"/>
                <a:ext cx="221364" cy="197256"/>
              </a:xfrm>
              <a:custGeom>
                <a:rect b="b" l="l" r="r" t="t"/>
                <a:pathLst>
                  <a:path extrusionOk="0" h="4713" w="5289">
                    <a:moveTo>
                      <a:pt x="5288" y="1"/>
                    </a:moveTo>
                    <a:lnTo>
                      <a:pt x="0" y="552"/>
                    </a:lnTo>
                    <a:lnTo>
                      <a:pt x="4085" y="4712"/>
                    </a:lnTo>
                    <a:lnTo>
                      <a:pt x="5288" y="1"/>
                    </a:lnTo>
                    <a:close/>
                  </a:path>
                </a:pathLst>
              </a:custGeom>
              <a:solidFill>
                <a:srgbClr val="135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14" name="Google Shape;514;g13b6acb253f_1_373"/>
            <p:cNvSpPr/>
            <p:nvPr/>
          </p:nvSpPr>
          <p:spPr>
            <a:xfrm flipH="1">
              <a:off x="836730" y="4658467"/>
              <a:ext cx="3665502" cy="74442"/>
            </a:xfrm>
            <a:custGeom>
              <a:rect b="b" l="l" r="r" t="t"/>
              <a:pathLst>
                <a:path extrusionOk="0" h="1555" w="76568">
                  <a:moveTo>
                    <a:pt x="0" y="1"/>
                  </a:moveTo>
                  <a:lnTo>
                    <a:pt x="0" y="1555"/>
                  </a:lnTo>
                  <a:lnTo>
                    <a:pt x="76567" y="1555"/>
                  </a:lnTo>
                  <a:lnTo>
                    <a:pt x="76567" y="1"/>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15" name="Google Shape;515;g13b6acb253f_1_373"/>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pic>
        <p:nvPicPr>
          <p:cNvPr id="520" name="Google Shape;520;g13b6acb253f_1_358"/>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pic>
        <p:nvPicPr>
          <p:cNvPr id="521" name="Google Shape;521;g13b6acb253f_1_358"/>
          <p:cNvPicPr preferRelativeResize="0"/>
          <p:nvPr/>
        </p:nvPicPr>
        <p:blipFill rotWithShape="1">
          <a:blip r:embed="rId4">
            <a:alphaModFix/>
          </a:blip>
          <a:srcRect b="0" l="0" r="0" t="0"/>
          <a:stretch/>
        </p:blipFill>
        <p:spPr>
          <a:xfrm>
            <a:off x="138128" y="152399"/>
            <a:ext cx="638322" cy="602644"/>
          </a:xfrm>
          <a:prstGeom prst="rect">
            <a:avLst/>
          </a:prstGeom>
          <a:noFill/>
          <a:ln>
            <a:noFill/>
          </a:ln>
        </p:spPr>
      </p:pic>
      <p:sp>
        <p:nvSpPr>
          <p:cNvPr id="522" name="Google Shape;522;g13b6acb253f_1_358"/>
          <p:cNvSpPr txBox="1"/>
          <p:nvPr/>
        </p:nvSpPr>
        <p:spPr>
          <a:xfrm>
            <a:off x="138125" y="755050"/>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400" u="none" cap="none" strike="noStrike">
                <a:solidFill>
                  <a:srgbClr val="202426"/>
                </a:solidFill>
                <a:latin typeface="Raleway Black"/>
                <a:ea typeface="Raleway Black"/>
                <a:cs typeface="Raleway Black"/>
                <a:sym typeface="Raleway Black"/>
              </a:rPr>
              <a:t>1 min</a:t>
            </a:r>
            <a:endParaRPr b="0" i="0" sz="1400" u="none" cap="none" strike="noStrike">
              <a:solidFill>
                <a:srgbClr val="202426"/>
              </a:solidFill>
              <a:latin typeface="Raleway Black"/>
              <a:ea typeface="Raleway Black"/>
              <a:cs typeface="Raleway Black"/>
              <a:sym typeface="Raleway Black"/>
            </a:endParaRPr>
          </a:p>
        </p:txBody>
      </p:sp>
      <p:sp>
        <p:nvSpPr>
          <p:cNvPr id="523" name="Google Shape;523;g13b6acb253f_1_358"/>
          <p:cNvSpPr txBox="1"/>
          <p:nvPr/>
        </p:nvSpPr>
        <p:spPr>
          <a:xfrm>
            <a:off x="1770000" y="126450"/>
            <a:ext cx="5710200" cy="1200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 sz="3300" u="none" cap="none" strike="noStrike">
                <a:solidFill>
                  <a:schemeClr val="dk1"/>
                </a:solidFill>
                <a:latin typeface="Sigmar One"/>
                <a:ea typeface="Sigmar One"/>
                <a:cs typeface="Sigmar One"/>
                <a:sym typeface="Sigmar One"/>
              </a:rPr>
              <a:t>Format of a Policy debate </a:t>
            </a:r>
            <a:endParaRPr b="0" i="0" sz="3300" u="none" cap="none" strike="noStrike">
              <a:solidFill>
                <a:srgbClr val="000000"/>
              </a:solidFill>
              <a:latin typeface="Arial"/>
              <a:ea typeface="Arial"/>
              <a:cs typeface="Arial"/>
              <a:sym typeface="Arial"/>
            </a:endParaRPr>
          </a:p>
        </p:txBody>
      </p:sp>
      <p:sp>
        <p:nvSpPr>
          <p:cNvPr id="524" name="Google Shape;524;g13b6acb253f_1_358"/>
          <p:cNvSpPr/>
          <p:nvPr/>
        </p:nvSpPr>
        <p:spPr>
          <a:xfrm>
            <a:off x="3465200" y="1448700"/>
            <a:ext cx="5040600" cy="26802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g13b6acb253f_1_358"/>
          <p:cNvSpPr txBox="1"/>
          <p:nvPr/>
        </p:nvSpPr>
        <p:spPr>
          <a:xfrm>
            <a:off x="3686800" y="1617900"/>
            <a:ext cx="4771500" cy="23736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0"/>
              </a:spcBef>
              <a:spcAft>
                <a:spcPts val="0"/>
              </a:spcAft>
              <a:buClr>
                <a:schemeClr val="dk1"/>
              </a:buClr>
              <a:buSzPts val="1800"/>
              <a:buFont typeface="Lexend Deca"/>
              <a:buChar char="●"/>
            </a:pPr>
            <a:r>
              <a:rPr b="0" i="1" lang="en" sz="1800" u="none" cap="none" strike="noStrike">
                <a:solidFill>
                  <a:schemeClr val="dk1"/>
                </a:solidFill>
                <a:latin typeface="Lexend Deca"/>
                <a:ea typeface="Lexend Deca"/>
                <a:cs typeface="Lexend Deca"/>
                <a:sym typeface="Lexend Deca"/>
              </a:rPr>
              <a:t>Affirmative Constructive Speeches </a:t>
            </a:r>
            <a:endParaRPr b="0" i="1" sz="1800" u="none" cap="none" strike="noStrike">
              <a:solidFill>
                <a:schemeClr val="dk1"/>
              </a:solidFill>
              <a:latin typeface="Lexend Deca"/>
              <a:ea typeface="Lexend Deca"/>
              <a:cs typeface="Lexend Deca"/>
              <a:sym typeface="Lexend Deca"/>
            </a:endParaRPr>
          </a:p>
          <a:p>
            <a:pPr indent="-342900" lvl="0" marL="457200" marR="0" rtl="0" algn="l">
              <a:lnSpc>
                <a:spcPct val="115000"/>
              </a:lnSpc>
              <a:spcBef>
                <a:spcPts val="0"/>
              </a:spcBef>
              <a:spcAft>
                <a:spcPts val="0"/>
              </a:spcAft>
              <a:buClr>
                <a:schemeClr val="dk1"/>
              </a:buClr>
              <a:buSzPts val="1800"/>
              <a:buFont typeface="Lexend Deca"/>
              <a:buChar char="-"/>
            </a:pPr>
            <a:r>
              <a:rPr b="0" i="1" lang="en" sz="1800" u="none" cap="none" strike="noStrike">
                <a:solidFill>
                  <a:schemeClr val="dk1"/>
                </a:solidFill>
                <a:latin typeface="Lexend Deca"/>
                <a:ea typeface="Lexend Deca"/>
                <a:cs typeface="Lexend Deca"/>
                <a:sym typeface="Lexend Deca"/>
              </a:rPr>
              <a:t>Cross-Examination</a:t>
            </a:r>
            <a:endParaRPr b="0" i="1" sz="1800" u="none" cap="none" strike="noStrike">
              <a:solidFill>
                <a:schemeClr val="dk1"/>
              </a:solidFill>
              <a:latin typeface="Lexend Deca"/>
              <a:ea typeface="Lexend Deca"/>
              <a:cs typeface="Lexend Deca"/>
              <a:sym typeface="Lexend Deca"/>
            </a:endParaRPr>
          </a:p>
          <a:p>
            <a:pPr indent="-342900" lvl="0" marL="457200" marR="0" rtl="0" algn="l">
              <a:lnSpc>
                <a:spcPct val="115000"/>
              </a:lnSpc>
              <a:spcBef>
                <a:spcPts val="0"/>
              </a:spcBef>
              <a:spcAft>
                <a:spcPts val="0"/>
              </a:spcAft>
              <a:buClr>
                <a:schemeClr val="dk1"/>
              </a:buClr>
              <a:buSzPts val="1800"/>
              <a:buFont typeface="Lexend Deca"/>
              <a:buChar char="●"/>
            </a:pPr>
            <a:r>
              <a:rPr b="0" i="1" lang="en" sz="1800" u="none" cap="none" strike="noStrike">
                <a:solidFill>
                  <a:schemeClr val="dk1"/>
                </a:solidFill>
                <a:latin typeface="Lexend Deca"/>
                <a:ea typeface="Lexend Deca"/>
                <a:cs typeface="Lexend Deca"/>
                <a:sym typeface="Lexend Deca"/>
              </a:rPr>
              <a:t>Negative Constructive Speeches</a:t>
            </a:r>
            <a:endParaRPr b="0" i="1" sz="1800" u="none" cap="none" strike="noStrike">
              <a:solidFill>
                <a:schemeClr val="dk1"/>
              </a:solidFill>
              <a:latin typeface="Lexend Deca"/>
              <a:ea typeface="Lexend Deca"/>
              <a:cs typeface="Lexend Deca"/>
              <a:sym typeface="Lexend Deca"/>
            </a:endParaRPr>
          </a:p>
          <a:p>
            <a:pPr indent="-342900" lvl="0" marL="457200" marR="0" rtl="0" algn="l">
              <a:lnSpc>
                <a:spcPct val="115000"/>
              </a:lnSpc>
              <a:spcBef>
                <a:spcPts val="0"/>
              </a:spcBef>
              <a:spcAft>
                <a:spcPts val="0"/>
              </a:spcAft>
              <a:buClr>
                <a:schemeClr val="dk1"/>
              </a:buClr>
              <a:buSzPts val="1800"/>
              <a:buFont typeface="Lexend Deca"/>
              <a:buChar char="-"/>
            </a:pPr>
            <a:r>
              <a:rPr b="0" i="1" lang="en" sz="1800" u="none" cap="none" strike="noStrike">
                <a:solidFill>
                  <a:schemeClr val="dk1"/>
                </a:solidFill>
                <a:latin typeface="Lexend Deca"/>
                <a:ea typeface="Lexend Deca"/>
                <a:cs typeface="Lexend Deca"/>
                <a:sym typeface="Lexend Deca"/>
              </a:rPr>
              <a:t>Cross Examination </a:t>
            </a:r>
            <a:endParaRPr b="0" i="1" sz="1800" u="none" cap="none" strike="noStrike">
              <a:solidFill>
                <a:schemeClr val="dk1"/>
              </a:solidFill>
              <a:latin typeface="Lexend Deca"/>
              <a:ea typeface="Lexend Deca"/>
              <a:cs typeface="Lexend Deca"/>
              <a:sym typeface="Lexend Deca"/>
            </a:endParaRPr>
          </a:p>
          <a:p>
            <a:pPr indent="-342900" lvl="0" marL="457200" marR="0" rtl="0" algn="l">
              <a:lnSpc>
                <a:spcPct val="115000"/>
              </a:lnSpc>
              <a:spcBef>
                <a:spcPts val="0"/>
              </a:spcBef>
              <a:spcAft>
                <a:spcPts val="0"/>
              </a:spcAft>
              <a:buClr>
                <a:schemeClr val="dk1"/>
              </a:buClr>
              <a:buSzPts val="1800"/>
              <a:buFont typeface="Lexend Deca"/>
              <a:buChar char="●"/>
            </a:pPr>
            <a:r>
              <a:rPr b="0" i="1" lang="en" sz="1800" u="none" cap="none" strike="noStrike">
                <a:solidFill>
                  <a:schemeClr val="dk1"/>
                </a:solidFill>
                <a:latin typeface="Lexend Deca"/>
                <a:ea typeface="Lexend Deca"/>
                <a:cs typeface="Lexend Deca"/>
                <a:sym typeface="Lexend Deca"/>
              </a:rPr>
              <a:t>Rebuttal Speeches </a:t>
            </a:r>
            <a:endParaRPr b="0" i="1" sz="1800" u="none" cap="none" strike="noStrike">
              <a:solidFill>
                <a:schemeClr val="dk1"/>
              </a:solidFill>
              <a:latin typeface="Lexend Deca"/>
              <a:ea typeface="Lexend Deca"/>
              <a:cs typeface="Lexend Deca"/>
              <a:sym typeface="Lexend Deca"/>
            </a:endParaRPr>
          </a:p>
          <a:p>
            <a:pPr indent="-342900" lvl="1" marL="914400" marR="0" rtl="0" algn="l">
              <a:lnSpc>
                <a:spcPct val="115000"/>
              </a:lnSpc>
              <a:spcBef>
                <a:spcPts val="0"/>
              </a:spcBef>
              <a:spcAft>
                <a:spcPts val="0"/>
              </a:spcAft>
              <a:buClr>
                <a:schemeClr val="dk1"/>
              </a:buClr>
              <a:buSzPts val="1800"/>
              <a:buFont typeface="Lexend Deca"/>
              <a:buChar char="○"/>
            </a:pPr>
            <a:r>
              <a:rPr b="0" i="1" lang="en" sz="1800" u="none" cap="none" strike="noStrike">
                <a:solidFill>
                  <a:schemeClr val="dk1"/>
                </a:solidFill>
                <a:latin typeface="Lexend Deca"/>
                <a:ea typeface="Lexend Deca"/>
                <a:cs typeface="Lexend Deca"/>
                <a:sym typeface="Lexend Deca"/>
              </a:rPr>
              <a:t>Affirmative </a:t>
            </a:r>
            <a:endParaRPr b="0" i="1" sz="1800" u="none" cap="none" strike="noStrike">
              <a:solidFill>
                <a:schemeClr val="dk1"/>
              </a:solidFill>
              <a:latin typeface="Lexend Deca"/>
              <a:ea typeface="Lexend Deca"/>
              <a:cs typeface="Lexend Deca"/>
              <a:sym typeface="Lexend Deca"/>
            </a:endParaRPr>
          </a:p>
          <a:p>
            <a:pPr indent="-342900" lvl="1" marL="914400" marR="0" rtl="0" algn="l">
              <a:lnSpc>
                <a:spcPct val="115000"/>
              </a:lnSpc>
              <a:spcBef>
                <a:spcPts val="0"/>
              </a:spcBef>
              <a:spcAft>
                <a:spcPts val="0"/>
              </a:spcAft>
              <a:buClr>
                <a:schemeClr val="dk1"/>
              </a:buClr>
              <a:buSzPts val="1800"/>
              <a:buFont typeface="Lexend Deca"/>
              <a:buChar char="○"/>
            </a:pPr>
            <a:r>
              <a:rPr b="0" i="1" lang="en" sz="1800" u="none" cap="none" strike="noStrike">
                <a:solidFill>
                  <a:schemeClr val="dk1"/>
                </a:solidFill>
                <a:latin typeface="Lexend Deca"/>
                <a:ea typeface="Lexend Deca"/>
                <a:cs typeface="Lexend Deca"/>
                <a:sym typeface="Lexend Deca"/>
              </a:rPr>
              <a:t>Negative</a:t>
            </a:r>
            <a:endParaRPr b="1" i="1" sz="1800" u="sng" cap="none" strike="noStrike">
              <a:solidFill>
                <a:srgbClr val="000000"/>
              </a:solidFill>
              <a:latin typeface="Lexend Deca"/>
              <a:ea typeface="Lexend Deca"/>
              <a:cs typeface="Lexend Deca"/>
              <a:sym typeface="Lexend Deca"/>
            </a:endParaRPr>
          </a:p>
        </p:txBody>
      </p:sp>
      <p:grpSp>
        <p:nvGrpSpPr>
          <p:cNvPr id="526" name="Google Shape;526;g13b6acb253f_1_358"/>
          <p:cNvGrpSpPr/>
          <p:nvPr/>
        </p:nvGrpSpPr>
        <p:grpSpPr>
          <a:xfrm flipH="1">
            <a:off x="74" y="2076792"/>
            <a:ext cx="3230245" cy="3066681"/>
            <a:chOff x="5256167" y="1468700"/>
            <a:chExt cx="3445595" cy="3271476"/>
          </a:xfrm>
        </p:grpSpPr>
        <p:sp>
          <p:nvSpPr>
            <p:cNvPr id="527" name="Google Shape;527;g13b6acb253f_1_358"/>
            <p:cNvSpPr/>
            <p:nvPr/>
          </p:nvSpPr>
          <p:spPr>
            <a:xfrm>
              <a:off x="6521525" y="4531625"/>
              <a:ext cx="1274700" cy="1974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g13b6acb253f_1_358"/>
            <p:cNvSpPr/>
            <p:nvPr/>
          </p:nvSpPr>
          <p:spPr>
            <a:xfrm flipH="1">
              <a:off x="5256167" y="1468700"/>
              <a:ext cx="3445595" cy="3271415"/>
            </a:xfrm>
            <a:custGeom>
              <a:rect b="b" l="l" r="r" t="t"/>
              <a:pathLst>
                <a:path extrusionOk="0" h="77238" w="78698">
                  <a:moveTo>
                    <a:pt x="33895" y="1"/>
                  </a:moveTo>
                  <a:cubicBezTo>
                    <a:pt x="33525" y="1"/>
                    <a:pt x="33154" y="7"/>
                    <a:pt x="32783" y="19"/>
                  </a:cubicBezTo>
                  <a:cubicBezTo>
                    <a:pt x="25665" y="219"/>
                    <a:pt x="18547" y="2725"/>
                    <a:pt x="13509" y="7462"/>
                  </a:cubicBezTo>
                  <a:cubicBezTo>
                    <a:pt x="8447" y="12199"/>
                    <a:pt x="5715" y="19242"/>
                    <a:pt x="7018" y="25858"/>
                  </a:cubicBezTo>
                  <a:cubicBezTo>
                    <a:pt x="7670" y="29192"/>
                    <a:pt x="5865" y="33828"/>
                    <a:pt x="6918" y="37061"/>
                  </a:cubicBezTo>
                  <a:cubicBezTo>
                    <a:pt x="7945" y="40320"/>
                    <a:pt x="8397" y="43954"/>
                    <a:pt x="6818" y="46986"/>
                  </a:cubicBezTo>
                  <a:cubicBezTo>
                    <a:pt x="5915" y="48691"/>
                    <a:pt x="4462" y="50069"/>
                    <a:pt x="3484" y="51698"/>
                  </a:cubicBezTo>
                  <a:cubicBezTo>
                    <a:pt x="1" y="57387"/>
                    <a:pt x="3083" y="65031"/>
                    <a:pt x="8497" y="69192"/>
                  </a:cubicBezTo>
                  <a:cubicBezTo>
                    <a:pt x="13885" y="73327"/>
                    <a:pt x="20978" y="74806"/>
                    <a:pt x="27770" y="76184"/>
                  </a:cubicBezTo>
                  <a:lnTo>
                    <a:pt x="30828" y="77237"/>
                  </a:lnTo>
                  <a:cubicBezTo>
                    <a:pt x="38021" y="76184"/>
                    <a:pt x="45214" y="75132"/>
                    <a:pt x="52407" y="74079"/>
                  </a:cubicBezTo>
                  <a:cubicBezTo>
                    <a:pt x="59149" y="73102"/>
                    <a:pt x="63710" y="71247"/>
                    <a:pt x="69324" y="67588"/>
                  </a:cubicBezTo>
                  <a:cubicBezTo>
                    <a:pt x="74938" y="63929"/>
                    <a:pt x="78698" y="56861"/>
                    <a:pt x="76141" y="50871"/>
                  </a:cubicBezTo>
                  <a:cubicBezTo>
                    <a:pt x="73510" y="44756"/>
                    <a:pt x="68021" y="42726"/>
                    <a:pt x="65114" y="36736"/>
                  </a:cubicBezTo>
                  <a:cubicBezTo>
                    <a:pt x="62683" y="31723"/>
                    <a:pt x="64387" y="25758"/>
                    <a:pt x="62983" y="20395"/>
                  </a:cubicBezTo>
                  <a:cubicBezTo>
                    <a:pt x="61354" y="14179"/>
                    <a:pt x="59149" y="8014"/>
                    <a:pt x="53184" y="4956"/>
                  </a:cubicBezTo>
                  <a:cubicBezTo>
                    <a:pt x="47270" y="1916"/>
                    <a:pt x="40613" y="1"/>
                    <a:pt x="33895" y="1"/>
                  </a:cubicBezTo>
                  <a:close/>
                </a:path>
              </a:pathLst>
            </a:custGeom>
            <a:solidFill>
              <a:srgbClr val="6275EE">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g13b6acb253f_1_358"/>
            <p:cNvSpPr/>
            <p:nvPr/>
          </p:nvSpPr>
          <p:spPr>
            <a:xfrm flipH="1">
              <a:off x="5760004" y="3477296"/>
              <a:ext cx="1075255" cy="923531"/>
            </a:xfrm>
            <a:custGeom>
              <a:rect b="b" l="l" r="r" t="t"/>
              <a:pathLst>
                <a:path extrusionOk="0" h="22065" w="25690">
                  <a:moveTo>
                    <a:pt x="9864" y="12466"/>
                  </a:moveTo>
                  <a:lnTo>
                    <a:pt x="9574" y="12632"/>
                  </a:lnTo>
                  <a:cubicBezTo>
                    <a:pt x="9660" y="12558"/>
                    <a:pt x="9757" y="12505"/>
                    <a:pt x="9864" y="12466"/>
                  </a:cubicBezTo>
                  <a:close/>
                  <a:moveTo>
                    <a:pt x="7795" y="1"/>
                  </a:moveTo>
                  <a:cubicBezTo>
                    <a:pt x="7795" y="1"/>
                    <a:pt x="0" y="4086"/>
                    <a:pt x="50" y="4863"/>
                  </a:cubicBezTo>
                  <a:cubicBezTo>
                    <a:pt x="251" y="8322"/>
                    <a:pt x="3058" y="15891"/>
                    <a:pt x="4662" y="18447"/>
                  </a:cubicBezTo>
                  <a:cubicBezTo>
                    <a:pt x="6301" y="21114"/>
                    <a:pt x="9028" y="22065"/>
                    <a:pt x="10745" y="22065"/>
                  </a:cubicBezTo>
                  <a:cubicBezTo>
                    <a:pt x="10997" y="22065"/>
                    <a:pt x="11227" y="22044"/>
                    <a:pt x="11429" y="22006"/>
                  </a:cubicBezTo>
                  <a:cubicBezTo>
                    <a:pt x="14687" y="21404"/>
                    <a:pt x="22707" y="14587"/>
                    <a:pt x="25690" y="11881"/>
                  </a:cubicBezTo>
                  <a:cubicBezTo>
                    <a:pt x="23484" y="9951"/>
                    <a:pt x="22883" y="8672"/>
                    <a:pt x="20777" y="6517"/>
                  </a:cubicBezTo>
                  <a:cubicBezTo>
                    <a:pt x="20452" y="6667"/>
                    <a:pt x="14036" y="10076"/>
                    <a:pt x="14036" y="10076"/>
                  </a:cubicBezTo>
                  <a:lnTo>
                    <a:pt x="12894" y="10730"/>
                  </a:lnTo>
                  <a:lnTo>
                    <a:pt x="12894" y="10730"/>
                  </a:lnTo>
                  <a:lnTo>
                    <a:pt x="7795" y="1"/>
                  </a:ln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g13b6acb253f_1_358"/>
            <p:cNvSpPr/>
            <p:nvPr/>
          </p:nvSpPr>
          <p:spPr>
            <a:xfrm flipH="1">
              <a:off x="5600516" y="3567287"/>
              <a:ext cx="483635" cy="439980"/>
            </a:xfrm>
            <a:custGeom>
              <a:rect b="b" l="l" r="r" t="t"/>
              <a:pathLst>
                <a:path extrusionOk="0" h="10512" w="11555">
                  <a:moveTo>
                    <a:pt x="4321" y="0"/>
                  </a:moveTo>
                  <a:cubicBezTo>
                    <a:pt x="3968" y="0"/>
                    <a:pt x="3621" y="185"/>
                    <a:pt x="3434" y="507"/>
                  </a:cubicBezTo>
                  <a:cubicBezTo>
                    <a:pt x="3434" y="507"/>
                    <a:pt x="0" y="4517"/>
                    <a:pt x="1103" y="5746"/>
                  </a:cubicBezTo>
                  <a:lnTo>
                    <a:pt x="6291" y="10482"/>
                  </a:lnTo>
                  <a:cubicBezTo>
                    <a:pt x="6417" y="10502"/>
                    <a:pt x="6543" y="10512"/>
                    <a:pt x="6668" y="10512"/>
                  </a:cubicBezTo>
                  <a:cubicBezTo>
                    <a:pt x="7339" y="10512"/>
                    <a:pt x="7986" y="10230"/>
                    <a:pt x="8472" y="9680"/>
                  </a:cubicBezTo>
                  <a:lnTo>
                    <a:pt x="10677" y="7149"/>
                  </a:lnTo>
                  <a:cubicBezTo>
                    <a:pt x="11554" y="6147"/>
                    <a:pt x="11454" y="4618"/>
                    <a:pt x="10451" y="3741"/>
                  </a:cubicBezTo>
                  <a:lnTo>
                    <a:pt x="7294" y="959"/>
                  </a:lnTo>
                  <a:cubicBezTo>
                    <a:pt x="6816" y="561"/>
                    <a:pt x="6229" y="368"/>
                    <a:pt x="5656" y="368"/>
                  </a:cubicBezTo>
                  <a:cubicBezTo>
                    <a:pt x="5506" y="368"/>
                    <a:pt x="5358" y="381"/>
                    <a:pt x="5213" y="407"/>
                  </a:cubicBezTo>
                  <a:cubicBezTo>
                    <a:pt x="5138" y="357"/>
                    <a:pt x="5088" y="307"/>
                    <a:pt x="5013" y="257"/>
                  </a:cubicBezTo>
                  <a:lnTo>
                    <a:pt x="4812" y="131"/>
                  </a:lnTo>
                  <a:cubicBezTo>
                    <a:pt x="4659" y="42"/>
                    <a:pt x="4489" y="0"/>
                    <a:pt x="4321"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g13b6acb253f_1_358"/>
            <p:cNvSpPr/>
            <p:nvPr/>
          </p:nvSpPr>
          <p:spPr>
            <a:xfrm flipH="1">
              <a:off x="5681292" y="3829433"/>
              <a:ext cx="246568" cy="66466"/>
            </a:xfrm>
            <a:custGeom>
              <a:rect b="b" l="l" r="r" t="t"/>
              <a:pathLst>
                <a:path extrusionOk="0" h="1588" w="5891">
                  <a:moveTo>
                    <a:pt x="4003" y="0"/>
                  </a:moveTo>
                  <a:cubicBezTo>
                    <a:pt x="1989" y="0"/>
                    <a:pt x="89" y="1393"/>
                    <a:pt x="51" y="1412"/>
                  </a:cubicBezTo>
                  <a:cubicBezTo>
                    <a:pt x="26" y="1437"/>
                    <a:pt x="1" y="1513"/>
                    <a:pt x="51" y="1538"/>
                  </a:cubicBezTo>
                  <a:cubicBezTo>
                    <a:pt x="51" y="1563"/>
                    <a:pt x="101" y="1588"/>
                    <a:pt x="126" y="1588"/>
                  </a:cubicBezTo>
                  <a:cubicBezTo>
                    <a:pt x="151" y="1588"/>
                    <a:pt x="151" y="1588"/>
                    <a:pt x="176" y="1563"/>
                  </a:cubicBezTo>
                  <a:cubicBezTo>
                    <a:pt x="195" y="1544"/>
                    <a:pt x="2049" y="193"/>
                    <a:pt x="3998" y="193"/>
                  </a:cubicBezTo>
                  <a:cubicBezTo>
                    <a:pt x="4586" y="193"/>
                    <a:pt x="5182" y="316"/>
                    <a:pt x="5740" y="635"/>
                  </a:cubicBezTo>
                  <a:cubicBezTo>
                    <a:pt x="5747" y="643"/>
                    <a:pt x="5759" y="646"/>
                    <a:pt x="5772" y="646"/>
                  </a:cubicBezTo>
                  <a:cubicBezTo>
                    <a:pt x="5805" y="646"/>
                    <a:pt x="5848" y="628"/>
                    <a:pt x="5865" y="610"/>
                  </a:cubicBezTo>
                  <a:cubicBezTo>
                    <a:pt x="5890" y="560"/>
                    <a:pt x="5865" y="485"/>
                    <a:pt x="5815" y="460"/>
                  </a:cubicBezTo>
                  <a:cubicBezTo>
                    <a:pt x="5233" y="128"/>
                    <a:pt x="4613" y="0"/>
                    <a:pt x="400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g13b6acb253f_1_358"/>
            <p:cNvSpPr/>
            <p:nvPr/>
          </p:nvSpPr>
          <p:spPr>
            <a:xfrm flipH="1">
              <a:off x="5945650" y="3719644"/>
              <a:ext cx="26243" cy="90239"/>
            </a:xfrm>
            <a:custGeom>
              <a:rect b="b" l="l" r="r" t="t"/>
              <a:pathLst>
                <a:path extrusionOk="0" h="2156" w="627">
                  <a:moveTo>
                    <a:pt x="551" y="0"/>
                  </a:moveTo>
                  <a:cubicBezTo>
                    <a:pt x="476" y="0"/>
                    <a:pt x="451" y="50"/>
                    <a:pt x="451" y="101"/>
                  </a:cubicBezTo>
                  <a:cubicBezTo>
                    <a:pt x="451" y="101"/>
                    <a:pt x="426" y="1103"/>
                    <a:pt x="25" y="2030"/>
                  </a:cubicBezTo>
                  <a:cubicBezTo>
                    <a:pt x="0" y="2080"/>
                    <a:pt x="25" y="2131"/>
                    <a:pt x="75" y="2156"/>
                  </a:cubicBezTo>
                  <a:lnTo>
                    <a:pt x="125" y="2156"/>
                  </a:lnTo>
                  <a:cubicBezTo>
                    <a:pt x="150" y="2156"/>
                    <a:pt x="175" y="2156"/>
                    <a:pt x="201" y="2106"/>
                  </a:cubicBezTo>
                  <a:cubicBezTo>
                    <a:pt x="627" y="1128"/>
                    <a:pt x="627" y="126"/>
                    <a:pt x="627" y="101"/>
                  </a:cubicBezTo>
                  <a:cubicBezTo>
                    <a:pt x="627" y="50"/>
                    <a:pt x="602" y="0"/>
                    <a:pt x="55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g13b6acb253f_1_358"/>
            <p:cNvSpPr/>
            <p:nvPr/>
          </p:nvSpPr>
          <p:spPr>
            <a:xfrm flipH="1">
              <a:off x="6457632" y="3169276"/>
              <a:ext cx="1552528" cy="1563912"/>
            </a:xfrm>
            <a:custGeom>
              <a:rect b="b" l="l" r="r" t="t"/>
              <a:pathLst>
                <a:path extrusionOk="0" h="37365" w="37093">
                  <a:moveTo>
                    <a:pt x="19260" y="0"/>
                  </a:moveTo>
                  <a:cubicBezTo>
                    <a:pt x="13041" y="0"/>
                    <a:pt x="7012" y="580"/>
                    <a:pt x="5489" y="1595"/>
                  </a:cubicBezTo>
                  <a:cubicBezTo>
                    <a:pt x="2682" y="3450"/>
                    <a:pt x="952" y="10417"/>
                    <a:pt x="877" y="12222"/>
                  </a:cubicBezTo>
                  <a:cubicBezTo>
                    <a:pt x="877" y="12222"/>
                    <a:pt x="0" y="14077"/>
                    <a:pt x="5639" y="14854"/>
                  </a:cubicBezTo>
                  <a:lnTo>
                    <a:pt x="1779" y="33550"/>
                  </a:lnTo>
                  <a:cubicBezTo>
                    <a:pt x="1779" y="33550"/>
                    <a:pt x="9385" y="37365"/>
                    <a:pt x="20444" y="37365"/>
                  </a:cubicBezTo>
                  <a:cubicBezTo>
                    <a:pt x="25420" y="37365"/>
                    <a:pt x="31096" y="36592"/>
                    <a:pt x="37093" y="34352"/>
                  </a:cubicBezTo>
                  <a:lnTo>
                    <a:pt x="35539" y="16332"/>
                  </a:lnTo>
                  <a:lnTo>
                    <a:pt x="30827" y="843"/>
                  </a:lnTo>
                  <a:cubicBezTo>
                    <a:pt x="27780" y="266"/>
                    <a:pt x="23476" y="0"/>
                    <a:pt x="19260"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g13b6acb253f_1_358"/>
            <p:cNvSpPr/>
            <p:nvPr/>
          </p:nvSpPr>
          <p:spPr>
            <a:xfrm flipH="1">
              <a:off x="6254057" y="3204561"/>
              <a:ext cx="465804" cy="648334"/>
            </a:xfrm>
            <a:custGeom>
              <a:rect b="b" l="l" r="r" t="t"/>
              <a:pathLst>
                <a:path extrusionOk="0" h="15490" w="11129">
                  <a:moveTo>
                    <a:pt x="0" y="0"/>
                  </a:moveTo>
                  <a:lnTo>
                    <a:pt x="4712" y="15489"/>
                  </a:lnTo>
                  <a:cubicBezTo>
                    <a:pt x="4712" y="15489"/>
                    <a:pt x="9875" y="14963"/>
                    <a:pt x="11128" y="10752"/>
                  </a:cubicBezTo>
                  <a:cubicBezTo>
                    <a:pt x="11128" y="10752"/>
                    <a:pt x="7519" y="1454"/>
                    <a:pt x="0"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g13b6acb253f_1_358"/>
            <p:cNvSpPr/>
            <p:nvPr/>
          </p:nvSpPr>
          <p:spPr>
            <a:xfrm flipH="1">
              <a:off x="6518418" y="3246501"/>
              <a:ext cx="393437" cy="570735"/>
            </a:xfrm>
            <a:custGeom>
              <a:rect b="b" l="l" r="r" t="t"/>
              <a:pathLst>
                <a:path extrusionOk="0" h="13636" w="9400">
                  <a:moveTo>
                    <a:pt x="126" y="1"/>
                  </a:moveTo>
                  <a:lnTo>
                    <a:pt x="1" y="176"/>
                  </a:lnTo>
                  <a:cubicBezTo>
                    <a:pt x="51" y="201"/>
                    <a:pt x="5089" y="4237"/>
                    <a:pt x="6642" y="6567"/>
                  </a:cubicBezTo>
                  <a:cubicBezTo>
                    <a:pt x="8196" y="8898"/>
                    <a:pt x="9174" y="13610"/>
                    <a:pt x="9174" y="13635"/>
                  </a:cubicBezTo>
                  <a:lnTo>
                    <a:pt x="9399" y="13610"/>
                  </a:lnTo>
                  <a:cubicBezTo>
                    <a:pt x="9374" y="13560"/>
                    <a:pt x="8397" y="8798"/>
                    <a:pt x="6818" y="6442"/>
                  </a:cubicBezTo>
                  <a:cubicBezTo>
                    <a:pt x="5239" y="4086"/>
                    <a:pt x="176" y="51"/>
                    <a:pt x="12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g13b6acb253f_1_358"/>
            <p:cNvSpPr/>
            <p:nvPr/>
          </p:nvSpPr>
          <p:spPr>
            <a:xfrm flipH="1">
              <a:off x="7053421" y="2966441"/>
              <a:ext cx="314750" cy="121421"/>
            </a:xfrm>
            <a:custGeom>
              <a:rect b="b" l="l" r="r" t="t"/>
              <a:pathLst>
                <a:path extrusionOk="0" h="2901" w="7520">
                  <a:moveTo>
                    <a:pt x="226" y="0"/>
                  </a:moveTo>
                  <a:lnTo>
                    <a:pt x="0" y="2882"/>
                  </a:lnTo>
                  <a:cubicBezTo>
                    <a:pt x="217" y="2894"/>
                    <a:pt x="433" y="2900"/>
                    <a:pt x="648" y="2900"/>
                  </a:cubicBezTo>
                  <a:cubicBezTo>
                    <a:pt x="3121" y="2900"/>
                    <a:pt x="5490" y="2115"/>
                    <a:pt x="7519" y="777"/>
                  </a:cubicBezTo>
                  <a:lnTo>
                    <a:pt x="22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g13b6acb253f_1_358"/>
            <p:cNvSpPr/>
            <p:nvPr/>
          </p:nvSpPr>
          <p:spPr>
            <a:xfrm flipH="1">
              <a:off x="6938027" y="2998964"/>
              <a:ext cx="441696" cy="279591"/>
            </a:xfrm>
            <a:custGeom>
              <a:rect b="b" l="l" r="r" t="t"/>
              <a:pathLst>
                <a:path extrusionOk="0" h="6680" w="10553">
                  <a:moveTo>
                    <a:pt x="7795" y="0"/>
                  </a:moveTo>
                  <a:cubicBezTo>
                    <a:pt x="5766" y="1338"/>
                    <a:pt x="3397" y="2123"/>
                    <a:pt x="924" y="2123"/>
                  </a:cubicBezTo>
                  <a:cubicBezTo>
                    <a:pt x="709" y="2123"/>
                    <a:pt x="493" y="2117"/>
                    <a:pt x="276" y="2105"/>
                  </a:cubicBezTo>
                  <a:lnTo>
                    <a:pt x="1" y="5664"/>
                  </a:lnTo>
                  <a:cubicBezTo>
                    <a:pt x="1" y="5664"/>
                    <a:pt x="3347" y="6680"/>
                    <a:pt x="6615" y="6680"/>
                  </a:cubicBezTo>
                  <a:cubicBezTo>
                    <a:pt x="7673" y="6680"/>
                    <a:pt x="8724" y="6573"/>
                    <a:pt x="9650" y="6291"/>
                  </a:cubicBezTo>
                  <a:lnTo>
                    <a:pt x="10001" y="3684"/>
                  </a:lnTo>
                  <a:lnTo>
                    <a:pt x="10552" y="276"/>
                  </a:lnTo>
                  <a:lnTo>
                    <a:pt x="10502" y="276"/>
                  </a:lnTo>
                  <a:lnTo>
                    <a:pt x="7795" y="0"/>
                  </a:ln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g13b6acb253f_1_358"/>
            <p:cNvSpPr/>
            <p:nvPr/>
          </p:nvSpPr>
          <p:spPr>
            <a:xfrm flipH="1">
              <a:off x="6633836" y="1792332"/>
              <a:ext cx="1179139" cy="1220492"/>
            </a:xfrm>
            <a:custGeom>
              <a:rect b="b" l="l" r="r" t="t"/>
              <a:pathLst>
                <a:path extrusionOk="0" h="29160" w="28172">
                  <a:moveTo>
                    <a:pt x="15141" y="0"/>
                  </a:moveTo>
                  <a:cubicBezTo>
                    <a:pt x="7819" y="0"/>
                    <a:pt x="473" y="6481"/>
                    <a:pt x="251" y="14367"/>
                  </a:cubicBezTo>
                  <a:cubicBezTo>
                    <a:pt x="1" y="22387"/>
                    <a:pt x="6592" y="28953"/>
                    <a:pt x="14011" y="29154"/>
                  </a:cubicBezTo>
                  <a:cubicBezTo>
                    <a:pt x="14140" y="29158"/>
                    <a:pt x="14269" y="29160"/>
                    <a:pt x="14397" y="29160"/>
                  </a:cubicBezTo>
                  <a:cubicBezTo>
                    <a:pt x="21668" y="29160"/>
                    <a:pt x="27674" y="22925"/>
                    <a:pt x="27921" y="15044"/>
                  </a:cubicBezTo>
                  <a:cubicBezTo>
                    <a:pt x="28171" y="7024"/>
                    <a:pt x="22958" y="231"/>
                    <a:pt x="15515" y="6"/>
                  </a:cubicBezTo>
                  <a:cubicBezTo>
                    <a:pt x="15390" y="2"/>
                    <a:pt x="15266" y="0"/>
                    <a:pt x="151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g13b6acb253f_1_358"/>
            <p:cNvSpPr/>
            <p:nvPr/>
          </p:nvSpPr>
          <p:spPr>
            <a:xfrm flipH="1">
              <a:off x="6511113" y="1884625"/>
              <a:ext cx="1146576" cy="1163904"/>
            </a:xfrm>
            <a:custGeom>
              <a:rect b="b" l="l" r="r" t="t"/>
              <a:pathLst>
                <a:path extrusionOk="0" h="27808" w="27394">
                  <a:moveTo>
                    <a:pt x="13708" y="0"/>
                  </a:moveTo>
                  <a:cubicBezTo>
                    <a:pt x="6469" y="0"/>
                    <a:pt x="472" y="5960"/>
                    <a:pt x="251" y="13490"/>
                  </a:cubicBezTo>
                  <a:cubicBezTo>
                    <a:pt x="0" y="21159"/>
                    <a:pt x="5840" y="27576"/>
                    <a:pt x="13283" y="27801"/>
                  </a:cubicBezTo>
                  <a:cubicBezTo>
                    <a:pt x="13418" y="27805"/>
                    <a:pt x="13552" y="27807"/>
                    <a:pt x="13685" y="27807"/>
                  </a:cubicBezTo>
                  <a:cubicBezTo>
                    <a:pt x="20925" y="27807"/>
                    <a:pt x="26922" y="21848"/>
                    <a:pt x="27168" y="14317"/>
                  </a:cubicBezTo>
                  <a:cubicBezTo>
                    <a:pt x="27394" y="6623"/>
                    <a:pt x="21554" y="232"/>
                    <a:pt x="14110" y="6"/>
                  </a:cubicBezTo>
                  <a:cubicBezTo>
                    <a:pt x="13976" y="2"/>
                    <a:pt x="13842" y="0"/>
                    <a:pt x="13708"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g13b6acb253f_1_358"/>
            <p:cNvSpPr/>
            <p:nvPr/>
          </p:nvSpPr>
          <p:spPr>
            <a:xfrm flipH="1">
              <a:off x="6660055" y="2333743"/>
              <a:ext cx="218232" cy="133517"/>
            </a:xfrm>
            <a:custGeom>
              <a:rect b="b" l="l" r="r" t="t"/>
              <a:pathLst>
                <a:path extrusionOk="0" h="3190" w="5214">
                  <a:moveTo>
                    <a:pt x="881" y="0"/>
                  </a:moveTo>
                  <a:cubicBezTo>
                    <a:pt x="558" y="0"/>
                    <a:pt x="248" y="192"/>
                    <a:pt x="101" y="505"/>
                  </a:cubicBezTo>
                  <a:cubicBezTo>
                    <a:pt x="1" y="755"/>
                    <a:pt x="26" y="1031"/>
                    <a:pt x="151" y="1256"/>
                  </a:cubicBezTo>
                  <a:cubicBezTo>
                    <a:pt x="226" y="1432"/>
                    <a:pt x="377" y="1557"/>
                    <a:pt x="552" y="1632"/>
                  </a:cubicBezTo>
                  <a:lnTo>
                    <a:pt x="3885" y="3111"/>
                  </a:lnTo>
                  <a:cubicBezTo>
                    <a:pt x="3999" y="3164"/>
                    <a:pt x="4117" y="3189"/>
                    <a:pt x="4234" y="3189"/>
                  </a:cubicBezTo>
                  <a:cubicBezTo>
                    <a:pt x="4556" y="3189"/>
                    <a:pt x="4866" y="2998"/>
                    <a:pt x="5013" y="2685"/>
                  </a:cubicBezTo>
                  <a:cubicBezTo>
                    <a:pt x="5214" y="2259"/>
                    <a:pt x="5013" y="1758"/>
                    <a:pt x="4587" y="1582"/>
                  </a:cubicBezTo>
                  <a:lnTo>
                    <a:pt x="1229" y="79"/>
                  </a:lnTo>
                  <a:cubicBezTo>
                    <a:pt x="1116" y="25"/>
                    <a:pt x="997" y="0"/>
                    <a:pt x="88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g13b6acb253f_1_358"/>
            <p:cNvSpPr/>
            <p:nvPr/>
          </p:nvSpPr>
          <p:spPr>
            <a:xfrm flipH="1">
              <a:off x="7147845" y="2366809"/>
              <a:ext cx="202494" cy="164323"/>
            </a:xfrm>
            <a:custGeom>
              <a:rect b="b" l="l" r="r" t="t"/>
              <a:pathLst>
                <a:path extrusionOk="0" h="3926" w="4838">
                  <a:moveTo>
                    <a:pt x="3862" y="0"/>
                  </a:moveTo>
                  <a:cubicBezTo>
                    <a:pt x="3688" y="0"/>
                    <a:pt x="3511" y="54"/>
                    <a:pt x="3359" y="166"/>
                  </a:cubicBezTo>
                  <a:lnTo>
                    <a:pt x="452" y="2396"/>
                  </a:lnTo>
                  <a:cubicBezTo>
                    <a:pt x="76" y="2697"/>
                    <a:pt x="1" y="3223"/>
                    <a:pt x="276" y="3599"/>
                  </a:cubicBezTo>
                  <a:cubicBezTo>
                    <a:pt x="452" y="3825"/>
                    <a:pt x="702" y="3925"/>
                    <a:pt x="953" y="3925"/>
                  </a:cubicBezTo>
                  <a:cubicBezTo>
                    <a:pt x="1153" y="3925"/>
                    <a:pt x="1329" y="3875"/>
                    <a:pt x="1479" y="3750"/>
                  </a:cubicBezTo>
                  <a:lnTo>
                    <a:pt x="4386" y="1519"/>
                  </a:lnTo>
                  <a:cubicBezTo>
                    <a:pt x="4762" y="1243"/>
                    <a:pt x="4838" y="692"/>
                    <a:pt x="4537" y="341"/>
                  </a:cubicBezTo>
                  <a:cubicBezTo>
                    <a:pt x="4373" y="117"/>
                    <a:pt x="4120" y="0"/>
                    <a:pt x="38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g13b6acb253f_1_358"/>
            <p:cNvSpPr/>
            <p:nvPr/>
          </p:nvSpPr>
          <p:spPr>
            <a:xfrm flipH="1">
              <a:off x="6527522" y="1861772"/>
              <a:ext cx="1189980" cy="725389"/>
            </a:xfrm>
            <a:custGeom>
              <a:rect b="b" l="l" r="r" t="t"/>
              <a:pathLst>
                <a:path extrusionOk="0" h="17331" w="28431">
                  <a:moveTo>
                    <a:pt x="15165" y="1"/>
                  </a:moveTo>
                  <a:cubicBezTo>
                    <a:pt x="11258" y="1"/>
                    <a:pt x="6501" y="993"/>
                    <a:pt x="3284" y="6041"/>
                  </a:cubicBezTo>
                  <a:cubicBezTo>
                    <a:pt x="1" y="11154"/>
                    <a:pt x="1329" y="16893"/>
                    <a:pt x="1329" y="16893"/>
                  </a:cubicBezTo>
                  <a:cubicBezTo>
                    <a:pt x="1729" y="17193"/>
                    <a:pt x="2203" y="17331"/>
                    <a:pt x="2704" y="17331"/>
                  </a:cubicBezTo>
                  <a:cubicBezTo>
                    <a:pt x="4713" y="17331"/>
                    <a:pt x="7154" y="15120"/>
                    <a:pt x="6993" y="12332"/>
                  </a:cubicBezTo>
                  <a:cubicBezTo>
                    <a:pt x="6827" y="9019"/>
                    <a:pt x="8360" y="7225"/>
                    <a:pt x="10282" y="7225"/>
                  </a:cubicBezTo>
                  <a:cubicBezTo>
                    <a:pt x="10396" y="7225"/>
                    <a:pt x="10511" y="7232"/>
                    <a:pt x="10627" y="7244"/>
                  </a:cubicBezTo>
                  <a:cubicBezTo>
                    <a:pt x="12930" y="7487"/>
                    <a:pt x="13076" y="9230"/>
                    <a:pt x="16237" y="9230"/>
                  </a:cubicBezTo>
                  <a:cubicBezTo>
                    <a:pt x="16343" y="9230"/>
                    <a:pt x="16453" y="9228"/>
                    <a:pt x="16567" y="9224"/>
                  </a:cubicBezTo>
                  <a:cubicBezTo>
                    <a:pt x="19667" y="9136"/>
                    <a:pt x="19206" y="6307"/>
                    <a:pt x="21322" y="6307"/>
                  </a:cubicBezTo>
                  <a:cubicBezTo>
                    <a:pt x="21601" y="6307"/>
                    <a:pt x="21924" y="6356"/>
                    <a:pt x="22306" y="6467"/>
                  </a:cubicBezTo>
                  <a:cubicBezTo>
                    <a:pt x="25565" y="7420"/>
                    <a:pt x="26918" y="11730"/>
                    <a:pt x="27695" y="11981"/>
                  </a:cubicBezTo>
                  <a:cubicBezTo>
                    <a:pt x="27756" y="11999"/>
                    <a:pt x="27810" y="12007"/>
                    <a:pt x="27859" y="12007"/>
                  </a:cubicBezTo>
                  <a:cubicBezTo>
                    <a:pt x="28430" y="12007"/>
                    <a:pt x="28196" y="10878"/>
                    <a:pt x="28196" y="10878"/>
                  </a:cubicBezTo>
                  <a:cubicBezTo>
                    <a:pt x="26843" y="3309"/>
                    <a:pt x="19249" y="1"/>
                    <a:pt x="15314" y="1"/>
                  </a:cubicBezTo>
                  <a:cubicBezTo>
                    <a:pt x="15264" y="1"/>
                    <a:pt x="15215" y="1"/>
                    <a:pt x="151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g13b6acb253f_1_358"/>
            <p:cNvSpPr/>
            <p:nvPr/>
          </p:nvSpPr>
          <p:spPr>
            <a:xfrm flipH="1">
              <a:off x="7435275" y="2485513"/>
              <a:ext cx="339904" cy="392098"/>
            </a:xfrm>
            <a:custGeom>
              <a:rect b="b" l="l" r="r" t="t"/>
              <a:pathLst>
                <a:path extrusionOk="0" h="9368" w="8121">
                  <a:moveTo>
                    <a:pt x="4841" y="0"/>
                  </a:moveTo>
                  <a:cubicBezTo>
                    <a:pt x="2399" y="0"/>
                    <a:pt x="344" y="1899"/>
                    <a:pt x="176" y="4372"/>
                  </a:cubicBezTo>
                  <a:cubicBezTo>
                    <a:pt x="0" y="6954"/>
                    <a:pt x="1955" y="9184"/>
                    <a:pt x="4536" y="9360"/>
                  </a:cubicBezTo>
                  <a:cubicBezTo>
                    <a:pt x="4627" y="9365"/>
                    <a:pt x="4718" y="9367"/>
                    <a:pt x="4807" y="9367"/>
                  </a:cubicBezTo>
                  <a:cubicBezTo>
                    <a:pt x="6082" y="9367"/>
                    <a:pt x="7254" y="8874"/>
                    <a:pt x="8120" y="8032"/>
                  </a:cubicBezTo>
                  <a:lnTo>
                    <a:pt x="6942" y="488"/>
                  </a:lnTo>
                  <a:cubicBezTo>
                    <a:pt x="6416" y="212"/>
                    <a:pt x="5815" y="36"/>
                    <a:pt x="5163" y="11"/>
                  </a:cubicBezTo>
                  <a:cubicBezTo>
                    <a:pt x="5055" y="4"/>
                    <a:pt x="4948" y="0"/>
                    <a:pt x="4841"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g13b6acb253f_1_358"/>
            <p:cNvSpPr/>
            <p:nvPr/>
          </p:nvSpPr>
          <p:spPr>
            <a:xfrm flipH="1">
              <a:off x="7503453" y="2599153"/>
              <a:ext cx="153189" cy="183743"/>
            </a:xfrm>
            <a:custGeom>
              <a:rect b="b" l="l" r="r" t="t"/>
              <a:pathLst>
                <a:path extrusionOk="0" h="4390" w="3660">
                  <a:moveTo>
                    <a:pt x="233" y="0"/>
                  </a:moveTo>
                  <a:cubicBezTo>
                    <a:pt x="156" y="0"/>
                    <a:pt x="109" y="3"/>
                    <a:pt x="100" y="3"/>
                  </a:cubicBezTo>
                  <a:cubicBezTo>
                    <a:pt x="25" y="3"/>
                    <a:pt x="0" y="53"/>
                    <a:pt x="0" y="103"/>
                  </a:cubicBezTo>
                  <a:cubicBezTo>
                    <a:pt x="0" y="154"/>
                    <a:pt x="50" y="204"/>
                    <a:pt x="100" y="204"/>
                  </a:cubicBezTo>
                  <a:cubicBezTo>
                    <a:pt x="105" y="204"/>
                    <a:pt x="151" y="200"/>
                    <a:pt x="230" y="200"/>
                  </a:cubicBezTo>
                  <a:cubicBezTo>
                    <a:pt x="573" y="200"/>
                    <a:pt x="1531" y="267"/>
                    <a:pt x="2306" y="981"/>
                  </a:cubicBezTo>
                  <a:cubicBezTo>
                    <a:pt x="3058" y="1682"/>
                    <a:pt x="3459" y="2785"/>
                    <a:pt x="3459" y="4289"/>
                  </a:cubicBezTo>
                  <a:cubicBezTo>
                    <a:pt x="3459" y="4339"/>
                    <a:pt x="3509" y="4389"/>
                    <a:pt x="3559" y="4389"/>
                  </a:cubicBezTo>
                  <a:cubicBezTo>
                    <a:pt x="3609" y="4389"/>
                    <a:pt x="3659" y="4339"/>
                    <a:pt x="3659" y="4289"/>
                  </a:cubicBezTo>
                  <a:cubicBezTo>
                    <a:pt x="3659" y="2735"/>
                    <a:pt x="3233" y="1557"/>
                    <a:pt x="2431" y="830"/>
                  </a:cubicBezTo>
                  <a:cubicBezTo>
                    <a:pt x="1586" y="68"/>
                    <a:pt x="589" y="0"/>
                    <a:pt x="2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g13b6acb253f_1_358"/>
            <p:cNvSpPr/>
            <p:nvPr/>
          </p:nvSpPr>
          <p:spPr>
            <a:xfrm flipH="1">
              <a:off x="7507638" y="2685126"/>
              <a:ext cx="116482" cy="52654"/>
            </a:xfrm>
            <a:custGeom>
              <a:rect b="b" l="l" r="r" t="t"/>
              <a:pathLst>
                <a:path extrusionOk="0" h="1258" w="2783">
                  <a:moveTo>
                    <a:pt x="17" y="1"/>
                  </a:moveTo>
                  <a:cubicBezTo>
                    <a:pt x="9" y="1"/>
                    <a:pt x="3" y="2"/>
                    <a:pt x="0" y="4"/>
                  </a:cubicBezTo>
                  <a:lnTo>
                    <a:pt x="50" y="80"/>
                  </a:lnTo>
                  <a:lnTo>
                    <a:pt x="25" y="180"/>
                  </a:lnTo>
                  <a:cubicBezTo>
                    <a:pt x="125" y="205"/>
                    <a:pt x="2456" y="1157"/>
                    <a:pt x="2607" y="1232"/>
                  </a:cubicBezTo>
                  <a:cubicBezTo>
                    <a:pt x="2632" y="1232"/>
                    <a:pt x="2657" y="1258"/>
                    <a:pt x="2657" y="1258"/>
                  </a:cubicBezTo>
                  <a:cubicBezTo>
                    <a:pt x="2682" y="1258"/>
                    <a:pt x="2707" y="1232"/>
                    <a:pt x="2732" y="1232"/>
                  </a:cubicBezTo>
                  <a:cubicBezTo>
                    <a:pt x="2757" y="1207"/>
                    <a:pt x="2782" y="1132"/>
                    <a:pt x="2732" y="1082"/>
                  </a:cubicBezTo>
                  <a:cubicBezTo>
                    <a:pt x="2732" y="1082"/>
                    <a:pt x="264" y="1"/>
                    <a:pt x="1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g13b6acb253f_1_358"/>
            <p:cNvSpPr/>
            <p:nvPr/>
          </p:nvSpPr>
          <p:spPr>
            <a:xfrm flipH="1">
              <a:off x="6909724" y="2365344"/>
              <a:ext cx="138498" cy="283275"/>
            </a:xfrm>
            <a:custGeom>
              <a:rect b="b" l="l" r="r" t="t"/>
              <a:pathLst>
                <a:path extrusionOk="0" h="6768" w="3309">
                  <a:moveTo>
                    <a:pt x="201" y="0"/>
                  </a:moveTo>
                  <a:lnTo>
                    <a:pt x="1" y="25"/>
                  </a:lnTo>
                  <a:cubicBezTo>
                    <a:pt x="1" y="25"/>
                    <a:pt x="452" y="3258"/>
                    <a:pt x="577" y="4261"/>
                  </a:cubicBezTo>
                  <a:cubicBezTo>
                    <a:pt x="577" y="4361"/>
                    <a:pt x="652" y="4436"/>
                    <a:pt x="727" y="4512"/>
                  </a:cubicBezTo>
                  <a:cubicBezTo>
                    <a:pt x="803" y="4562"/>
                    <a:pt x="903" y="4587"/>
                    <a:pt x="1003" y="4587"/>
                  </a:cubicBezTo>
                  <a:lnTo>
                    <a:pt x="3008" y="4286"/>
                  </a:lnTo>
                  <a:cubicBezTo>
                    <a:pt x="3058" y="4286"/>
                    <a:pt x="3058" y="4311"/>
                    <a:pt x="3083" y="4311"/>
                  </a:cubicBezTo>
                  <a:cubicBezTo>
                    <a:pt x="3083" y="4336"/>
                    <a:pt x="3108" y="4361"/>
                    <a:pt x="3083" y="4386"/>
                  </a:cubicBezTo>
                  <a:lnTo>
                    <a:pt x="2156" y="6642"/>
                  </a:lnTo>
                  <a:cubicBezTo>
                    <a:pt x="2131" y="6692"/>
                    <a:pt x="2156" y="6742"/>
                    <a:pt x="2206" y="6767"/>
                  </a:cubicBezTo>
                  <a:lnTo>
                    <a:pt x="2231" y="6767"/>
                  </a:lnTo>
                  <a:cubicBezTo>
                    <a:pt x="2281" y="6767"/>
                    <a:pt x="2306" y="6742"/>
                    <a:pt x="2331" y="6717"/>
                  </a:cubicBezTo>
                  <a:lnTo>
                    <a:pt x="3259" y="4461"/>
                  </a:lnTo>
                  <a:cubicBezTo>
                    <a:pt x="3309" y="4386"/>
                    <a:pt x="3284" y="4286"/>
                    <a:pt x="3234" y="4211"/>
                  </a:cubicBezTo>
                  <a:cubicBezTo>
                    <a:pt x="3192" y="4149"/>
                    <a:pt x="3117" y="4104"/>
                    <a:pt x="3036" y="4104"/>
                  </a:cubicBezTo>
                  <a:cubicBezTo>
                    <a:pt x="3019" y="4104"/>
                    <a:pt x="3001" y="4106"/>
                    <a:pt x="2983" y="4111"/>
                  </a:cubicBezTo>
                  <a:lnTo>
                    <a:pt x="978" y="4386"/>
                  </a:lnTo>
                  <a:cubicBezTo>
                    <a:pt x="928" y="4386"/>
                    <a:pt x="878" y="4386"/>
                    <a:pt x="828" y="4361"/>
                  </a:cubicBezTo>
                  <a:cubicBezTo>
                    <a:pt x="803" y="4311"/>
                    <a:pt x="778" y="4286"/>
                    <a:pt x="778" y="4236"/>
                  </a:cubicBezTo>
                  <a:cubicBezTo>
                    <a:pt x="627" y="3233"/>
                    <a:pt x="201" y="0"/>
                    <a:pt x="2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g13b6acb253f_1_358"/>
            <p:cNvSpPr/>
            <p:nvPr/>
          </p:nvSpPr>
          <p:spPr>
            <a:xfrm flipH="1">
              <a:off x="6962169" y="2775912"/>
              <a:ext cx="119622" cy="40599"/>
            </a:xfrm>
            <a:custGeom>
              <a:rect b="b" l="l" r="r" t="t"/>
              <a:pathLst>
                <a:path extrusionOk="0" h="970" w="2858">
                  <a:moveTo>
                    <a:pt x="1269" y="1"/>
                  </a:moveTo>
                  <a:cubicBezTo>
                    <a:pt x="835" y="1"/>
                    <a:pt x="410" y="87"/>
                    <a:pt x="1" y="292"/>
                  </a:cubicBezTo>
                  <a:cubicBezTo>
                    <a:pt x="251" y="642"/>
                    <a:pt x="702" y="968"/>
                    <a:pt x="1454" y="968"/>
                  </a:cubicBezTo>
                  <a:cubicBezTo>
                    <a:pt x="1479" y="969"/>
                    <a:pt x="1503" y="970"/>
                    <a:pt x="1527" y="970"/>
                  </a:cubicBezTo>
                  <a:cubicBezTo>
                    <a:pt x="2162" y="970"/>
                    <a:pt x="2568" y="655"/>
                    <a:pt x="2858" y="317"/>
                  </a:cubicBezTo>
                  <a:cubicBezTo>
                    <a:pt x="2324" y="125"/>
                    <a:pt x="1790" y="1"/>
                    <a:pt x="126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g13b6acb253f_1_358"/>
            <p:cNvSpPr/>
            <p:nvPr/>
          </p:nvSpPr>
          <p:spPr>
            <a:xfrm flipH="1">
              <a:off x="6943293" y="2746152"/>
              <a:ext cx="153189" cy="43027"/>
            </a:xfrm>
            <a:custGeom>
              <a:rect b="b" l="l" r="r" t="t"/>
              <a:pathLst>
                <a:path extrusionOk="0" h="1028" w="3660">
                  <a:moveTo>
                    <a:pt x="3635" y="0"/>
                  </a:moveTo>
                  <a:lnTo>
                    <a:pt x="1" y="226"/>
                  </a:lnTo>
                  <a:cubicBezTo>
                    <a:pt x="1" y="226"/>
                    <a:pt x="51" y="627"/>
                    <a:pt x="352" y="1003"/>
                  </a:cubicBezTo>
                  <a:cubicBezTo>
                    <a:pt x="761" y="798"/>
                    <a:pt x="1186" y="712"/>
                    <a:pt x="1620" y="712"/>
                  </a:cubicBezTo>
                  <a:cubicBezTo>
                    <a:pt x="2141" y="712"/>
                    <a:pt x="2675" y="836"/>
                    <a:pt x="3209" y="1028"/>
                  </a:cubicBezTo>
                  <a:cubicBezTo>
                    <a:pt x="3560" y="551"/>
                    <a:pt x="3660" y="25"/>
                    <a:pt x="36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g13b6acb253f_1_358"/>
            <p:cNvSpPr/>
            <p:nvPr/>
          </p:nvSpPr>
          <p:spPr>
            <a:xfrm flipH="1">
              <a:off x="7185596" y="2598902"/>
              <a:ext cx="68224" cy="84505"/>
            </a:xfrm>
            <a:custGeom>
              <a:rect b="b" l="l" r="r" t="t"/>
              <a:pathLst>
                <a:path extrusionOk="0" h="2019" w="1630">
                  <a:moveTo>
                    <a:pt x="749" y="0"/>
                  </a:moveTo>
                  <a:cubicBezTo>
                    <a:pt x="717" y="0"/>
                    <a:pt x="684" y="3"/>
                    <a:pt x="652" y="9"/>
                  </a:cubicBezTo>
                  <a:cubicBezTo>
                    <a:pt x="251" y="59"/>
                    <a:pt x="0" y="561"/>
                    <a:pt x="75" y="1112"/>
                  </a:cubicBezTo>
                  <a:cubicBezTo>
                    <a:pt x="170" y="1632"/>
                    <a:pt x="532" y="2018"/>
                    <a:pt x="910" y="2018"/>
                  </a:cubicBezTo>
                  <a:cubicBezTo>
                    <a:pt x="932" y="2018"/>
                    <a:pt x="955" y="2017"/>
                    <a:pt x="978" y="2014"/>
                  </a:cubicBezTo>
                  <a:cubicBezTo>
                    <a:pt x="1379" y="1939"/>
                    <a:pt x="1629" y="1438"/>
                    <a:pt x="1554" y="886"/>
                  </a:cubicBezTo>
                  <a:cubicBezTo>
                    <a:pt x="1462" y="380"/>
                    <a:pt x="1116" y="0"/>
                    <a:pt x="7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g13b6acb253f_1_358"/>
            <p:cNvSpPr/>
            <p:nvPr/>
          </p:nvSpPr>
          <p:spPr>
            <a:xfrm flipH="1">
              <a:off x="6749204" y="2549595"/>
              <a:ext cx="68224" cy="84505"/>
            </a:xfrm>
            <a:custGeom>
              <a:rect b="b" l="l" r="r" t="t"/>
              <a:pathLst>
                <a:path extrusionOk="0" h="2019" w="1630">
                  <a:moveTo>
                    <a:pt x="750" y="0"/>
                  </a:moveTo>
                  <a:cubicBezTo>
                    <a:pt x="717" y="0"/>
                    <a:pt x="685" y="3"/>
                    <a:pt x="652" y="9"/>
                  </a:cubicBezTo>
                  <a:cubicBezTo>
                    <a:pt x="251" y="59"/>
                    <a:pt x="0" y="561"/>
                    <a:pt x="76" y="1137"/>
                  </a:cubicBezTo>
                  <a:cubicBezTo>
                    <a:pt x="170" y="1655"/>
                    <a:pt x="530" y="2019"/>
                    <a:pt x="906" y="2019"/>
                  </a:cubicBezTo>
                  <a:cubicBezTo>
                    <a:pt x="930" y="2019"/>
                    <a:pt x="954" y="2017"/>
                    <a:pt x="978" y="2014"/>
                  </a:cubicBezTo>
                  <a:cubicBezTo>
                    <a:pt x="1379" y="1939"/>
                    <a:pt x="1629" y="1438"/>
                    <a:pt x="1529" y="886"/>
                  </a:cubicBezTo>
                  <a:cubicBezTo>
                    <a:pt x="1460" y="380"/>
                    <a:pt x="1116" y="0"/>
                    <a:pt x="7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g13b6acb253f_1_358"/>
            <p:cNvSpPr/>
            <p:nvPr/>
          </p:nvSpPr>
          <p:spPr>
            <a:xfrm flipH="1">
              <a:off x="7524444" y="3441635"/>
              <a:ext cx="957810" cy="1055332"/>
            </a:xfrm>
            <a:custGeom>
              <a:rect b="b" l="l" r="r" t="t"/>
              <a:pathLst>
                <a:path extrusionOk="0" h="25214" w="22884">
                  <a:moveTo>
                    <a:pt x="10051" y="1"/>
                  </a:moveTo>
                  <a:cubicBezTo>
                    <a:pt x="7244" y="2507"/>
                    <a:pt x="3008" y="6993"/>
                    <a:pt x="1855" y="8848"/>
                  </a:cubicBezTo>
                  <a:cubicBezTo>
                    <a:pt x="1" y="11905"/>
                    <a:pt x="753" y="15189"/>
                    <a:pt x="1730" y="16492"/>
                  </a:cubicBezTo>
                  <a:cubicBezTo>
                    <a:pt x="3735" y="19124"/>
                    <a:pt x="13535" y="23760"/>
                    <a:pt x="17294" y="25214"/>
                  </a:cubicBezTo>
                  <a:cubicBezTo>
                    <a:pt x="18021" y="22382"/>
                    <a:pt x="21906" y="21931"/>
                    <a:pt x="22883" y="19073"/>
                  </a:cubicBezTo>
                  <a:cubicBezTo>
                    <a:pt x="22582" y="18848"/>
                    <a:pt x="16292" y="14512"/>
                    <a:pt x="15991" y="14261"/>
                  </a:cubicBezTo>
                  <a:cubicBezTo>
                    <a:pt x="15239" y="13810"/>
                    <a:pt x="14462" y="13334"/>
                    <a:pt x="13685" y="12883"/>
                  </a:cubicBezTo>
                  <a:lnTo>
                    <a:pt x="13660" y="12908"/>
                  </a:lnTo>
                  <a:lnTo>
                    <a:pt x="12482" y="12281"/>
                  </a:lnTo>
                  <a:cubicBezTo>
                    <a:pt x="12158" y="12413"/>
                    <a:pt x="11885" y="12469"/>
                    <a:pt x="11650" y="12469"/>
                  </a:cubicBezTo>
                  <a:cubicBezTo>
                    <a:pt x="10553" y="12469"/>
                    <a:pt x="10282" y="11249"/>
                    <a:pt x="9510" y="10749"/>
                  </a:cubicBezTo>
                  <a:lnTo>
                    <a:pt x="9510" y="10749"/>
                  </a:lnTo>
                  <a:lnTo>
                    <a:pt x="12482" y="12281"/>
                  </a:lnTo>
                  <a:cubicBezTo>
                    <a:pt x="12532" y="12256"/>
                    <a:pt x="12582" y="12256"/>
                    <a:pt x="12657" y="12206"/>
                  </a:cubicBezTo>
                  <a:lnTo>
                    <a:pt x="16768" y="8647"/>
                  </a:lnTo>
                  <a:cubicBezTo>
                    <a:pt x="14763" y="7670"/>
                    <a:pt x="11129" y="5264"/>
                    <a:pt x="10051"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g13b6acb253f_1_358"/>
            <p:cNvSpPr/>
            <p:nvPr/>
          </p:nvSpPr>
          <p:spPr>
            <a:xfrm flipH="1">
              <a:off x="7373380" y="3208538"/>
              <a:ext cx="741712" cy="654821"/>
            </a:xfrm>
            <a:custGeom>
              <a:rect b="b" l="l" r="r" t="t"/>
              <a:pathLst>
                <a:path extrusionOk="0" h="15645" w="17721">
                  <a:moveTo>
                    <a:pt x="11124" y="1"/>
                  </a:moveTo>
                  <a:cubicBezTo>
                    <a:pt x="4838" y="1"/>
                    <a:pt x="1" y="5319"/>
                    <a:pt x="1" y="5319"/>
                  </a:cubicBezTo>
                  <a:cubicBezTo>
                    <a:pt x="2031" y="11785"/>
                    <a:pt x="8297" y="15645"/>
                    <a:pt x="8297" y="15645"/>
                  </a:cubicBezTo>
                  <a:cubicBezTo>
                    <a:pt x="16918" y="7825"/>
                    <a:pt x="17720" y="2136"/>
                    <a:pt x="17720" y="2136"/>
                  </a:cubicBezTo>
                  <a:cubicBezTo>
                    <a:pt x="15445" y="584"/>
                    <a:pt x="13205" y="1"/>
                    <a:pt x="11124"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g13b6acb253f_1_358"/>
            <p:cNvSpPr/>
            <p:nvPr/>
          </p:nvSpPr>
          <p:spPr>
            <a:xfrm flipH="1">
              <a:off x="7399613" y="3245455"/>
              <a:ext cx="349364" cy="569647"/>
            </a:xfrm>
            <a:custGeom>
              <a:rect b="b" l="l" r="r" t="t"/>
              <a:pathLst>
                <a:path extrusionOk="0" h="13610" w="8347">
                  <a:moveTo>
                    <a:pt x="8196" y="1"/>
                  </a:moveTo>
                  <a:cubicBezTo>
                    <a:pt x="8171" y="26"/>
                    <a:pt x="4838" y="3209"/>
                    <a:pt x="3785" y="4537"/>
                  </a:cubicBezTo>
                  <a:cubicBezTo>
                    <a:pt x="2732" y="5841"/>
                    <a:pt x="101" y="13209"/>
                    <a:pt x="1" y="13535"/>
                  </a:cubicBezTo>
                  <a:lnTo>
                    <a:pt x="201" y="13610"/>
                  </a:lnTo>
                  <a:cubicBezTo>
                    <a:pt x="226" y="13510"/>
                    <a:pt x="2933" y="5941"/>
                    <a:pt x="3961" y="4663"/>
                  </a:cubicBezTo>
                  <a:cubicBezTo>
                    <a:pt x="4988" y="3359"/>
                    <a:pt x="8321" y="176"/>
                    <a:pt x="8347" y="151"/>
                  </a:cubicBezTo>
                  <a:lnTo>
                    <a:pt x="819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g13b6acb253f_1_358"/>
            <p:cNvSpPr/>
            <p:nvPr/>
          </p:nvSpPr>
          <p:spPr>
            <a:xfrm flipH="1">
              <a:off x="7321974" y="4178095"/>
              <a:ext cx="469990" cy="493387"/>
            </a:xfrm>
            <a:custGeom>
              <a:rect b="b" l="l" r="r" t="t"/>
              <a:pathLst>
                <a:path extrusionOk="0" h="11788" w="11229">
                  <a:moveTo>
                    <a:pt x="5058" y="1"/>
                  </a:moveTo>
                  <a:cubicBezTo>
                    <a:pt x="4666" y="1"/>
                    <a:pt x="4295" y="88"/>
                    <a:pt x="3960" y="300"/>
                  </a:cubicBezTo>
                  <a:cubicBezTo>
                    <a:pt x="3960" y="300"/>
                    <a:pt x="401" y="2932"/>
                    <a:pt x="0" y="6591"/>
                  </a:cubicBezTo>
                  <a:cubicBezTo>
                    <a:pt x="25" y="7418"/>
                    <a:pt x="451" y="8220"/>
                    <a:pt x="1228" y="8697"/>
                  </a:cubicBezTo>
                  <a:lnTo>
                    <a:pt x="3008" y="9774"/>
                  </a:lnTo>
                  <a:cubicBezTo>
                    <a:pt x="3058" y="9824"/>
                    <a:pt x="3108" y="9874"/>
                    <a:pt x="3183" y="9925"/>
                  </a:cubicBezTo>
                  <a:lnTo>
                    <a:pt x="5890" y="11654"/>
                  </a:lnTo>
                  <a:cubicBezTo>
                    <a:pt x="6034" y="11745"/>
                    <a:pt x="6190" y="11788"/>
                    <a:pt x="6349" y="11788"/>
                  </a:cubicBezTo>
                  <a:cubicBezTo>
                    <a:pt x="6715" y="11788"/>
                    <a:pt x="7097" y="11562"/>
                    <a:pt x="7394" y="11178"/>
                  </a:cubicBezTo>
                  <a:cubicBezTo>
                    <a:pt x="7619" y="10852"/>
                    <a:pt x="7569" y="10451"/>
                    <a:pt x="7394" y="10125"/>
                  </a:cubicBezTo>
                  <a:cubicBezTo>
                    <a:pt x="7395" y="10124"/>
                    <a:pt x="7398" y="10124"/>
                    <a:pt x="7401" y="10124"/>
                  </a:cubicBezTo>
                  <a:cubicBezTo>
                    <a:pt x="7440" y="10124"/>
                    <a:pt x="7584" y="10170"/>
                    <a:pt x="7783" y="10170"/>
                  </a:cubicBezTo>
                  <a:cubicBezTo>
                    <a:pt x="8104" y="10170"/>
                    <a:pt x="8570" y="10050"/>
                    <a:pt x="8973" y="9423"/>
                  </a:cubicBezTo>
                  <a:cubicBezTo>
                    <a:pt x="9449" y="8697"/>
                    <a:pt x="8822" y="7920"/>
                    <a:pt x="8822" y="7920"/>
                  </a:cubicBezTo>
                  <a:lnTo>
                    <a:pt x="8822" y="7920"/>
                  </a:lnTo>
                  <a:cubicBezTo>
                    <a:pt x="8934" y="7946"/>
                    <a:pt x="9056" y="7964"/>
                    <a:pt x="9182" y="7964"/>
                  </a:cubicBezTo>
                  <a:cubicBezTo>
                    <a:pt x="9537" y="7964"/>
                    <a:pt x="9923" y="7824"/>
                    <a:pt x="10201" y="7343"/>
                  </a:cubicBezTo>
                  <a:cubicBezTo>
                    <a:pt x="10577" y="6691"/>
                    <a:pt x="9875" y="5864"/>
                    <a:pt x="9900" y="5864"/>
                  </a:cubicBezTo>
                  <a:lnTo>
                    <a:pt x="9900" y="5864"/>
                  </a:lnTo>
                  <a:cubicBezTo>
                    <a:pt x="9963" y="5881"/>
                    <a:pt x="10026" y="5889"/>
                    <a:pt x="10087" y="5889"/>
                  </a:cubicBezTo>
                  <a:cubicBezTo>
                    <a:pt x="10486" y="5889"/>
                    <a:pt x="10829" y="5560"/>
                    <a:pt x="11003" y="5213"/>
                  </a:cubicBezTo>
                  <a:cubicBezTo>
                    <a:pt x="11228" y="4737"/>
                    <a:pt x="11028" y="3985"/>
                    <a:pt x="10577" y="3684"/>
                  </a:cubicBezTo>
                  <a:lnTo>
                    <a:pt x="8446" y="2431"/>
                  </a:lnTo>
                  <a:cubicBezTo>
                    <a:pt x="9098" y="1428"/>
                    <a:pt x="7644" y="777"/>
                    <a:pt x="7644" y="777"/>
                  </a:cubicBezTo>
                  <a:cubicBezTo>
                    <a:pt x="6766" y="372"/>
                    <a:pt x="5866" y="1"/>
                    <a:pt x="5058"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g13b6acb253f_1_358"/>
            <p:cNvSpPr/>
            <p:nvPr/>
          </p:nvSpPr>
          <p:spPr>
            <a:xfrm flipH="1">
              <a:off x="7665017" y="4290144"/>
              <a:ext cx="131174" cy="298133"/>
            </a:xfrm>
            <a:custGeom>
              <a:rect b="b" l="l" r="r" t="t"/>
              <a:pathLst>
                <a:path extrusionOk="0" h="7123" w="3134">
                  <a:moveTo>
                    <a:pt x="1679" y="1"/>
                  </a:moveTo>
                  <a:cubicBezTo>
                    <a:pt x="1650" y="1"/>
                    <a:pt x="1619" y="15"/>
                    <a:pt x="1605" y="29"/>
                  </a:cubicBezTo>
                  <a:cubicBezTo>
                    <a:pt x="678" y="1308"/>
                    <a:pt x="126" y="2611"/>
                    <a:pt x="1" y="3914"/>
                  </a:cubicBezTo>
                  <a:cubicBezTo>
                    <a:pt x="26" y="4816"/>
                    <a:pt x="502" y="5619"/>
                    <a:pt x="1279" y="6095"/>
                  </a:cubicBezTo>
                  <a:lnTo>
                    <a:pt x="2958" y="7122"/>
                  </a:lnTo>
                  <a:lnTo>
                    <a:pt x="3008" y="7122"/>
                  </a:lnTo>
                  <a:cubicBezTo>
                    <a:pt x="3058" y="7122"/>
                    <a:pt x="3084" y="7122"/>
                    <a:pt x="3109" y="7097"/>
                  </a:cubicBezTo>
                  <a:cubicBezTo>
                    <a:pt x="3134" y="7047"/>
                    <a:pt x="3109" y="6972"/>
                    <a:pt x="3058" y="6947"/>
                  </a:cubicBezTo>
                  <a:lnTo>
                    <a:pt x="1379" y="5944"/>
                  </a:lnTo>
                  <a:cubicBezTo>
                    <a:pt x="652" y="5493"/>
                    <a:pt x="226" y="4741"/>
                    <a:pt x="176" y="3914"/>
                  </a:cubicBezTo>
                  <a:cubicBezTo>
                    <a:pt x="327" y="2661"/>
                    <a:pt x="853" y="1408"/>
                    <a:pt x="1755" y="155"/>
                  </a:cubicBezTo>
                  <a:cubicBezTo>
                    <a:pt x="1780" y="105"/>
                    <a:pt x="1780" y="55"/>
                    <a:pt x="1730" y="29"/>
                  </a:cubicBezTo>
                  <a:cubicBezTo>
                    <a:pt x="1720" y="8"/>
                    <a:pt x="1700" y="1"/>
                    <a:pt x="16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g13b6acb253f_1_358"/>
            <p:cNvSpPr/>
            <p:nvPr/>
          </p:nvSpPr>
          <p:spPr>
            <a:xfrm flipH="1">
              <a:off x="7355534" y="4244772"/>
              <a:ext cx="153189" cy="84380"/>
            </a:xfrm>
            <a:custGeom>
              <a:rect b="b" l="l" r="r" t="t"/>
              <a:pathLst>
                <a:path extrusionOk="0" h="2016" w="3660">
                  <a:moveTo>
                    <a:pt x="111" y="1"/>
                  </a:moveTo>
                  <a:cubicBezTo>
                    <a:pt x="75" y="1"/>
                    <a:pt x="43" y="24"/>
                    <a:pt x="25" y="61"/>
                  </a:cubicBezTo>
                  <a:cubicBezTo>
                    <a:pt x="0" y="111"/>
                    <a:pt x="25" y="161"/>
                    <a:pt x="75" y="186"/>
                  </a:cubicBezTo>
                  <a:cubicBezTo>
                    <a:pt x="1980" y="988"/>
                    <a:pt x="3484" y="1991"/>
                    <a:pt x="3484" y="2016"/>
                  </a:cubicBezTo>
                  <a:lnTo>
                    <a:pt x="3534" y="2016"/>
                  </a:lnTo>
                  <a:cubicBezTo>
                    <a:pt x="3559" y="2016"/>
                    <a:pt x="3609" y="2016"/>
                    <a:pt x="3609" y="1991"/>
                  </a:cubicBezTo>
                  <a:cubicBezTo>
                    <a:pt x="3659" y="1941"/>
                    <a:pt x="3634" y="1890"/>
                    <a:pt x="3584" y="1840"/>
                  </a:cubicBezTo>
                  <a:cubicBezTo>
                    <a:pt x="3584" y="1840"/>
                    <a:pt x="2055" y="838"/>
                    <a:pt x="150" y="11"/>
                  </a:cubicBezTo>
                  <a:cubicBezTo>
                    <a:pt x="137" y="4"/>
                    <a:pt x="124" y="1"/>
                    <a:pt x="1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g13b6acb253f_1_358"/>
            <p:cNvSpPr/>
            <p:nvPr/>
          </p:nvSpPr>
          <p:spPr>
            <a:xfrm flipH="1">
              <a:off x="5635134" y="2383175"/>
              <a:ext cx="599029" cy="599029"/>
            </a:xfrm>
            <a:custGeom>
              <a:rect b="b" l="l" r="r" t="t"/>
              <a:pathLst>
                <a:path extrusionOk="0" h="14312" w="14312">
                  <a:moveTo>
                    <a:pt x="7143" y="0"/>
                  </a:moveTo>
                  <a:cubicBezTo>
                    <a:pt x="3208" y="0"/>
                    <a:pt x="0" y="3208"/>
                    <a:pt x="0" y="7168"/>
                  </a:cubicBezTo>
                  <a:cubicBezTo>
                    <a:pt x="0" y="11103"/>
                    <a:pt x="3208" y="14311"/>
                    <a:pt x="7143" y="14311"/>
                  </a:cubicBezTo>
                  <a:cubicBezTo>
                    <a:pt x="11103" y="14311"/>
                    <a:pt x="14311" y="11103"/>
                    <a:pt x="14311" y="7168"/>
                  </a:cubicBezTo>
                  <a:cubicBezTo>
                    <a:pt x="14311" y="3208"/>
                    <a:pt x="11103" y="0"/>
                    <a:pt x="7143" y="0"/>
                  </a:cubicBezTo>
                  <a:close/>
                </a:path>
              </a:pathLst>
            </a:custGeom>
            <a:solidFill>
              <a:srgbClr val="135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g13b6acb253f_1_358"/>
            <p:cNvSpPr/>
            <p:nvPr/>
          </p:nvSpPr>
          <p:spPr>
            <a:xfrm flipH="1">
              <a:off x="5714857"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6" y="1906"/>
                    <a:pt x="2456" y="1229"/>
                  </a:cubicBezTo>
                  <a:cubicBezTo>
                    <a:pt x="2456"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g13b6acb253f_1_358"/>
            <p:cNvSpPr/>
            <p:nvPr/>
          </p:nvSpPr>
          <p:spPr>
            <a:xfrm flipH="1">
              <a:off x="5880607"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6" y="1906"/>
                    <a:pt x="2456" y="1229"/>
                  </a:cubicBezTo>
                  <a:cubicBezTo>
                    <a:pt x="2456"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g13b6acb253f_1_358"/>
            <p:cNvSpPr/>
            <p:nvPr/>
          </p:nvSpPr>
          <p:spPr>
            <a:xfrm flipH="1">
              <a:off x="6046358"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7" y="1906"/>
                    <a:pt x="2457" y="1229"/>
                  </a:cubicBezTo>
                  <a:cubicBezTo>
                    <a:pt x="2457"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g13b6acb253f_1_358"/>
            <p:cNvSpPr/>
            <p:nvPr/>
          </p:nvSpPr>
          <p:spPr>
            <a:xfrm flipH="1">
              <a:off x="6133421" y="2589819"/>
              <a:ext cx="221371" cy="197263"/>
            </a:xfrm>
            <a:custGeom>
              <a:rect b="b" l="l" r="r" t="t"/>
              <a:pathLst>
                <a:path extrusionOk="0" h="4713" w="5289">
                  <a:moveTo>
                    <a:pt x="5288" y="1"/>
                  </a:moveTo>
                  <a:lnTo>
                    <a:pt x="0" y="552"/>
                  </a:lnTo>
                  <a:lnTo>
                    <a:pt x="4085" y="4712"/>
                  </a:lnTo>
                  <a:lnTo>
                    <a:pt x="5288" y="1"/>
                  </a:lnTo>
                  <a:close/>
                </a:path>
              </a:pathLst>
            </a:custGeom>
            <a:solidFill>
              <a:srgbClr val="135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g13b6acb253f_1_358"/>
            <p:cNvSpPr/>
            <p:nvPr/>
          </p:nvSpPr>
          <p:spPr>
            <a:xfrm flipH="1">
              <a:off x="5730571" y="4673700"/>
              <a:ext cx="2856608" cy="66476"/>
            </a:xfrm>
            <a:custGeom>
              <a:rect b="b" l="l" r="r" t="t"/>
              <a:pathLst>
                <a:path extrusionOk="0" h="1781" w="76518">
                  <a:moveTo>
                    <a:pt x="1" y="1"/>
                  </a:moveTo>
                  <a:lnTo>
                    <a:pt x="1" y="1780"/>
                  </a:lnTo>
                  <a:lnTo>
                    <a:pt x="76517" y="1780"/>
                  </a:lnTo>
                  <a:lnTo>
                    <a:pt x="7651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g13b6acb253f_1_358"/>
            <p:cNvSpPr/>
            <p:nvPr/>
          </p:nvSpPr>
          <p:spPr>
            <a:xfrm>
              <a:off x="7958725" y="3865950"/>
              <a:ext cx="160750" cy="122650"/>
            </a:xfrm>
            <a:custGeom>
              <a:rect b="b" l="l" r="r" t="t"/>
              <a:pathLst>
                <a:path extrusionOk="0" h="4906" w="6430">
                  <a:moveTo>
                    <a:pt x="0" y="3644"/>
                  </a:moveTo>
                  <a:lnTo>
                    <a:pt x="6430" y="0"/>
                  </a:lnTo>
                  <a:lnTo>
                    <a:pt x="4477" y="4906"/>
                  </a:lnTo>
                  <a:close/>
                </a:path>
              </a:pathLst>
            </a:custGeom>
            <a:solidFill>
              <a:srgbClr val="BC574C"/>
            </a:solidFill>
            <a:ln>
              <a:noFill/>
            </a:ln>
          </p:spPr>
        </p:sp>
        <p:grpSp>
          <p:nvGrpSpPr>
            <p:cNvPr id="564" name="Google Shape;564;g13b6acb253f_1_358"/>
            <p:cNvGrpSpPr/>
            <p:nvPr/>
          </p:nvGrpSpPr>
          <p:grpSpPr>
            <a:xfrm rot="190448">
              <a:off x="5499134" y="3376991"/>
              <a:ext cx="851062" cy="769057"/>
              <a:chOff x="3422450" y="1910675"/>
              <a:chExt cx="1386000" cy="1252450"/>
            </a:xfrm>
          </p:grpSpPr>
          <p:sp>
            <p:nvSpPr>
              <p:cNvPr id="565" name="Google Shape;565;g13b6acb253f_1_358"/>
              <p:cNvSpPr/>
              <p:nvPr/>
            </p:nvSpPr>
            <p:spPr>
              <a:xfrm>
                <a:off x="4066575" y="1910675"/>
                <a:ext cx="741875" cy="696325"/>
              </a:xfrm>
              <a:custGeom>
                <a:rect b="b" l="l" r="r" t="t"/>
                <a:pathLst>
                  <a:path extrusionOk="0" h="27853" w="29675">
                    <a:moveTo>
                      <a:pt x="15361" y="1"/>
                    </a:moveTo>
                    <a:cubicBezTo>
                      <a:pt x="11400" y="1"/>
                      <a:pt x="7522" y="1758"/>
                      <a:pt x="4862" y="4953"/>
                    </a:cubicBezTo>
                    <a:cubicBezTo>
                      <a:pt x="4838" y="4950"/>
                      <a:pt x="4813" y="4948"/>
                      <a:pt x="4787" y="4948"/>
                    </a:cubicBezTo>
                    <a:cubicBezTo>
                      <a:pt x="4607" y="4948"/>
                      <a:pt x="4415" y="5028"/>
                      <a:pt x="4261" y="5204"/>
                    </a:cubicBezTo>
                    <a:cubicBezTo>
                      <a:pt x="827" y="9289"/>
                      <a:pt x="0" y="15103"/>
                      <a:pt x="2181" y="19991"/>
                    </a:cubicBezTo>
                    <a:cubicBezTo>
                      <a:pt x="4405" y="24929"/>
                      <a:pt x="9590" y="27853"/>
                      <a:pt x="14863" y="27853"/>
                    </a:cubicBezTo>
                    <a:cubicBezTo>
                      <a:pt x="15532" y="27853"/>
                      <a:pt x="16202" y="27806"/>
                      <a:pt x="16867" y="27710"/>
                    </a:cubicBezTo>
                    <a:cubicBezTo>
                      <a:pt x="22832" y="26858"/>
                      <a:pt x="27770" y="22046"/>
                      <a:pt x="28722" y="16106"/>
                    </a:cubicBezTo>
                    <a:cubicBezTo>
                      <a:pt x="29675" y="10316"/>
                      <a:pt x="26893" y="4402"/>
                      <a:pt x="21730" y="1620"/>
                    </a:cubicBezTo>
                    <a:cubicBezTo>
                      <a:pt x="19704" y="523"/>
                      <a:pt x="17520" y="1"/>
                      <a:pt x="1536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g13b6acb253f_1_358"/>
              <p:cNvSpPr/>
              <p:nvPr/>
            </p:nvSpPr>
            <p:spPr>
              <a:xfrm>
                <a:off x="3584200" y="2260100"/>
                <a:ext cx="872625" cy="789850"/>
              </a:xfrm>
              <a:custGeom>
                <a:rect b="b" l="l" r="r" t="t"/>
                <a:pathLst>
                  <a:path extrusionOk="0" h="31594" w="34905">
                    <a:moveTo>
                      <a:pt x="23229" y="0"/>
                    </a:moveTo>
                    <a:cubicBezTo>
                      <a:pt x="23032" y="0"/>
                      <a:pt x="22830" y="73"/>
                      <a:pt x="22654" y="249"/>
                    </a:cubicBezTo>
                    <a:cubicBezTo>
                      <a:pt x="15486" y="7743"/>
                      <a:pt x="8293" y="15212"/>
                      <a:pt x="1100" y="22706"/>
                    </a:cubicBezTo>
                    <a:cubicBezTo>
                      <a:pt x="924" y="22881"/>
                      <a:pt x="874" y="23107"/>
                      <a:pt x="899" y="23282"/>
                    </a:cubicBezTo>
                    <a:cubicBezTo>
                      <a:pt x="799" y="23407"/>
                      <a:pt x="749" y="23533"/>
                      <a:pt x="699" y="23708"/>
                    </a:cubicBezTo>
                    <a:cubicBezTo>
                      <a:pt x="0" y="27921"/>
                      <a:pt x="3193" y="31594"/>
                      <a:pt x="7326" y="31594"/>
                    </a:cubicBezTo>
                    <a:cubicBezTo>
                      <a:pt x="7643" y="31594"/>
                      <a:pt x="7966" y="31572"/>
                      <a:pt x="8293" y="31528"/>
                    </a:cubicBezTo>
                    <a:cubicBezTo>
                      <a:pt x="8669" y="31477"/>
                      <a:pt x="8869" y="31227"/>
                      <a:pt x="8944" y="30951"/>
                    </a:cubicBezTo>
                    <a:cubicBezTo>
                      <a:pt x="9019" y="30926"/>
                      <a:pt x="9070" y="30876"/>
                      <a:pt x="9120" y="30851"/>
                    </a:cubicBezTo>
                    <a:cubicBezTo>
                      <a:pt x="17390" y="24410"/>
                      <a:pt x="25636" y="17994"/>
                      <a:pt x="33882" y="11553"/>
                    </a:cubicBezTo>
                    <a:cubicBezTo>
                      <a:pt x="33930" y="11560"/>
                      <a:pt x="33978" y="11564"/>
                      <a:pt x="34027" y="11564"/>
                    </a:cubicBezTo>
                    <a:cubicBezTo>
                      <a:pt x="34463" y="11564"/>
                      <a:pt x="34904" y="11264"/>
                      <a:pt x="34859" y="10700"/>
                    </a:cubicBezTo>
                    <a:cubicBezTo>
                      <a:pt x="34408" y="4710"/>
                      <a:pt x="29571" y="274"/>
                      <a:pt x="23631" y="99"/>
                    </a:cubicBezTo>
                    <a:cubicBezTo>
                      <a:pt x="23507" y="37"/>
                      <a:pt x="23369" y="0"/>
                      <a:pt x="2322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g13b6acb253f_1_358"/>
              <p:cNvSpPr/>
              <p:nvPr/>
            </p:nvSpPr>
            <p:spPr>
              <a:xfrm>
                <a:off x="3422450" y="2847550"/>
                <a:ext cx="384750" cy="313400"/>
              </a:xfrm>
              <a:custGeom>
                <a:rect b="b" l="l" r="r" t="t"/>
                <a:pathLst>
                  <a:path extrusionOk="0" h="12536" w="15390">
                    <a:moveTo>
                      <a:pt x="8019" y="0"/>
                    </a:moveTo>
                    <a:cubicBezTo>
                      <a:pt x="7897" y="0"/>
                      <a:pt x="7789" y="28"/>
                      <a:pt x="7695" y="85"/>
                    </a:cubicBezTo>
                    <a:cubicBezTo>
                      <a:pt x="7494" y="85"/>
                      <a:pt x="7319" y="185"/>
                      <a:pt x="7169" y="360"/>
                    </a:cubicBezTo>
                    <a:lnTo>
                      <a:pt x="4712" y="3468"/>
                    </a:lnTo>
                    <a:cubicBezTo>
                      <a:pt x="3134" y="5223"/>
                      <a:pt x="1655" y="7002"/>
                      <a:pt x="201" y="8857"/>
                    </a:cubicBezTo>
                    <a:cubicBezTo>
                      <a:pt x="26" y="9107"/>
                      <a:pt x="1" y="9333"/>
                      <a:pt x="76" y="9558"/>
                    </a:cubicBezTo>
                    <a:cubicBezTo>
                      <a:pt x="51" y="9659"/>
                      <a:pt x="76" y="9784"/>
                      <a:pt x="126" y="9934"/>
                    </a:cubicBezTo>
                    <a:cubicBezTo>
                      <a:pt x="527" y="11037"/>
                      <a:pt x="1354" y="11914"/>
                      <a:pt x="2432" y="12416"/>
                    </a:cubicBezTo>
                    <a:cubicBezTo>
                      <a:pt x="2457" y="12441"/>
                      <a:pt x="2507" y="12441"/>
                      <a:pt x="2532" y="12441"/>
                    </a:cubicBezTo>
                    <a:cubicBezTo>
                      <a:pt x="2648" y="12499"/>
                      <a:pt x="2770" y="12535"/>
                      <a:pt x="2894" y="12535"/>
                    </a:cubicBezTo>
                    <a:cubicBezTo>
                      <a:pt x="3038" y="12535"/>
                      <a:pt x="3186" y="12486"/>
                      <a:pt x="3334" y="12365"/>
                    </a:cubicBezTo>
                    <a:cubicBezTo>
                      <a:pt x="3635" y="12115"/>
                      <a:pt x="3961" y="11889"/>
                      <a:pt x="4261" y="11639"/>
                    </a:cubicBezTo>
                    <a:cubicBezTo>
                      <a:pt x="4412" y="11538"/>
                      <a:pt x="4587" y="11438"/>
                      <a:pt x="4738" y="11338"/>
                    </a:cubicBezTo>
                    <a:cubicBezTo>
                      <a:pt x="5690" y="10686"/>
                      <a:pt x="6642" y="9985"/>
                      <a:pt x="7570" y="9258"/>
                    </a:cubicBezTo>
                    <a:cubicBezTo>
                      <a:pt x="8422" y="9634"/>
                      <a:pt x="9324" y="9884"/>
                      <a:pt x="10251" y="10035"/>
                    </a:cubicBezTo>
                    <a:cubicBezTo>
                      <a:pt x="10348" y="10104"/>
                      <a:pt x="10467" y="10142"/>
                      <a:pt x="10600" y="10142"/>
                    </a:cubicBezTo>
                    <a:cubicBezTo>
                      <a:pt x="10710" y="10142"/>
                      <a:pt x="10829" y="10116"/>
                      <a:pt x="10953" y="10060"/>
                    </a:cubicBezTo>
                    <a:cubicBezTo>
                      <a:pt x="12357" y="9333"/>
                      <a:pt x="13660" y="8456"/>
                      <a:pt x="14838" y="7378"/>
                    </a:cubicBezTo>
                    <a:cubicBezTo>
                      <a:pt x="14863" y="7378"/>
                      <a:pt x="14863" y="7353"/>
                      <a:pt x="14888" y="7328"/>
                    </a:cubicBezTo>
                    <a:cubicBezTo>
                      <a:pt x="15189" y="7228"/>
                      <a:pt x="15389" y="6952"/>
                      <a:pt x="15314" y="6551"/>
                    </a:cubicBezTo>
                    <a:cubicBezTo>
                      <a:pt x="14913" y="4446"/>
                      <a:pt x="13760" y="2641"/>
                      <a:pt x="12081" y="1438"/>
                    </a:cubicBezTo>
                    <a:cubicBezTo>
                      <a:pt x="11053" y="411"/>
                      <a:pt x="9550" y="160"/>
                      <a:pt x="8146" y="10"/>
                    </a:cubicBezTo>
                    <a:cubicBezTo>
                      <a:pt x="8102" y="3"/>
                      <a:pt x="8060" y="0"/>
                      <a:pt x="801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g13b6acb253f_1_358"/>
              <p:cNvSpPr/>
              <p:nvPr/>
            </p:nvSpPr>
            <p:spPr>
              <a:xfrm>
                <a:off x="3423075" y="3065350"/>
                <a:ext cx="106375" cy="97775"/>
              </a:xfrm>
              <a:custGeom>
                <a:rect b="b" l="l" r="r" t="t"/>
                <a:pathLst>
                  <a:path extrusionOk="0" h="3911" w="4255">
                    <a:moveTo>
                      <a:pt x="772" y="1"/>
                    </a:moveTo>
                    <a:cubicBezTo>
                      <a:pt x="534" y="1"/>
                      <a:pt x="328" y="83"/>
                      <a:pt x="176" y="270"/>
                    </a:cubicBezTo>
                    <a:cubicBezTo>
                      <a:pt x="76" y="295"/>
                      <a:pt x="1" y="395"/>
                      <a:pt x="1" y="521"/>
                    </a:cubicBezTo>
                    <a:cubicBezTo>
                      <a:pt x="101" y="2250"/>
                      <a:pt x="1329" y="3603"/>
                      <a:pt x="3033" y="3904"/>
                    </a:cubicBezTo>
                    <a:cubicBezTo>
                      <a:pt x="3051" y="3909"/>
                      <a:pt x="3068" y="3911"/>
                      <a:pt x="3084" y="3911"/>
                    </a:cubicBezTo>
                    <a:cubicBezTo>
                      <a:pt x="3159" y="3911"/>
                      <a:pt x="3218" y="3866"/>
                      <a:pt x="3259" y="3804"/>
                    </a:cubicBezTo>
                    <a:cubicBezTo>
                      <a:pt x="3276" y="3808"/>
                      <a:pt x="3293" y="3810"/>
                      <a:pt x="3310" y="3810"/>
                    </a:cubicBezTo>
                    <a:cubicBezTo>
                      <a:pt x="3393" y="3810"/>
                      <a:pt x="3472" y="3762"/>
                      <a:pt x="3535" y="3679"/>
                    </a:cubicBezTo>
                    <a:cubicBezTo>
                      <a:pt x="4254" y="2430"/>
                      <a:pt x="2060" y="1"/>
                      <a:pt x="77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g13b6acb253f_1_358"/>
              <p:cNvSpPr/>
              <p:nvPr/>
            </p:nvSpPr>
            <p:spPr>
              <a:xfrm>
                <a:off x="4146525" y="1961650"/>
                <a:ext cx="603650" cy="618500"/>
              </a:xfrm>
              <a:custGeom>
                <a:rect b="b" l="l" r="r" t="t"/>
                <a:pathLst>
                  <a:path extrusionOk="0" h="24740" w="24146">
                    <a:moveTo>
                      <a:pt x="2873" y="1"/>
                    </a:moveTo>
                    <a:cubicBezTo>
                      <a:pt x="2303" y="1"/>
                      <a:pt x="1745" y="114"/>
                      <a:pt x="1213" y="383"/>
                    </a:cubicBezTo>
                    <a:cubicBezTo>
                      <a:pt x="1" y="1032"/>
                      <a:pt x="528" y="2861"/>
                      <a:pt x="1616" y="2861"/>
                    </a:cubicBezTo>
                    <a:cubicBezTo>
                      <a:pt x="1787" y="2861"/>
                      <a:pt x="1971" y="2816"/>
                      <a:pt x="2166" y="2714"/>
                    </a:cubicBezTo>
                    <a:cubicBezTo>
                      <a:pt x="2407" y="2588"/>
                      <a:pt x="2682" y="2532"/>
                      <a:pt x="2980" y="2532"/>
                    </a:cubicBezTo>
                    <a:cubicBezTo>
                      <a:pt x="4819" y="2532"/>
                      <a:pt x="7543" y="4647"/>
                      <a:pt x="8707" y="5445"/>
                    </a:cubicBezTo>
                    <a:cubicBezTo>
                      <a:pt x="10637" y="6799"/>
                      <a:pt x="12416" y="8378"/>
                      <a:pt x="13995" y="10132"/>
                    </a:cubicBezTo>
                    <a:cubicBezTo>
                      <a:pt x="15574" y="11887"/>
                      <a:pt x="16978" y="13841"/>
                      <a:pt x="18081" y="15922"/>
                    </a:cubicBezTo>
                    <a:cubicBezTo>
                      <a:pt x="18532" y="16724"/>
                      <a:pt x="21264" y="21736"/>
                      <a:pt x="20436" y="22438"/>
                    </a:cubicBezTo>
                    <a:cubicBezTo>
                      <a:pt x="19451" y="23282"/>
                      <a:pt x="20224" y="24740"/>
                      <a:pt x="21202" y="24740"/>
                    </a:cubicBezTo>
                    <a:cubicBezTo>
                      <a:pt x="21444" y="24740"/>
                      <a:pt x="21697" y="24651"/>
                      <a:pt x="21940" y="24443"/>
                    </a:cubicBezTo>
                    <a:cubicBezTo>
                      <a:pt x="24146" y="22588"/>
                      <a:pt x="22416" y="19330"/>
                      <a:pt x="21489" y="17175"/>
                    </a:cubicBezTo>
                    <a:cubicBezTo>
                      <a:pt x="20161" y="14167"/>
                      <a:pt x="18381" y="11335"/>
                      <a:pt x="16201" y="8854"/>
                    </a:cubicBezTo>
                    <a:cubicBezTo>
                      <a:pt x="14096" y="6448"/>
                      <a:pt x="11690" y="4343"/>
                      <a:pt x="8958" y="2638"/>
                    </a:cubicBezTo>
                    <a:cubicBezTo>
                      <a:pt x="7314" y="1609"/>
                      <a:pt x="5014" y="1"/>
                      <a:pt x="28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70" name="Google Shape;570;g13b6acb253f_1_358"/>
            <p:cNvSpPr/>
            <p:nvPr/>
          </p:nvSpPr>
          <p:spPr>
            <a:xfrm flipH="1">
              <a:off x="5699122" y="3605753"/>
              <a:ext cx="198309" cy="196300"/>
            </a:xfrm>
            <a:custGeom>
              <a:rect b="b" l="l" r="r" t="t"/>
              <a:pathLst>
                <a:path extrusionOk="0" h="4690" w="4738">
                  <a:moveTo>
                    <a:pt x="3415" y="1"/>
                  </a:moveTo>
                  <a:cubicBezTo>
                    <a:pt x="3134" y="1"/>
                    <a:pt x="2857" y="114"/>
                    <a:pt x="2657" y="340"/>
                  </a:cubicBezTo>
                  <a:lnTo>
                    <a:pt x="401" y="2822"/>
                  </a:lnTo>
                  <a:cubicBezTo>
                    <a:pt x="0" y="3223"/>
                    <a:pt x="26" y="3874"/>
                    <a:pt x="452" y="4275"/>
                  </a:cubicBezTo>
                  <a:lnTo>
                    <a:pt x="627" y="4426"/>
                  </a:lnTo>
                  <a:cubicBezTo>
                    <a:pt x="815" y="4602"/>
                    <a:pt x="1058" y="4690"/>
                    <a:pt x="1305" y="4690"/>
                  </a:cubicBezTo>
                  <a:cubicBezTo>
                    <a:pt x="1584" y="4690"/>
                    <a:pt x="1868" y="4577"/>
                    <a:pt x="2081" y="4350"/>
                  </a:cubicBezTo>
                  <a:lnTo>
                    <a:pt x="4336" y="1894"/>
                  </a:lnTo>
                  <a:cubicBezTo>
                    <a:pt x="4737" y="1468"/>
                    <a:pt x="4687" y="817"/>
                    <a:pt x="4286" y="415"/>
                  </a:cubicBezTo>
                  <a:lnTo>
                    <a:pt x="4111" y="265"/>
                  </a:lnTo>
                  <a:cubicBezTo>
                    <a:pt x="3911" y="89"/>
                    <a:pt x="3662" y="1"/>
                    <a:pt x="3415"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g13b6acb253f_1_358"/>
            <p:cNvSpPr/>
            <p:nvPr/>
          </p:nvSpPr>
          <p:spPr>
            <a:xfrm flipH="1">
              <a:off x="5784089" y="3560297"/>
              <a:ext cx="174201" cy="173949"/>
            </a:xfrm>
            <a:custGeom>
              <a:rect b="b" l="l" r="r" t="t"/>
              <a:pathLst>
                <a:path extrusionOk="0" h="4156" w="4162">
                  <a:moveTo>
                    <a:pt x="3010" y="0"/>
                  </a:moveTo>
                  <a:cubicBezTo>
                    <a:pt x="2763" y="0"/>
                    <a:pt x="2516" y="101"/>
                    <a:pt x="2332" y="298"/>
                  </a:cubicBezTo>
                  <a:lnTo>
                    <a:pt x="327" y="2479"/>
                  </a:lnTo>
                  <a:cubicBezTo>
                    <a:pt x="1" y="2855"/>
                    <a:pt x="26" y="3431"/>
                    <a:pt x="402" y="3782"/>
                  </a:cubicBezTo>
                  <a:lnTo>
                    <a:pt x="527" y="3908"/>
                  </a:lnTo>
                  <a:cubicBezTo>
                    <a:pt x="705" y="4074"/>
                    <a:pt x="929" y="4156"/>
                    <a:pt x="1152" y="4156"/>
                  </a:cubicBezTo>
                  <a:cubicBezTo>
                    <a:pt x="1399" y="4156"/>
                    <a:pt x="1646" y="4055"/>
                    <a:pt x="1830" y="3857"/>
                  </a:cubicBezTo>
                  <a:lnTo>
                    <a:pt x="3835" y="1677"/>
                  </a:lnTo>
                  <a:cubicBezTo>
                    <a:pt x="4161" y="1301"/>
                    <a:pt x="4136" y="725"/>
                    <a:pt x="3785" y="374"/>
                  </a:cubicBezTo>
                  <a:lnTo>
                    <a:pt x="3635" y="248"/>
                  </a:lnTo>
                  <a:cubicBezTo>
                    <a:pt x="3457" y="82"/>
                    <a:pt x="3233" y="0"/>
                    <a:pt x="3010"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g13b6acb253f_1_358"/>
            <p:cNvSpPr/>
            <p:nvPr/>
          </p:nvSpPr>
          <p:spPr>
            <a:xfrm flipH="1">
              <a:off x="5621521" y="3663473"/>
              <a:ext cx="198267" cy="196300"/>
            </a:xfrm>
            <a:custGeom>
              <a:rect b="b" l="l" r="r" t="t"/>
              <a:pathLst>
                <a:path extrusionOk="0" h="4690" w="4737">
                  <a:moveTo>
                    <a:pt x="3414" y="0"/>
                  </a:moveTo>
                  <a:cubicBezTo>
                    <a:pt x="3134" y="0"/>
                    <a:pt x="2857" y="113"/>
                    <a:pt x="2657" y="340"/>
                  </a:cubicBezTo>
                  <a:lnTo>
                    <a:pt x="401" y="2796"/>
                  </a:lnTo>
                  <a:cubicBezTo>
                    <a:pt x="0" y="3222"/>
                    <a:pt x="25" y="3874"/>
                    <a:pt x="451" y="4275"/>
                  </a:cubicBezTo>
                  <a:lnTo>
                    <a:pt x="627" y="4425"/>
                  </a:lnTo>
                  <a:cubicBezTo>
                    <a:pt x="815" y="4601"/>
                    <a:pt x="1058" y="4689"/>
                    <a:pt x="1304" y="4689"/>
                  </a:cubicBezTo>
                  <a:cubicBezTo>
                    <a:pt x="1584" y="4689"/>
                    <a:pt x="1867" y="4576"/>
                    <a:pt x="2080" y="4350"/>
                  </a:cubicBezTo>
                  <a:lnTo>
                    <a:pt x="4336" y="1894"/>
                  </a:lnTo>
                  <a:cubicBezTo>
                    <a:pt x="4737" y="1468"/>
                    <a:pt x="4687" y="816"/>
                    <a:pt x="4286" y="415"/>
                  </a:cubicBezTo>
                  <a:lnTo>
                    <a:pt x="4110" y="265"/>
                  </a:lnTo>
                  <a:cubicBezTo>
                    <a:pt x="3911" y="88"/>
                    <a:pt x="3661" y="0"/>
                    <a:pt x="3414"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g13b6acb253f_1_358"/>
            <p:cNvSpPr/>
            <p:nvPr/>
          </p:nvSpPr>
          <p:spPr>
            <a:xfrm flipH="1">
              <a:off x="5566940" y="3738605"/>
              <a:ext cx="180479" cy="178177"/>
            </a:xfrm>
            <a:custGeom>
              <a:rect b="b" l="l" r="r" t="t"/>
              <a:pathLst>
                <a:path extrusionOk="0" h="4257" w="4312">
                  <a:moveTo>
                    <a:pt x="3110" y="1"/>
                  </a:moveTo>
                  <a:cubicBezTo>
                    <a:pt x="2863" y="1"/>
                    <a:pt x="2616" y="101"/>
                    <a:pt x="2432" y="299"/>
                  </a:cubicBezTo>
                  <a:lnTo>
                    <a:pt x="351" y="2555"/>
                  </a:lnTo>
                  <a:cubicBezTo>
                    <a:pt x="0" y="2931"/>
                    <a:pt x="26" y="3532"/>
                    <a:pt x="427" y="3883"/>
                  </a:cubicBezTo>
                  <a:lnTo>
                    <a:pt x="577" y="4008"/>
                  </a:lnTo>
                  <a:cubicBezTo>
                    <a:pt x="755" y="4175"/>
                    <a:pt x="984" y="4257"/>
                    <a:pt x="1213" y="4257"/>
                  </a:cubicBezTo>
                  <a:cubicBezTo>
                    <a:pt x="1467" y="4257"/>
                    <a:pt x="1721" y="4156"/>
                    <a:pt x="1905" y="3958"/>
                  </a:cubicBezTo>
                  <a:lnTo>
                    <a:pt x="3960" y="1703"/>
                  </a:lnTo>
                  <a:cubicBezTo>
                    <a:pt x="4311" y="1327"/>
                    <a:pt x="4286" y="725"/>
                    <a:pt x="3885" y="374"/>
                  </a:cubicBezTo>
                  <a:lnTo>
                    <a:pt x="3735" y="249"/>
                  </a:lnTo>
                  <a:cubicBezTo>
                    <a:pt x="3557" y="83"/>
                    <a:pt x="3333" y="1"/>
                    <a:pt x="3110"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g13b6acb253f_1_358"/>
            <p:cNvSpPr/>
            <p:nvPr/>
          </p:nvSpPr>
          <p:spPr>
            <a:xfrm flipH="1">
              <a:off x="5700168" y="3601986"/>
              <a:ext cx="197263" cy="203708"/>
            </a:xfrm>
            <a:custGeom>
              <a:rect b="b" l="l" r="r" t="t"/>
              <a:pathLst>
                <a:path extrusionOk="0" h="4867" w="4713">
                  <a:moveTo>
                    <a:pt x="3425" y="185"/>
                  </a:moveTo>
                  <a:cubicBezTo>
                    <a:pt x="3648" y="185"/>
                    <a:pt x="3874" y="267"/>
                    <a:pt x="4061" y="430"/>
                  </a:cubicBezTo>
                  <a:lnTo>
                    <a:pt x="4211" y="581"/>
                  </a:lnTo>
                  <a:cubicBezTo>
                    <a:pt x="4386" y="756"/>
                    <a:pt x="4512" y="982"/>
                    <a:pt x="4512" y="1232"/>
                  </a:cubicBezTo>
                  <a:cubicBezTo>
                    <a:pt x="4537" y="1483"/>
                    <a:pt x="4437" y="1734"/>
                    <a:pt x="4261" y="1909"/>
                  </a:cubicBezTo>
                  <a:lnTo>
                    <a:pt x="2006" y="4390"/>
                  </a:lnTo>
                  <a:cubicBezTo>
                    <a:pt x="1821" y="4588"/>
                    <a:pt x="1567" y="4689"/>
                    <a:pt x="1313" y="4689"/>
                  </a:cubicBezTo>
                  <a:cubicBezTo>
                    <a:pt x="1084" y="4689"/>
                    <a:pt x="855" y="4607"/>
                    <a:pt x="677" y="4440"/>
                  </a:cubicBezTo>
                  <a:lnTo>
                    <a:pt x="527" y="4290"/>
                  </a:lnTo>
                  <a:cubicBezTo>
                    <a:pt x="326" y="4115"/>
                    <a:pt x="226" y="3889"/>
                    <a:pt x="226" y="3638"/>
                  </a:cubicBezTo>
                  <a:cubicBezTo>
                    <a:pt x="201" y="3388"/>
                    <a:pt x="301" y="3137"/>
                    <a:pt x="452" y="2962"/>
                  </a:cubicBezTo>
                  <a:lnTo>
                    <a:pt x="2732" y="505"/>
                  </a:lnTo>
                  <a:cubicBezTo>
                    <a:pt x="2919" y="292"/>
                    <a:pt x="3171" y="185"/>
                    <a:pt x="3425" y="185"/>
                  </a:cubicBezTo>
                  <a:close/>
                  <a:moveTo>
                    <a:pt x="3402" y="1"/>
                  </a:moveTo>
                  <a:cubicBezTo>
                    <a:pt x="3101" y="1"/>
                    <a:pt x="2804" y="120"/>
                    <a:pt x="2582" y="355"/>
                  </a:cubicBezTo>
                  <a:lnTo>
                    <a:pt x="326" y="2836"/>
                  </a:lnTo>
                  <a:cubicBezTo>
                    <a:pt x="126" y="3062"/>
                    <a:pt x="0" y="3338"/>
                    <a:pt x="26" y="3638"/>
                  </a:cubicBezTo>
                  <a:cubicBezTo>
                    <a:pt x="26" y="3939"/>
                    <a:pt x="176" y="4215"/>
                    <a:pt x="376" y="4440"/>
                  </a:cubicBezTo>
                  <a:lnTo>
                    <a:pt x="552" y="4591"/>
                  </a:lnTo>
                  <a:cubicBezTo>
                    <a:pt x="777" y="4766"/>
                    <a:pt x="1053" y="4866"/>
                    <a:pt x="1304" y="4866"/>
                  </a:cubicBezTo>
                  <a:cubicBezTo>
                    <a:pt x="1630" y="4866"/>
                    <a:pt x="1930" y="4741"/>
                    <a:pt x="2156" y="4516"/>
                  </a:cubicBezTo>
                  <a:lnTo>
                    <a:pt x="4412" y="2034"/>
                  </a:lnTo>
                  <a:cubicBezTo>
                    <a:pt x="4612" y="1809"/>
                    <a:pt x="4712" y="1533"/>
                    <a:pt x="4712" y="1232"/>
                  </a:cubicBezTo>
                  <a:cubicBezTo>
                    <a:pt x="4687" y="932"/>
                    <a:pt x="4562" y="656"/>
                    <a:pt x="4336" y="455"/>
                  </a:cubicBezTo>
                  <a:lnTo>
                    <a:pt x="4186" y="305"/>
                  </a:lnTo>
                  <a:cubicBezTo>
                    <a:pt x="3958" y="101"/>
                    <a:pt x="3679" y="1"/>
                    <a:pt x="34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g13b6acb253f_1_358"/>
            <p:cNvSpPr/>
            <p:nvPr/>
          </p:nvSpPr>
          <p:spPr>
            <a:xfrm flipH="1">
              <a:off x="5778857" y="3556865"/>
              <a:ext cx="180479" cy="181693"/>
            </a:xfrm>
            <a:custGeom>
              <a:rect b="b" l="l" r="r" t="t"/>
              <a:pathLst>
                <a:path extrusionOk="0" h="4341" w="4312">
                  <a:moveTo>
                    <a:pt x="3033" y="180"/>
                  </a:moveTo>
                  <a:cubicBezTo>
                    <a:pt x="3234" y="180"/>
                    <a:pt x="3434" y="255"/>
                    <a:pt x="3585" y="406"/>
                  </a:cubicBezTo>
                  <a:lnTo>
                    <a:pt x="3735" y="531"/>
                  </a:lnTo>
                  <a:cubicBezTo>
                    <a:pt x="4061" y="832"/>
                    <a:pt x="4086" y="1358"/>
                    <a:pt x="3785" y="1684"/>
                  </a:cubicBezTo>
                  <a:lnTo>
                    <a:pt x="1780" y="3864"/>
                  </a:lnTo>
                  <a:cubicBezTo>
                    <a:pt x="1630" y="4040"/>
                    <a:pt x="1429" y="4140"/>
                    <a:pt x="1204" y="4140"/>
                  </a:cubicBezTo>
                  <a:cubicBezTo>
                    <a:pt x="1183" y="4142"/>
                    <a:pt x="1162" y="4144"/>
                    <a:pt x="1141" y="4144"/>
                  </a:cubicBezTo>
                  <a:cubicBezTo>
                    <a:pt x="958" y="4144"/>
                    <a:pt x="762" y="4049"/>
                    <a:pt x="627" y="3914"/>
                  </a:cubicBezTo>
                  <a:lnTo>
                    <a:pt x="477" y="3789"/>
                  </a:lnTo>
                  <a:cubicBezTo>
                    <a:pt x="327" y="3639"/>
                    <a:pt x="226" y="3438"/>
                    <a:pt x="226" y="3213"/>
                  </a:cubicBezTo>
                  <a:cubicBezTo>
                    <a:pt x="201" y="3012"/>
                    <a:pt x="276" y="2787"/>
                    <a:pt x="427" y="2636"/>
                  </a:cubicBezTo>
                  <a:lnTo>
                    <a:pt x="2432" y="456"/>
                  </a:lnTo>
                  <a:cubicBezTo>
                    <a:pt x="2582" y="280"/>
                    <a:pt x="2783" y="205"/>
                    <a:pt x="3008" y="180"/>
                  </a:cubicBezTo>
                  <a:close/>
                  <a:moveTo>
                    <a:pt x="3067" y="1"/>
                  </a:moveTo>
                  <a:cubicBezTo>
                    <a:pt x="3039" y="1"/>
                    <a:pt x="3011" y="2"/>
                    <a:pt x="2983" y="5"/>
                  </a:cubicBezTo>
                  <a:cubicBezTo>
                    <a:pt x="2733" y="5"/>
                    <a:pt x="2482" y="130"/>
                    <a:pt x="2281" y="330"/>
                  </a:cubicBezTo>
                  <a:lnTo>
                    <a:pt x="302" y="2511"/>
                  </a:lnTo>
                  <a:cubicBezTo>
                    <a:pt x="101" y="2711"/>
                    <a:pt x="1" y="2962"/>
                    <a:pt x="26" y="3238"/>
                  </a:cubicBezTo>
                  <a:cubicBezTo>
                    <a:pt x="26" y="3513"/>
                    <a:pt x="151" y="3764"/>
                    <a:pt x="352" y="3939"/>
                  </a:cubicBezTo>
                  <a:lnTo>
                    <a:pt x="502" y="4065"/>
                  </a:lnTo>
                  <a:cubicBezTo>
                    <a:pt x="677" y="4240"/>
                    <a:pt x="928" y="4340"/>
                    <a:pt x="1179" y="4340"/>
                  </a:cubicBezTo>
                  <a:lnTo>
                    <a:pt x="1229" y="4340"/>
                  </a:lnTo>
                  <a:cubicBezTo>
                    <a:pt x="1479" y="4315"/>
                    <a:pt x="1730" y="4215"/>
                    <a:pt x="1931" y="4015"/>
                  </a:cubicBezTo>
                  <a:lnTo>
                    <a:pt x="3936" y="1809"/>
                  </a:lnTo>
                  <a:cubicBezTo>
                    <a:pt x="4312" y="1408"/>
                    <a:pt x="4287" y="756"/>
                    <a:pt x="3860" y="380"/>
                  </a:cubicBezTo>
                  <a:lnTo>
                    <a:pt x="3710" y="255"/>
                  </a:lnTo>
                  <a:cubicBezTo>
                    <a:pt x="3530" y="98"/>
                    <a:pt x="3310" y="1"/>
                    <a:pt x="30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g13b6acb253f_1_358"/>
            <p:cNvSpPr/>
            <p:nvPr/>
          </p:nvSpPr>
          <p:spPr>
            <a:xfrm flipH="1">
              <a:off x="5617293" y="3659664"/>
              <a:ext cx="202494" cy="203708"/>
            </a:xfrm>
            <a:custGeom>
              <a:rect b="b" l="l" r="r" t="t"/>
              <a:pathLst>
                <a:path extrusionOk="0" h="4867" w="4838">
                  <a:moveTo>
                    <a:pt x="3409" y="180"/>
                  </a:moveTo>
                  <a:cubicBezTo>
                    <a:pt x="3634" y="180"/>
                    <a:pt x="3860" y="280"/>
                    <a:pt x="4060" y="431"/>
                  </a:cubicBezTo>
                  <a:lnTo>
                    <a:pt x="4211" y="581"/>
                  </a:lnTo>
                  <a:cubicBezTo>
                    <a:pt x="4587" y="932"/>
                    <a:pt x="4612" y="1534"/>
                    <a:pt x="4261" y="1909"/>
                  </a:cubicBezTo>
                  <a:lnTo>
                    <a:pt x="2005" y="4391"/>
                  </a:lnTo>
                  <a:cubicBezTo>
                    <a:pt x="1821" y="4588"/>
                    <a:pt x="1567" y="4689"/>
                    <a:pt x="1313" y="4689"/>
                  </a:cubicBezTo>
                  <a:cubicBezTo>
                    <a:pt x="1084" y="4689"/>
                    <a:pt x="855" y="4607"/>
                    <a:pt x="677" y="4441"/>
                  </a:cubicBezTo>
                  <a:lnTo>
                    <a:pt x="526" y="4290"/>
                  </a:lnTo>
                  <a:cubicBezTo>
                    <a:pt x="326" y="4115"/>
                    <a:pt x="226" y="3889"/>
                    <a:pt x="226" y="3639"/>
                  </a:cubicBezTo>
                  <a:cubicBezTo>
                    <a:pt x="201" y="3388"/>
                    <a:pt x="301" y="3138"/>
                    <a:pt x="451" y="2962"/>
                  </a:cubicBezTo>
                  <a:lnTo>
                    <a:pt x="2732" y="481"/>
                  </a:lnTo>
                  <a:cubicBezTo>
                    <a:pt x="2907" y="280"/>
                    <a:pt x="3158" y="180"/>
                    <a:pt x="3409" y="180"/>
                  </a:cubicBezTo>
                  <a:close/>
                  <a:moveTo>
                    <a:pt x="3402" y="1"/>
                  </a:moveTo>
                  <a:cubicBezTo>
                    <a:pt x="3101" y="1"/>
                    <a:pt x="2804" y="120"/>
                    <a:pt x="2582" y="356"/>
                  </a:cubicBezTo>
                  <a:lnTo>
                    <a:pt x="326" y="2837"/>
                  </a:lnTo>
                  <a:cubicBezTo>
                    <a:pt x="125" y="3062"/>
                    <a:pt x="0" y="3338"/>
                    <a:pt x="25" y="3639"/>
                  </a:cubicBezTo>
                  <a:cubicBezTo>
                    <a:pt x="25" y="3940"/>
                    <a:pt x="176" y="4215"/>
                    <a:pt x="376" y="4416"/>
                  </a:cubicBezTo>
                  <a:lnTo>
                    <a:pt x="552" y="4566"/>
                  </a:lnTo>
                  <a:cubicBezTo>
                    <a:pt x="777" y="4767"/>
                    <a:pt x="1053" y="4867"/>
                    <a:pt x="1303" y="4867"/>
                  </a:cubicBezTo>
                  <a:cubicBezTo>
                    <a:pt x="1629" y="4867"/>
                    <a:pt x="1930" y="4742"/>
                    <a:pt x="2156" y="4516"/>
                  </a:cubicBezTo>
                  <a:lnTo>
                    <a:pt x="4411" y="2035"/>
                  </a:lnTo>
                  <a:cubicBezTo>
                    <a:pt x="4837" y="1584"/>
                    <a:pt x="4812" y="857"/>
                    <a:pt x="4336" y="456"/>
                  </a:cubicBezTo>
                  <a:lnTo>
                    <a:pt x="4186" y="305"/>
                  </a:lnTo>
                  <a:cubicBezTo>
                    <a:pt x="3958" y="102"/>
                    <a:pt x="3678" y="1"/>
                    <a:pt x="34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g13b6acb253f_1_358"/>
            <p:cNvSpPr/>
            <p:nvPr/>
          </p:nvSpPr>
          <p:spPr>
            <a:xfrm flipH="1">
              <a:off x="5566940" y="3734796"/>
              <a:ext cx="180479" cy="186297"/>
            </a:xfrm>
            <a:custGeom>
              <a:rect b="b" l="l" r="r" t="t"/>
              <a:pathLst>
                <a:path extrusionOk="0" h="4451" w="4312">
                  <a:moveTo>
                    <a:pt x="3108" y="190"/>
                  </a:moveTo>
                  <a:cubicBezTo>
                    <a:pt x="3309" y="190"/>
                    <a:pt x="3509" y="265"/>
                    <a:pt x="3685" y="415"/>
                  </a:cubicBezTo>
                  <a:lnTo>
                    <a:pt x="3835" y="541"/>
                  </a:lnTo>
                  <a:cubicBezTo>
                    <a:pt x="3985" y="691"/>
                    <a:pt x="4086" y="916"/>
                    <a:pt x="4111" y="1142"/>
                  </a:cubicBezTo>
                  <a:cubicBezTo>
                    <a:pt x="4111" y="1368"/>
                    <a:pt x="4036" y="1568"/>
                    <a:pt x="3885" y="1744"/>
                  </a:cubicBezTo>
                  <a:lnTo>
                    <a:pt x="1830" y="3974"/>
                  </a:lnTo>
                  <a:cubicBezTo>
                    <a:pt x="1658" y="4159"/>
                    <a:pt x="1430" y="4254"/>
                    <a:pt x="1202" y="4254"/>
                  </a:cubicBezTo>
                  <a:cubicBezTo>
                    <a:pt x="998" y="4254"/>
                    <a:pt x="793" y="4178"/>
                    <a:pt x="627" y="4024"/>
                  </a:cubicBezTo>
                  <a:lnTo>
                    <a:pt x="477" y="3899"/>
                  </a:lnTo>
                  <a:cubicBezTo>
                    <a:pt x="326" y="3749"/>
                    <a:pt x="226" y="3548"/>
                    <a:pt x="201" y="3323"/>
                  </a:cubicBezTo>
                  <a:cubicBezTo>
                    <a:pt x="201" y="3097"/>
                    <a:pt x="276" y="2871"/>
                    <a:pt x="427" y="2696"/>
                  </a:cubicBezTo>
                  <a:lnTo>
                    <a:pt x="2482" y="465"/>
                  </a:lnTo>
                  <a:cubicBezTo>
                    <a:pt x="2657" y="290"/>
                    <a:pt x="2883" y="190"/>
                    <a:pt x="3108" y="190"/>
                  </a:cubicBezTo>
                  <a:close/>
                  <a:moveTo>
                    <a:pt x="3114" y="1"/>
                  </a:moveTo>
                  <a:cubicBezTo>
                    <a:pt x="2834" y="1"/>
                    <a:pt x="2556" y="114"/>
                    <a:pt x="2356" y="340"/>
                  </a:cubicBezTo>
                  <a:lnTo>
                    <a:pt x="301" y="2571"/>
                  </a:lnTo>
                  <a:cubicBezTo>
                    <a:pt x="101" y="2771"/>
                    <a:pt x="0" y="3047"/>
                    <a:pt x="26" y="3323"/>
                  </a:cubicBezTo>
                  <a:cubicBezTo>
                    <a:pt x="26" y="3598"/>
                    <a:pt x="151" y="3849"/>
                    <a:pt x="351" y="4049"/>
                  </a:cubicBezTo>
                  <a:lnTo>
                    <a:pt x="502" y="4175"/>
                  </a:lnTo>
                  <a:cubicBezTo>
                    <a:pt x="702" y="4350"/>
                    <a:pt x="953" y="4450"/>
                    <a:pt x="1203" y="4450"/>
                  </a:cubicBezTo>
                  <a:cubicBezTo>
                    <a:pt x="1479" y="4450"/>
                    <a:pt x="1755" y="4325"/>
                    <a:pt x="1955" y="4125"/>
                  </a:cubicBezTo>
                  <a:lnTo>
                    <a:pt x="4036" y="1869"/>
                  </a:lnTo>
                  <a:cubicBezTo>
                    <a:pt x="4211" y="1668"/>
                    <a:pt x="4311" y="1393"/>
                    <a:pt x="4286" y="1117"/>
                  </a:cubicBezTo>
                  <a:cubicBezTo>
                    <a:pt x="4286" y="841"/>
                    <a:pt x="4161" y="591"/>
                    <a:pt x="3960" y="415"/>
                  </a:cubicBezTo>
                  <a:lnTo>
                    <a:pt x="3810" y="265"/>
                  </a:lnTo>
                  <a:cubicBezTo>
                    <a:pt x="3610" y="89"/>
                    <a:pt x="3361" y="1"/>
                    <a:pt x="31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78" name="Google Shape;578;g13b6acb253f_1_358"/>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pic>
        <p:nvPicPr>
          <p:cNvPr id="583" name="Google Shape;583;g13a622d72ec_0_329"/>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sp>
        <p:nvSpPr>
          <p:cNvPr id="584" name="Google Shape;584;g13a622d72ec_0_329"/>
          <p:cNvSpPr/>
          <p:nvPr/>
        </p:nvSpPr>
        <p:spPr>
          <a:xfrm>
            <a:off x="235675" y="2012550"/>
            <a:ext cx="4244700" cy="2917500"/>
          </a:xfrm>
          <a:prstGeom prst="roundRect">
            <a:avLst>
              <a:gd fmla="val 16667" name="adj"/>
            </a:avLst>
          </a:prstGeom>
          <a:solidFill>
            <a:srgbClr val="E7E6E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1" lang="en" sz="1600" u="sng" cap="none" strike="noStrike">
                <a:solidFill>
                  <a:schemeClr val="dk1"/>
                </a:solidFill>
                <a:latin typeface="Lexend Deca"/>
                <a:ea typeface="Lexend Deca"/>
                <a:cs typeface="Lexend Deca"/>
                <a:sym typeface="Lexend Deca"/>
              </a:rPr>
              <a:t>Affirmative</a:t>
            </a:r>
            <a:endParaRPr b="1" i="1" sz="800" u="sng" cap="none" strike="noStrike">
              <a:solidFill>
                <a:schemeClr val="dk1"/>
              </a:solidFill>
              <a:latin typeface="Lexend Deca"/>
              <a:ea typeface="Lexend Deca"/>
              <a:cs typeface="Lexend Deca"/>
              <a:sym typeface="Lexend Deca"/>
            </a:endParaRPr>
          </a:p>
          <a:p>
            <a:pPr indent="0" lvl="0" marL="0" marR="0" rtl="0" algn="ctr">
              <a:lnSpc>
                <a:spcPct val="100000"/>
              </a:lnSpc>
              <a:spcBef>
                <a:spcPts val="0"/>
              </a:spcBef>
              <a:spcAft>
                <a:spcPts val="0"/>
              </a:spcAft>
              <a:buClr>
                <a:srgbClr val="000000"/>
              </a:buClr>
              <a:buSzPts val="800"/>
              <a:buFont typeface="Arial"/>
              <a:buNone/>
            </a:pPr>
            <a:r>
              <a:t/>
            </a:r>
            <a:endParaRPr b="0" i="1" sz="800" u="sng" cap="none" strike="noStrike">
              <a:solidFill>
                <a:schemeClr val="dk1"/>
              </a:solidFill>
              <a:latin typeface="Lexend Deca"/>
              <a:ea typeface="Lexend Deca"/>
              <a:cs typeface="Lexend Deca"/>
              <a:sym typeface="Lexend Deca"/>
            </a:endParaRPr>
          </a:p>
          <a:p>
            <a:pPr indent="-336550" lvl="0" marL="457200" marR="0" rtl="0" algn="l">
              <a:lnSpc>
                <a:spcPct val="100000"/>
              </a:lnSpc>
              <a:spcBef>
                <a:spcPts val="0"/>
              </a:spcBef>
              <a:spcAft>
                <a:spcPts val="0"/>
              </a:spcAft>
              <a:buClr>
                <a:srgbClr val="202124"/>
              </a:buClr>
              <a:buSzPts val="1700"/>
              <a:buFont typeface="Lexend Deca"/>
              <a:buChar char="●"/>
            </a:pPr>
            <a:r>
              <a:rPr b="0" i="1" lang="en" sz="1700" u="none" cap="none" strike="noStrike">
                <a:solidFill>
                  <a:srgbClr val="202124"/>
                </a:solidFill>
                <a:latin typeface="Lexend Deca"/>
                <a:ea typeface="Lexend Deca"/>
                <a:cs typeface="Lexend Deca"/>
                <a:sym typeface="Lexend Deca"/>
              </a:rPr>
              <a:t>This team AFFIRMS the Resolution.</a:t>
            </a:r>
            <a:endParaRPr b="0" i="1" sz="900" u="none" cap="none" strike="noStrike">
              <a:solidFill>
                <a:srgbClr val="202124"/>
              </a:solidFill>
              <a:latin typeface="Lexend Deca"/>
              <a:ea typeface="Lexend Deca"/>
              <a:cs typeface="Lexend Deca"/>
              <a:sym typeface="Lexend Deca"/>
            </a:endParaRPr>
          </a:p>
          <a:p>
            <a:pPr indent="0" lvl="0" marL="457200" marR="0" rtl="0" algn="l">
              <a:lnSpc>
                <a:spcPct val="100000"/>
              </a:lnSpc>
              <a:spcBef>
                <a:spcPts val="0"/>
              </a:spcBef>
              <a:spcAft>
                <a:spcPts val="0"/>
              </a:spcAft>
              <a:buClr>
                <a:srgbClr val="000000"/>
              </a:buClr>
              <a:buSzPts val="900"/>
              <a:buFont typeface="Arial"/>
              <a:buNone/>
            </a:pPr>
            <a:r>
              <a:t/>
            </a:r>
            <a:endParaRPr b="0" i="1" sz="900" u="none" cap="none" strike="noStrike">
              <a:solidFill>
                <a:srgbClr val="202124"/>
              </a:solidFill>
              <a:latin typeface="Lexend Deca"/>
              <a:ea typeface="Lexend Deca"/>
              <a:cs typeface="Lexend Deca"/>
              <a:sym typeface="Lexend Deca"/>
            </a:endParaRPr>
          </a:p>
          <a:p>
            <a:pPr indent="-336550" lvl="0" marL="457200" marR="0" rtl="0" algn="l">
              <a:lnSpc>
                <a:spcPct val="100000"/>
              </a:lnSpc>
              <a:spcBef>
                <a:spcPts val="0"/>
              </a:spcBef>
              <a:spcAft>
                <a:spcPts val="0"/>
              </a:spcAft>
              <a:buClr>
                <a:srgbClr val="202124"/>
              </a:buClr>
              <a:buSzPts val="1700"/>
              <a:buFont typeface="Lexend Deca"/>
              <a:buChar char="●"/>
            </a:pPr>
            <a:r>
              <a:rPr b="1" i="1" lang="en" sz="1700" u="none" cap="none" strike="noStrike">
                <a:solidFill>
                  <a:srgbClr val="202124"/>
                </a:solidFill>
                <a:latin typeface="Lexend Deca"/>
                <a:ea typeface="Lexend Deca"/>
                <a:cs typeface="Lexend Deca"/>
                <a:sym typeface="Lexend Deca"/>
              </a:rPr>
              <a:t>*BURDEN OF PROOF*</a:t>
            </a:r>
            <a:endParaRPr b="1" i="1" sz="1700" u="none" cap="none" strike="noStrike">
              <a:solidFill>
                <a:srgbClr val="202124"/>
              </a:solidFill>
              <a:latin typeface="Lexend Deca"/>
              <a:ea typeface="Lexend Deca"/>
              <a:cs typeface="Lexend Deca"/>
              <a:sym typeface="Lexend Deca"/>
            </a:endParaRPr>
          </a:p>
          <a:p>
            <a:pPr indent="0" lvl="0" marL="457200" marR="0" rtl="0" algn="l">
              <a:lnSpc>
                <a:spcPct val="100000"/>
              </a:lnSpc>
              <a:spcBef>
                <a:spcPts val="0"/>
              </a:spcBef>
              <a:spcAft>
                <a:spcPts val="0"/>
              </a:spcAft>
              <a:buClr>
                <a:srgbClr val="000000"/>
              </a:buClr>
              <a:buSzPts val="1600"/>
              <a:buFont typeface="Arial"/>
              <a:buNone/>
            </a:pPr>
            <a:r>
              <a:rPr b="0" i="1" lang="en" sz="1600" u="none" cap="none" strike="noStrike">
                <a:solidFill>
                  <a:srgbClr val="202124"/>
                </a:solidFill>
                <a:latin typeface="Lexend Deca"/>
                <a:ea typeface="Lexend Deca"/>
                <a:cs typeface="Lexend Deca"/>
                <a:sym typeface="Lexend Deca"/>
              </a:rPr>
              <a:t>In order to affirm the Resolution, the </a:t>
            </a:r>
            <a:r>
              <a:rPr b="0" i="1" lang="en" sz="1600" u="none" cap="none" strike="noStrike">
                <a:solidFill>
                  <a:srgbClr val="202124"/>
                </a:solidFill>
                <a:latin typeface="Lexend Deca"/>
                <a:ea typeface="Lexend Deca"/>
                <a:cs typeface="Lexend Deca"/>
                <a:sym typeface="Lexend Deca"/>
                <a:extLst>
                  <a:ext uri="http://customooxmlschemas.google.com/">
                    <go:slidesCustomData xmlns:go="http://customooxmlschemas.google.com/" textRoundtripDataId="7"/>
                  </a:ext>
                </a:extLst>
              </a:rPr>
              <a:t>Affirmative </a:t>
            </a:r>
            <a:r>
              <a:rPr b="0" i="1" lang="en" sz="1600" u="none" cap="none" strike="noStrike">
                <a:solidFill>
                  <a:srgbClr val="202124"/>
                </a:solidFill>
                <a:latin typeface="Lexend Deca"/>
                <a:ea typeface="Lexend Deca"/>
                <a:cs typeface="Lexend Deca"/>
                <a:sym typeface="Lexend Deca"/>
              </a:rPr>
              <a:t>team will present a plan explaining how they propose to do what the Resolution calls for. This is called the Affirmative Case.</a:t>
            </a:r>
            <a:endParaRPr b="0" i="1" sz="1600" u="none" cap="none" strike="noStrike">
              <a:solidFill>
                <a:srgbClr val="202124"/>
              </a:solidFill>
              <a:latin typeface="Lexend Deca"/>
              <a:ea typeface="Lexend Deca"/>
              <a:cs typeface="Lexend Deca"/>
              <a:sym typeface="Lexend Deca"/>
            </a:endParaRPr>
          </a:p>
        </p:txBody>
      </p:sp>
      <p:pic>
        <p:nvPicPr>
          <p:cNvPr id="585" name="Google Shape;585;g13a622d72ec_0_329"/>
          <p:cNvPicPr preferRelativeResize="0"/>
          <p:nvPr/>
        </p:nvPicPr>
        <p:blipFill rotWithShape="1">
          <a:blip r:embed="rId4">
            <a:alphaModFix/>
          </a:blip>
          <a:srcRect b="0" l="0" r="0" t="0"/>
          <a:stretch/>
        </p:blipFill>
        <p:spPr>
          <a:xfrm>
            <a:off x="153353" y="153224"/>
            <a:ext cx="638322" cy="602644"/>
          </a:xfrm>
          <a:prstGeom prst="rect">
            <a:avLst/>
          </a:prstGeom>
          <a:noFill/>
          <a:ln>
            <a:noFill/>
          </a:ln>
        </p:spPr>
      </p:pic>
      <p:sp>
        <p:nvSpPr>
          <p:cNvPr id="586" name="Google Shape;586;g13a622d72ec_0_329"/>
          <p:cNvSpPr txBox="1"/>
          <p:nvPr/>
        </p:nvSpPr>
        <p:spPr>
          <a:xfrm>
            <a:off x="153350" y="755875"/>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400" u="none" cap="none" strike="noStrike">
                <a:solidFill>
                  <a:srgbClr val="202426"/>
                </a:solidFill>
                <a:latin typeface="Raleway Black"/>
                <a:ea typeface="Raleway Black"/>
                <a:cs typeface="Raleway Black"/>
                <a:sym typeface="Raleway Black"/>
              </a:rPr>
              <a:t>2 mins </a:t>
            </a:r>
            <a:endParaRPr b="0" i="0" sz="1400" u="none" cap="none" strike="noStrike">
              <a:solidFill>
                <a:srgbClr val="202426"/>
              </a:solidFill>
              <a:latin typeface="Raleway Black"/>
              <a:ea typeface="Raleway Black"/>
              <a:cs typeface="Raleway Black"/>
              <a:sym typeface="Raleway Black"/>
            </a:endParaRPr>
          </a:p>
        </p:txBody>
      </p:sp>
      <p:sp>
        <p:nvSpPr>
          <p:cNvPr id="587" name="Google Shape;587;g13a622d72ec_0_329"/>
          <p:cNvSpPr txBox="1"/>
          <p:nvPr/>
        </p:nvSpPr>
        <p:spPr>
          <a:xfrm>
            <a:off x="153350" y="-206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g13a622d72ec_0_329"/>
          <p:cNvSpPr txBox="1"/>
          <p:nvPr/>
        </p:nvSpPr>
        <p:spPr>
          <a:xfrm>
            <a:off x="1663400" y="106850"/>
            <a:ext cx="5379600" cy="1108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202124"/>
                </a:solidFill>
                <a:latin typeface="Sigmar One"/>
                <a:ea typeface="Sigmar One"/>
                <a:cs typeface="Sigmar One"/>
                <a:sym typeface="Sigmar One"/>
              </a:rPr>
              <a:t>What is a constructive speech?</a:t>
            </a:r>
            <a:endParaRPr b="0" i="0" sz="3000" u="none" cap="none" strike="noStrike">
              <a:solidFill>
                <a:schemeClr val="dk1"/>
              </a:solidFill>
              <a:latin typeface="Sigmar One"/>
              <a:ea typeface="Sigmar One"/>
              <a:cs typeface="Sigmar One"/>
              <a:sym typeface="Sigmar One"/>
            </a:endParaRPr>
          </a:p>
        </p:txBody>
      </p:sp>
      <p:sp>
        <p:nvSpPr>
          <p:cNvPr id="589" name="Google Shape;589;g13a622d72ec_0_329"/>
          <p:cNvSpPr/>
          <p:nvPr/>
        </p:nvSpPr>
        <p:spPr>
          <a:xfrm>
            <a:off x="4712275" y="2012550"/>
            <a:ext cx="4129800" cy="2917500"/>
          </a:xfrm>
          <a:prstGeom prst="roundRect">
            <a:avLst>
              <a:gd fmla="val 16667" name="adj"/>
            </a:avLst>
          </a:prstGeom>
          <a:solidFill>
            <a:srgbClr val="E7E6E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1" lang="en" sz="1600" u="sng" cap="none" strike="noStrike">
                <a:solidFill>
                  <a:schemeClr val="dk1"/>
                </a:solidFill>
                <a:latin typeface="Lexend Deca"/>
                <a:ea typeface="Lexend Deca"/>
                <a:cs typeface="Lexend Deca"/>
                <a:sym typeface="Lexend Deca"/>
              </a:rPr>
              <a:t>Negative </a:t>
            </a:r>
            <a:endParaRPr b="1" i="1" sz="800" u="sng" cap="none" strike="noStrike">
              <a:solidFill>
                <a:schemeClr val="dk1"/>
              </a:solidFill>
              <a:latin typeface="Lexend Deca"/>
              <a:ea typeface="Lexend Deca"/>
              <a:cs typeface="Lexend Deca"/>
              <a:sym typeface="Lexend Deca"/>
            </a:endParaRPr>
          </a:p>
          <a:p>
            <a:pPr indent="0" lvl="0" marL="0" marR="0" rtl="0" algn="ctr">
              <a:lnSpc>
                <a:spcPct val="100000"/>
              </a:lnSpc>
              <a:spcBef>
                <a:spcPts val="0"/>
              </a:spcBef>
              <a:spcAft>
                <a:spcPts val="0"/>
              </a:spcAft>
              <a:buClr>
                <a:srgbClr val="000000"/>
              </a:buClr>
              <a:buSzPts val="800"/>
              <a:buFont typeface="Arial"/>
              <a:buNone/>
            </a:pPr>
            <a:r>
              <a:t/>
            </a:r>
            <a:endParaRPr b="0" i="1" sz="800" u="sng" cap="none" strike="noStrike">
              <a:solidFill>
                <a:schemeClr val="dk1"/>
              </a:solidFill>
              <a:latin typeface="Lexend Deca"/>
              <a:ea typeface="Lexend Deca"/>
              <a:cs typeface="Lexend Deca"/>
              <a:sym typeface="Lexend Deca"/>
            </a:endParaRPr>
          </a:p>
          <a:p>
            <a:pPr indent="-336550" lvl="0" marL="457200" marR="0" rtl="0" algn="l">
              <a:lnSpc>
                <a:spcPct val="100000"/>
              </a:lnSpc>
              <a:spcBef>
                <a:spcPts val="0"/>
              </a:spcBef>
              <a:spcAft>
                <a:spcPts val="0"/>
              </a:spcAft>
              <a:buClr>
                <a:srgbClr val="202124"/>
              </a:buClr>
              <a:buSzPts val="1700"/>
              <a:buFont typeface="Lexend Deca"/>
              <a:buChar char="●"/>
            </a:pPr>
            <a:r>
              <a:rPr b="0" i="1" lang="en" sz="1700" u="none" cap="none" strike="noStrike">
                <a:solidFill>
                  <a:srgbClr val="202124"/>
                </a:solidFill>
                <a:latin typeface="Lexend Deca"/>
                <a:ea typeface="Lexend Deca"/>
                <a:cs typeface="Lexend Deca"/>
                <a:sym typeface="Lexend Deca"/>
              </a:rPr>
              <a:t>This team NEGATES the Resolution.</a:t>
            </a:r>
            <a:endParaRPr b="0" i="1" sz="900" u="none" cap="none" strike="noStrike">
              <a:solidFill>
                <a:srgbClr val="202124"/>
              </a:solidFill>
              <a:latin typeface="Lexend Deca"/>
              <a:ea typeface="Lexend Deca"/>
              <a:cs typeface="Lexend Deca"/>
              <a:sym typeface="Lexend Deca"/>
            </a:endParaRPr>
          </a:p>
          <a:p>
            <a:pPr indent="0" lvl="0" marL="457200" marR="0" rtl="0" algn="l">
              <a:lnSpc>
                <a:spcPct val="100000"/>
              </a:lnSpc>
              <a:spcBef>
                <a:spcPts val="0"/>
              </a:spcBef>
              <a:spcAft>
                <a:spcPts val="0"/>
              </a:spcAft>
              <a:buClr>
                <a:srgbClr val="000000"/>
              </a:buClr>
              <a:buSzPts val="900"/>
              <a:buFont typeface="Arial"/>
              <a:buNone/>
            </a:pPr>
            <a:r>
              <a:t/>
            </a:r>
            <a:endParaRPr b="0" i="1" sz="900" u="none" cap="none" strike="noStrike">
              <a:solidFill>
                <a:srgbClr val="202124"/>
              </a:solidFill>
              <a:latin typeface="Lexend Deca"/>
              <a:ea typeface="Lexend Deca"/>
              <a:cs typeface="Lexend Deca"/>
              <a:sym typeface="Lexend Deca"/>
            </a:endParaRPr>
          </a:p>
          <a:p>
            <a:pPr indent="-336550" lvl="0" marL="457200" marR="0" rtl="0" algn="l">
              <a:lnSpc>
                <a:spcPct val="100000"/>
              </a:lnSpc>
              <a:spcBef>
                <a:spcPts val="0"/>
              </a:spcBef>
              <a:spcAft>
                <a:spcPts val="0"/>
              </a:spcAft>
              <a:buClr>
                <a:srgbClr val="202124"/>
              </a:buClr>
              <a:buSzPts val="1700"/>
              <a:buFont typeface="Lexend Deca"/>
              <a:buChar char="●"/>
            </a:pPr>
            <a:r>
              <a:rPr b="1" i="1" lang="en" sz="1700" u="none" cap="none" strike="noStrike">
                <a:solidFill>
                  <a:srgbClr val="202124"/>
                </a:solidFill>
                <a:latin typeface="Lexend Deca"/>
                <a:ea typeface="Lexend Deca"/>
                <a:cs typeface="Lexend Deca"/>
                <a:sym typeface="Lexend Deca"/>
              </a:rPr>
              <a:t>*BURDEN OF REFUTATION*</a:t>
            </a:r>
            <a:endParaRPr b="1" i="1" sz="1700" u="none" cap="none" strike="noStrike">
              <a:solidFill>
                <a:srgbClr val="202124"/>
              </a:solidFill>
              <a:latin typeface="Lexend Deca"/>
              <a:ea typeface="Lexend Deca"/>
              <a:cs typeface="Lexend Deca"/>
              <a:sym typeface="Lexend Deca"/>
            </a:endParaRPr>
          </a:p>
          <a:p>
            <a:pPr indent="0" lvl="0" marL="457200" marR="0" rtl="0" algn="l">
              <a:lnSpc>
                <a:spcPct val="100000"/>
              </a:lnSpc>
              <a:spcBef>
                <a:spcPts val="0"/>
              </a:spcBef>
              <a:spcAft>
                <a:spcPts val="0"/>
              </a:spcAft>
              <a:buClr>
                <a:srgbClr val="000000"/>
              </a:buClr>
              <a:buSzPts val="1700"/>
              <a:buFont typeface="Arial"/>
              <a:buNone/>
            </a:pPr>
            <a:r>
              <a:rPr b="0" i="1" lang="en" sz="1700" u="none" cap="none" strike="noStrike">
                <a:solidFill>
                  <a:srgbClr val="202124"/>
                </a:solidFill>
                <a:latin typeface="Lexend Deca"/>
                <a:ea typeface="Lexend Deca"/>
                <a:cs typeface="Lexend Deca"/>
                <a:sym typeface="Lexend Deca"/>
              </a:rPr>
              <a:t>In order to negate the Resolution, the Negative team will present reasons why the Affirmative plan will not work and disadvantages to the proposal.</a:t>
            </a:r>
            <a:r>
              <a:rPr b="0" i="1" lang="en" sz="1300" u="none" cap="none" strike="noStrike">
                <a:solidFill>
                  <a:srgbClr val="202124"/>
                </a:solidFill>
                <a:latin typeface="Arial"/>
                <a:ea typeface="Arial"/>
                <a:cs typeface="Arial"/>
                <a:sym typeface="Arial"/>
              </a:rPr>
              <a:t> </a:t>
            </a:r>
            <a:endParaRPr b="0" i="1" sz="1900" u="none" cap="none" strike="noStrike">
              <a:solidFill>
                <a:schemeClr val="dk1"/>
              </a:solidFill>
              <a:latin typeface="Lexend Deca"/>
              <a:ea typeface="Lexend Deca"/>
              <a:cs typeface="Lexend Deca"/>
              <a:sym typeface="Lexend Deca"/>
            </a:endParaRPr>
          </a:p>
        </p:txBody>
      </p:sp>
      <p:sp>
        <p:nvSpPr>
          <p:cNvPr id="590" name="Google Shape;590;g13a622d72ec_0_329"/>
          <p:cNvSpPr/>
          <p:nvPr/>
        </p:nvSpPr>
        <p:spPr>
          <a:xfrm>
            <a:off x="796950" y="1215050"/>
            <a:ext cx="7550100" cy="6606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rgbClr val="202124"/>
                </a:solidFill>
                <a:latin typeface="Lexend Deca"/>
                <a:ea typeface="Lexend Deca"/>
                <a:cs typeface="Lexend Deca"/>
                <a:sym typeface="Lexend Deca"/>
              </a:rPr>
              <a:t>The first speeches in a debate, where the debaters “construct” their cases by presenting initial positions and arguments.</a:t>
            </a:r>
            <a:endParaRPr b="0" i="1" sz="1800" u="none" cap="none" strike="noStrike">
              <a:solidFill>
                <a:srgbClr val="000000"/>
              </a:solidFill>
              <a:latin typeface="Lexend Deca"/>
              <a:ea typeface="Lexend Deca"/>
              <a:cs typeface="Lexend Deca"/>
              <a:sym typeface="Lexend Deca"/>
            </a:endParaRPr>
          </a:p>
        </p:txBody>
      </p:sp>
      <p:sp>
        <p:nvSpPr>
          <p:cNvPr id="591" name="Google Shape;591;g13a622d72ec_0_329"/>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g1422cbf6e00_0_81"/>
          <p:cNvSpPr txBox="1"/>
          <p:nvPr>
            <p:ph type="title"/>
          </p:nvPr>
        </p:nvSpPr>
        <p:spPr>
          <a:xfrm>
            <a:off x="720000" y="-126075"/>
            <a:ext cx="7704000" cy="107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lang="en" sz="2600">
                <a:latin typeface="Sigmar One"/>
                <a:ea typeface="Sigmar One"/>
                <a:cs typeface="Sigmar One"/>
                <a:sym typeface="Sigmar One"/>
              </a:rPr>
              <a:t>Example of constructive Speech</a:t>
            </a:r>
            <a:endParaRPr sz="1500"/>
          </a:p>
        </p:txBody>
      </p:sp>
      <p:pic>
        <p:nvPicPr>
          <p:cNvPr id="597" name="Google Shape;597;g1422cbf6e00_0_81"/>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pic>
        <p:nvPicPr>
          <p:cNvPr id="598" name="Google Shape;598;g1422cbf6e00_0_81"/>
          <p:cNvPicPr preferRelativeResize="0"/>
          <p:nvPr/>
        </p:nvPicPr>
        <p:blipFill rotWithShape="1">
          <a:blip r:embed="rId4">
            <a:alphaModFix/>
          </a:blip>
          <a:srcRect b="0" l="0" r="0" t="0"/>
          <a:stretch/>
        </p:blipFill>
        <p:spPr>
          <a:xfrm>
            <a:off x="151453" y="188887"/>
            <a:ext cx="638322" cy="602644"/>
          </a:xfrm>
          <a:prstGeom prst="rect">
            <a:avLst/>
          </a:prstGeom>
          <a:noFill/>
          <a:ln>
            <a:noFill/>
          </a:ln>
        </p:spPr>
      </p:pic>
      <p:sp>
        <p:nvSpPr>
          <p:cNvPr id="599" name="Google Shape;599;g1422cbf6e00_0_81"/>
          <p:cNvSpPr txBox="1"/>
          <p:nvPr/>
        </p:nvSpPr>
        <p:spPr>
          <a:xfrm>
            <a:off x="151450" y="791538"/>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400" u="none" cap="none" strike="noStrike">
                <a:solidFill>
                  <a:srgbClr val="202426"/>
                </a:solidFill>
                <a:latin typeface="Raleway Black"/>
                <a:ea typeface="Raleway Black"/>
                <a:cs typeface="Raleway Black"/>
                <a:sym typeface="Raleway Black"/>
              </a:rPr>
              <a:t>3 mins</a:t>
            </a:r>
            <a:endParaRPr b="0" i="0" sz="1400" u="none" cap="none" strike="noStrike">
              <a:solidFill>
                <a:srgbClr val="202426"/>
              </a:solidFill>
              <a:latin typeface="Raleway Black"/>
              <a:ea typeface="Raleway Black"/>
              <a:cs typeface="Raleway Black"/>
              <a:sym typeface="Raleway Black"/>
            </a:endParaRPr>
          </a:p>
        </p:txBody>
      </p:sp>
      <p:sp>
        <p:nvSpPr>
          <p:cNvPr id="600" name="Google Shape;600;g1422cbf6e00_0_81"/>
          <p:cNvSpPr txBox="1"/>
          <p:nvPr/>
        </p:nvSpPr>
        <p:spPr>
          <a:xfrm>
            <a:off x="1336825" y="662225"/>
            <a:ext cx="6898200" cy="8466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1" i="1" lang="en" sz="2000" u="none" cap="none" strike="noStrike">
                <a:solidFill>
                  <a:schemeClr val="dk1"/>
                </a:solidFill>
                <a:latin typeface="Lexend Deca"/>
                <a:ea typeface="Lexend Deca"/>
                <a:cs typeface="Lexend Deca"/>
                <a:sym typeface="Lexend Deca"/>
              </a:rPr>
              <a:t>Topic: </a:t>
            </a:r>
            <a:r>
              <a:rPr b="0" i="1" lang="en" sz="2000" u="none" cap="none" strike="noStrike">
                <a:solidFill>
                  <a:schemeClr val="dk1"/>
                </a:solidFill>
                <a:latin typeface="Lexend Deca"/>
                <a:ea typeface="Lexend Deca"/>
                <a:cs typeface="Lexend Deca"/>
                <a:sym typeface="Lexend Deca"/>
              </a:rPr>
              <a:t>Unemployment in the world </a:t>
            </a:r>
            <a:endParaRPr b="0" i="1" sz="2000" u="none" cap="none" strike="noStrike">
              <a:solidFill>
                <a:schemeClr val="dk1"/>
              </a:solidFill>
              <a:latin typeface="Lexend Deca"/>
              <a:ea typeface="Lexend Deca"/>
              <a:cs typeface="Lexend Deca"/>
              <a:sym typeface="Lexend Deca"/>
            </a:endParaRPr>
          </a:p>
          <a:p>
            <a:pPr indent="0" lvl="0" marL="0" marR="0" rtl="0" algn="ctr">
              <a:lnSpc>
                <a:spcPct val="115000"/>
              </a:lnSpc>
              <a:spcBef>
                <a:spcPts val="0"/>
              </a:spcBef>
              <a:spcAft>
                <a:spcPts val="0"/>
              </a:spcAft>
              <a:buClr>
                <a:srgbClr val="000000"/>
              </a:buClr>
              <a:buSzPts val="1100"/>
              <a:buFont typeface="Arial"/>
              <a:buNone/>
            </a:pPr>
            <a:r>
              <a:rPr b="1" i="1" lang="en" sz="2000" u="none" cap="none" strike="noStrike">
                <a:solidFill>
                  <a:schemeClr val="dk1"/>
                </a:solidFill>
                <a:latin typeface="Lexend Deca"/>
                <a:ea typeface="Lexend Deca"/>
                <a:cs typeface="Lexend Deca"/>
                <a:sym typeface="Lexend Deca"/>
              </a:rPr>
              <a:t>Policy: </a:t>
            </a:r>
            <a:r>
              <a:rPr b="0" i="1" lang="en" sz="2000" u="none" cap="none" strike="noStrike">
                <a:solidFill>
                  <a:schemeClr val="dk1"/>
                </a:solidFill>
                <a:latin typeface="Lexend Deca"/>
                <a:ea typeface="Lexend Deca"/>
                <a:cs typeface="Lexend Deca"/>
                <a:sym typeface="Lexend Deca"/>
              </a:rPr>
              <a:t>All people should have universal basic income. </a:t>
            </a:r>
            <a:endParaRPr b="0" i="1" sz="2000" u="none" cap="none" strike="noStrike">
              <a:solidFill>
                <a:srgbClr val="000000"/>
              </a:solidFill>
              <a:highlight>
                <a:srgbClr val="FFFFFF"/>
              </a:highlight>
              <a:latin typeface="Lexend Deca"/>
              <a:ea typeface="Lexend Deca"/>
              <a:cs typeface="Lexend Deca"/>
              <a:sym typeface="Lexend Deca"/>
            </a:endParaRPr>
          </a:p>
        </p:txBody>
      </p:sp>
      <p:sp>
        <p:nvSpPr>
          <p:cNvPr id="601" name="Google Shape;601;g1422cbf6e00_0_81"/>
          <p:cNvSpPr txBox="1"/>
          <p:nvPr/>
        </p:nvSpPr>
        <p:spPr>
          <a:xfrm>
            <a:off x="151450" y="-1260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g1422cbf6e00_0_81"/>
          <p:cNvSpPr/>
          <p:nvPr/>
        </p:nvSpPr>
        <p:spPr>
          <a:xfrm>
            <a:off x="848900" y="4537125"/>
            <a:ext cx="7704000" cy="4002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exend Deca"/>
                <a:ea typeface="Lexend Deca"/>
                <a:cs typeface="Lexend Deca"/>
                <a:sym typeface="Lexend Deca"/>
              </a:rPr>
              <a:t>Your turn to cross examine the affirmative case. Can you do it?</a:t>
            </a:r>
            <a:endParaRPr b="1" i="0" sz="1800" u="none" cap="none" strike="noStrike">
              <a:solidFill>
                <a:schemeClr val="dk1"/>
              </a:solidFill>
              <a:latin typeface="Lexend Deca"/>
              <a:ea typeface="Lexend Deca"/>
              <a:cs typeface="Lexend Deca"/>
              <a:sym typeface="Lexend Deca"/>
            </a:endParaRPr>
          </a:p>
        </p:txBody>
      </p:sp>
      <p:sp>
        <p:nvSpPr>
          <p:cNvPr id="603" name="Google Shape;603;g1422cbf6e00_0_81"/>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
        <p:nvSpPr>
          <p:cNvPr id="604" name="Google Shape;604;g1422cbf6e00_0_81"/>
          <p:cNvSpPr txBox="1"/>
          <p:nvPr/>
        </p:nvSpPr>
        <p:spPr>
          <a:xfrm>
            <a:off x="151450" y="1709175"/>
            <a:ext cx="3661800" cy="1108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000FF"/>
                </a:solidFill>
                <a:latin typeface="Sigmar One"/>
                <a:ea typeface="Sigmar One"/>
                <a:cs typeface="Sigmar One"/>
                <a:sym typeface="Sigmar One"/>
              </a:rPr>
              <a:t>Affirmative case!</a:t>
            </a:r>
            <a:endParaRPr b="0" i="0" sz="3000" u="none" cap="none" strike="noStrike">
              <a:solidFill>
                <a:srgbClr val="0000FF"/>
              </a:solidFill>
              <a:latin typeface="Arial"/>
              <a:ea typeface="Arial"/>
              <a:cs typeface="Arial"/>
              <a:sym typeface="Arial"/>
            </a:endParaRPr>
          </a:p>
        </p:txBody>
      </p:sp>
      <p:pic>
        <p:nvPicPr>
          <p:cNvPr id="605" name="Google Shape;605;g1422cbf6e00_0_81" title="slide 14.mp4">
            <a:hlinkClick r:id="rId5"/>
          </p:cNvPr>
          <p:cNvPicPr preferRelativeResize="0"/>
          <p:nvPr/>
        </p:nvPicPr>
        <p:blipFill>
          <a:blip r:embed="rId6">
            <a:alphaModFix/>
          </a:blip>
          <a:stretch>
            <a:fillRect/>
          </a:stretch>
        </p:blipFill>
        <p:spPr>
          <a:xfrm>
            <a:off x="3813250" y="1546925"/>
            <a:ext cx="3783725" cy="2837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pic>
        <p:nvPicPr>
          <p:cNvPr id="610" name="Google Shape;610;p20"/>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sp>
        <p:nvSpPr>
          <p:cNvPr id="611" name="Google Shape;611;p20"/>
          <p:cNvSpPr/>
          <p:nvPr/>
        </p:nvSpPr>
        <p:spPr>
          <a:xfrm>
            <a:off x="322050" y="1676525"/>
            <a:ext cx="5461200" cy="1839000"/>
          </a:xfrm>
          <a:prstGeom prst="roundRect">
            <a:avLst>
              <a:gd fmla="val 16667" name="adj"/>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1" i="1" lang="en" sz="2200" u="none" cap="none" strike="noStrike">
                <a:solidFill>
                  <a:srgbClr val="202124"/>
                </a:solidFill>
                <a:latin typeface="Lexend Deca"/>
                <a:ea typeface="Lexend Deca"/>
                <a:cs typeface="Lexend Deca"/>
                <a:sym typeface="Lexend Deca"/>
              </a:rPr>
              <a:t>Topic: </a:t>
            </a:r>
            <a:r>
              <a:rPr b="0" i="1" lang="en" sz="2000" u="none" cap="none" strike="noStrike">
                <a:solidFill>
                  <a:schemeClr val="dk1"/>
                </a:solidFill>
                <a:latin typeface="Lexend Deca"/>
                <a:ea typeface="Lexend Deca"/>
                <a:cs typeface="Lexend Deca"/>
                <a:sym typeface="Lexend Deca"/>
              </a:rPr>
              <a:t>Unemployment in the world </a:t>
            </a:r>
            <a:endParaRPr b="0" i="1" sz="2000" u="none" cap="none" strike="noStrike">
              <a:solidFill>
                <a:schemeClr val="dk1"/>
              </a:solidFill>
              <a:latin typeface="Lexend Deca"/>
              <a:ea typeface="Lexend Deca"/>
              <a:cs typeface="Lexend Deca"/>
              <a:sym typeface="Lexend Deca"/>
            </a:endParaRPr>
          </a:p>
          <a:p>
            <a:pPr indent="0" lvl="0" marL="0" marR="0" rtl="0" algn="ctr">
              <a:lnSpc>
                <a:spcPct val="115000"/>
              </a:lnSpc>
              <a:spcBef>
                <a:spcPts val="0"/>
              </a:spcBef>
              <a:spcAft>
                <a:spcPts val="0"/>
              </a:spcAft>
              <a:buClr>
                <a:schemeClr val="dk1"/>
              </a:buClr>
              <a:buSzPts val="1100"/>
              <a:buFont typeface="Arial"/>
              <a:buNone/>
            </a:pPr>
            <a:r>
              <a:t/>
            </a:r>
            <a:endParaRPr b="0" i="1" sz="2000" u="none" cap="none" strike="noStrike">
              <a:solidFill>
                <a:schemeClr val="dk1"/>
              </a:solidFill>
              <a:latin typeface="Lexend Deca"/>
              <a:ea typeface="Lexend Deca"/>
              <a:cs typeface="Lexend Deca"/>
              <a:sym typeface="Lexend Deca"/>
            </a:endParaRPr>
          </a:p>
          <a:p>
            <a:pPr indent="0" lvl="0" marL="0" marR="0" rtl="0" algn="ctr">
              <a:lnSpc>
                <a:spcPct val="115000"/>
              </a:lnSpc>
              <a:spcBef>
                <a:spcPts val="0"/>
              </a:spcBef>
              <a:spcAft>
                <a:spcPts val="0"/>
              </a:spcAft>
              <a:buClr>
                <a:schemeClr val="dk1"/>
              </a:buClr>
              <a:buSzPts val="1100"/>
              <a:buFont typeface="Arial"/>
              <a:buNone/>
            </a:pPr>
            <a:r>
              <a:rPr b="0" i="1" lang="en" sz="2000" u="none" cap="none" strike="noStrike">
                <a:solidFill>
                  <a:schemeClr val="dk1"/>
                </a:solidFill>
                <a:latin typeface="Lexend Deca"/>
                <a:ea typeface="Lexend Deca"/>
                <a:cs typeface="Lexend Deca"/>
                <a:sym typeface="Lexend Deca"/>
              </a:rPr>
              <a:t>Think of a policy that you would like to implement? </a:t>
            </a:r>
            <a:endParaRPr b="0" i="1" sz="2000" u="none" cap="none" strike="noStrike">
              <a:solidFill>
                <a:schemeClr val="dk1"/>
              </a:solidFill>
              <a:latin typeface="Lexend Deca"/>
              <a:ea typeface="Lexend Deca"/>
              <a:cs typeface="Lexend Deca"/>
              <a:sym typeface="Lexend Deca"/>
            </a:endParaRPr>
          </a:p>
        </p:txBody>
      </p:sp>
      <p:grpSp>
        <p:nvGrpSpPr>
          <p:cNvPr id="612" name="Google Shape;612;p20"/>
          <p:cNvGrpSpPr/>
          <p:nvPr/>
        </p:nvGrpSpPr>
        <p:grpSpPr>
          <a:xfrm>
            <a:off x="5653417" y="1872025"/>
            <a:ext cx="3445595" cy="3271476"/>
            <a:chOff x="5256167" y="1468700"/>
            <a:chExt cx="3445595" cy="3271476"/>
          </a:xfrm>
        </p:grpSpPr>
        <p:sp>
          <p:nvSpPr>
            <p:cNvPr id="613" name="Google Shape;613;p20"/>
            <p:cNvSpPr/>
            <p:nvPr/>
          </p:nvSpPr>
          <p:spPr>
            <a:xfrm>
              <a:off x="6521525" y="4531625"/>
              <a:ext cx="1274700" cy="1974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20"/>
            <p:cNvSpPr/>
            <p:nvPr/>
          </p:nvSpPr>
          <p:spPr>
            <a:xfrm flipH="1">
              <a:off x="5256167" y="1468700"/>
              <a:ext cx="3445595" cy="3271415"/>
            </a:xfrm>
            <a:custGeom>
              <a:rect b="b" l="l" r="r" t="t"/>
              <a:pathLst>
                <a:path extrusionOk="0" h="77238" w="78698">
                  <a:moveTo>
                    <a:pt x="33895" y="1"/>
                  </a:moveTo>
                  <a:cubicBezTo>
                    <a:pt x="33525" y="1"/>
                    <a:pt x="33154" y="7"/>
                    <a:pt x="32783" y="19"/>
                  </a:cubicBezTo>
                  <a:cubicBezTo>
                    <a:pt x="25665" y="219"/>
                    <a:pt x="18547" y="2725"/>
                    <a:pt x="13509" y="7462"/>
                  </a:cubicBezTo>
                  <a:cubicBezTo>
                    <a:pt x="8447" y="12199"/>
                    <a:pt x="5715" y="19242"/>
                    <a:pt x="7018" y="25858"/>
                  </a:cubicBezTo>
                  <a:cubicBezTo>
                    <a:pt x="7670" y="29192"/>
                    <a:pt x="5865" y="33828"/>
                    <a:pt x="6918" y="37061"/>
                  </a:cubicBezTo>
                  <a:cubicBezTo>
                    <a:pt x="7945" y="40320"/>
                    <a:pt x="8397" y="43954"/>
                    <a:pt x="6818" y="46986"/>
                  </a:cubicBezTo>
                  <a:cubicBezTo>
                    <a:pt x="5915" y="48691"/>
                    <a:pt x="4462" y="50069"/>
                    <a:pt x="3484" y="51698"/>
                  </a:cubicBezTo>
                  <a:cubicBezTo>
                    <a:pt x="1" y="57387"/>
                    <a:pt x="3083" y="65031"/>
                    <a:pt x="8497" y="69192"/>
                  </a:cubicBezTo>
                  <a:cubicBezTo>
                    <a:pt x="13885" y="73327"/>
                    <a:pt x="20978" y="74806"/>
                    <a:pt x="27770" y="76184"/>
                  </a:cubicBezTo>
                  <a:lnTo>
                    <a:pt x="30828" y="77237"/>
                  </a:lnTo>
                  <a:cubicBezTo>
                    <a:pt x="38021" y="76184"/>
                    <a:pt x="45214" y="75132"/>
                    <a:pt x="52407" y="74079"/>
                  </a:cubicBezTo>
                  <a:cubicBezTo>
                    <a:pt x="59149" y="73102"/>
                    <a:pt x="63710" y="71247"/>
                    <a:pt x="69324" y="67588"/>
                  </a:cubicBezTo>
                  <a:cubicBezTo>
                    <a:pt x="74938" y="63929"/>
                    <a:pt x="78698" y="56861"/>
                    <a:pt x="76141" y="50871"/>
                  </a:cubicBezTo>
                  <a:cubicBezTo>
                    <a:pt x="73510" y="44756"/>
                    <a:pt x="68021" y="42726"/>
                    <a:pt x="65114" y="36736"/>
                  </a:cubicBezTo>
                  <a:cubicBezTo>
                    <a:pt x="62683" y="31723"/>
                    <a:pt x="64387" y="25758"/>
                    <a:pt x="62983" y="20395"/>
                  </a:cubicBezTo>
                  <a:cubicBezTo>
                    <a:pt x="61354" y="14179"/>
                    <a:pt x="59149" y="8014"/>
                    <a:pt x="53184" y="4956"/>
                  </a:cubicBezTo>
                  <a:cubicBezTo>
                    <a:pt x="47270" y="1916"/>
                    <a:pt x="40613" y="1"/>
                    <a:pt x="33895" y="1"/>
                  </a:cubicBezTo>
                  <a:close/>
                </a:path>
              </a:pathLst>
            </a:custGeom>
            <a:solidFill>
              <a:srgbClr val="6275EE">
                <a:alpha val="13725"/>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20"/>
            <p:cNvSpPr/>
            <p:nvPr/>
          </p:nvSpPr>
          <p:spPr>
            <a:xfrm flipH="1">
              <a:off x="5760004" y="3477296"/>
              <a:ext cx="1075255" cy="923531"/>
            </a:xfrm>
            <a:custGeom>
              <a:rect b="b" l="l" r="r" t="t"/>
              <a:pathLst>
                <a:path extrusionOk="0" h="22065" w="25690">
                  <a:moveTo>
                    <a:pt x="9864" y="12466"/>
                  </a:moveTo>
                  <a:lnTo>
                    <a:pt x="9574" y="12632"/>
                  </a:lnTo>
                  <a:cubicBezTo>
                    <a:pt x="9660" y="12558"/>
                    <a:pt x="9757" y="12505"/>
                    <a:pt x="9864" y="12466"/>
                  </a:cubicBezTo>
                  <a:close/>
                  <a:moveTo>
                    <a:pt x="7795" y="1"/>
                  </a:moveTo>
                  <a:cubicBezTo>
                    <a:pt x="7795" y="1"/>
                    <a:pt x="0" y="4086"/>
                    <a:pt x="50" y="4863"/>
                  </a:cubicBezTo>
                  <a:cubicBezTo>
                    <a:pt x="251" y="8322"/>
                    <a:pt x="3058" y="15891"/>
                    <a:pt x="4662" y="18447"/>
                  </a:cubicBezTo>
                  <a:cubicBezTo>
                    <a:pt x="6301" y="21114"/>
                    <a:pt x="9028" y="22065"/>
                    <a:pt x="10745" y="22065"/>
                  </a:cubicBezTo>
                  <a:cubicBezTo>
                    <a:pt x="10997" y="22065"/>
                    <a:pt x="11227" y="22044"/>
                    <a:pt x="11429" y="22006"/>
                  </a:cubicBezTo>
                  <a:cubicBezTo>
                    <a:pt x="14687" y="21404"/>
                    <a:pt x="22707" y="14587"/>
                    <a:pt x="25690" y="11881"/>
                  </a:cubicBezTo>
                  <a:cubicBezTo>
                    <a:pt x="23484" y="9951"/>
                    <a:pt x="22883" y="8672"/>
                    <a:pt x="20777" y="6517"/>
                  </a:cubicBezTo>
                  <a:cubicBezTo>
                    <a:pt x="20452" y="6667"/>
                    <a:pt x="14036" y="10076"/>
                    <a:pt x="14036" y="10076"/>
                  </a:cubicBezTo>
                  <a:lnTo>
                    <a:pt x="12894" y="10730"/>
                  </a:lnTo>
                  <a:lnTo>
                    <a:pt x="12894" y="10730"/>
                  </a:lnTo>
                  <a:lnTo>
                    <a:pt x="7795" y="1"/>
                  </a:ln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20"/>
            <p:cNvSpPr/>
            <p:nvPr/>
          </p:nvSpPr>
          <p:spPr>
            <a:xfrm flipH="1">
              <a:off x="5600516" y="3567287"/>
              <a:ext cx="483635" cy="439980"/>
            </a:xfrm>
            <a:custGeom>
              <a:rect b="b" l="l" r="r" t="t"/>
              <a:pathLst>
                <a:path extrusionOk="0" h="10512" w="11555">
                  <a:moveTo>
                    <a:pt x="4321" y="0"/>
                  </a:moveTo>
                  <a:cubicBezTo>
                    <a:pt x="3968" y="0"/>
                    <a:pt x="3621" y="185"/>
                    <a:pt x="3434" y="507"/>
                  </a:cubicBezTo>
                  <a:cubicBezTo>
                    <a:pt x="3434" y="507"/>
                    <a:pt x="0" y="4517"/>
                    <a:pt x="1103" y="5746"/>
                  </a:cubicBezTo>
                  <a:lnTo>
                    <a:pt x="6291" y="10482"/>
                  </a:lnTo>
                  <a:cubicBezTo>
                    <a:pt x="6417" y="10502"/>
                    <a:pt x="6543" y="10512"/>
                    <a:pt x="6668" y="10512"/>
                  </a:cubicBezTo>
                  <a:cubicBezTo>
                    <a:pt x="7339" y="10512"/>
                    <a:pt x="7986" y="10230"/>
                    <a:pt x="8472" y="9680"/>
                  </a:cubicBezTo>
                  <a:lnTo>
                    <a:pt x="10677" y="7149"/>
                  </a:lnTo>
                  <a:cubicBezTo>
                    <a:pt x="11554" y="6147"/>
                    <a:pt x="11454" y="4618"/>
                    <a:pt x="10451" y="3741"/>
                  </a:cubicBezTo>
                  <a:lnTo>
                    <a:pt x="7294" y="959"/>
                  </a:lnTo>
                  <a:cubicBezTo>
                    <a:pt x="6816" y="561"/>
                    <a:pt x="6229" y="368"/>
                    <a:pt x="5656" y="368"/>
                  </a:cubicBezTo>
                  <a:cubicBezTo>
                    <a:pt x="5506" y="368"/>
                    <a:pt x="5358" y="381"/>
                    <a:pt x="5213" y="407"/>
                  </a:cubicBezTo>
                  <a:cubicBezTo>
                    <a:pt x="5138" y="357"/>
                    <a:pt x="5088" y="307"/>
                    <a:pt x="5013" y="257"/>
                  </a:cubicBezTo>
                  <a:lnTo>
                    <a:pt x="4812" y="131"/>
                  </a:lnTo>
                  <a:cubicBezTo>
                    <a:pt x="4659" y="42"/>
                    <a:pt x="4489" y="0"/>
                    <a:pt x="4321"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20"/>
            <p:cNvSpPr/>
            <p:nvPr/>
          </p:nvSpPr>
          <p:spPr>
            <a:xfrm flipH="1">
              <a:off x="5681292" y="3829433"/>
              <a:ext cx="246568" cy="66466"/>
            </a:xfrm>
            <a:custGeom>
              <a:rect b="b" l="l" r="r" t="t"/>
              <a:pathLst>
                <a:path extrusionOk="0" h="1588" w="5891">
                  <a:moveTo>
                    <a:pt x="4003" y="0"/>
                  </a:moveTo>
                  <a:cubicBezTo>
                    <a:pt x="1989" y="0"/>
                    <a:pt x="89" y="1393"/>
                    <a:pt x="51" y="1412"/>
                  </a:cubicBezTo>
                  <a:cubicBezTo>
                    <a:pt x="26" y="1437"/>
                    <a:pt x="1" y="1513"/>
                    <a:pt x="51" y="1538"/>
                  </a:cubicBezTo>
                  <a:cubicBezTo>
                    <a:pt x="51" y="1563"/>
                    <a:pt x="101" y="1588"/>
                    <a:pt x="126" y="1588"/>
                  </a:cubicBezTo>
                  <a:cubicBezTo>
                    <a:pt x="151" y="1588"/>
                    <a:pt x="151" y="1588"/>
                    <a:pt x="176" y="1563"/>
                  </a:cubicBezTo>
                  <a:cubicBezTo>
                    <a:pt x="195" y="1544"/>
                    <a:pt x="2049" y="193"/>
                    <a:pt x="3998" y="193"/>
                  </a:cubicBezTo>
                  <a:cubicBezTo>
                    <a:pt x="4586" y="193"/>
                    <a:pt x="5182" y="316"/>
                    <a:pt x="5740" y="635"/>
                  </a:cubicBezTo>
                  <a:cubicBezTo>
                    <a:pt x="5747" y="643"/>
                    <a:pt x="5759" y="646"/>
                    <a:pt x="5772" y="646"/>
                  </a:cubicBezTo>
                  <a:cubicBezTo>
                    <a:pt x="5805" y="646"/>
                    <a:pt x="5848" y="628"/>
                    <a:pt x="5865" y="610"/>
                  </a:cubicBezTo>
                  <a:cubicBezTo>
                    <a:pt x="5890" y="560"/>
                    <a:pt x="5865" y="485"/>
                    <a:pt x="5815" y="460"/>
                  </a:cubicBezTo>
                  <a:cubicBezTo>
                    <a:pt x="5233" y="128"/>
                    <a:pt x="4613" y="0"/>
                    <a:pt x="400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20"/>
            <p:cNvSpPr/>
            <p:nvPr/>
          </p:nvSpPr>
          <p:spPr>
            <a:xfrm flipH="1">
              <a:off x="5945650" y="3719644"/>
              <a:ext cx="26243" cy="90239"/>
            </a:xfrm>
            <a:custGeom>
              <a:rect b="b" l="l" r="r" t="t"/>
              <a:pathLst>
                <a:path extrusionOk="0" h="2156" w="627">
                  <a:moveTo>
                    <a:pt x="551" y="0"/>
                  </a:moveTo>
                  <a:cubicBezTo>
                    <a:pt x="476" y="0"/>
                    <a:pt x="451" y="50"/>
                    <a:pt x="451" y="101"/>
                  </a:cubicBezTo>
                  <a:cubicBezTo>
                    <a:pt x="451" y="101"/>
                    <a:pt x="426" y="1103"/>
                    <a:pt x="25" y="2030"/>
                  </a:cubicBezTo>
                  <a:cubicBezTo>
                    <a:pt x="0" y="2080"/>
                    <a:pt x="25" y="2131"/>
                    <a:pt x="75" y="2156"/>
                  </a:cubicBezTo>
                  <a:lnTo>
                    <a:pt x="125" y="2156"/>
                  </a:lnTo>
                  <a:cubicBezTo>
                    <a:pt x="150" y="2156"/>
                    <a:pt x="175" y="2156"/>
                    <a:pt x="201" y="2106"/>
                  </a:cubicBezTo>
                  <a:cubicBezTo>
                    <a:pt x="627" y="1128"/>
                    <a:pt x="627" y="126"/>
                    <a:pt x="627" y="101"/>
                  </a:cubicBezTo>
                  <a:cubicBezTo>
                    <a:pt x="627" y="50"/>
                    <a:pt x="602" y="0"/>
                    <a:pt x="55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20"/>
            <p:cNvSpPr/>
            <p:nvPr/>
          </p:nvSpPr>
          <p:spPr>
            <a:xfrm flipH="1">
              <a:off x="6457632" y="3169276"/>
              <a:ext cx="1552528" cy="1563912"/>
            </a:xfrm>
            <a:custGeom>
              <a:rect b="b" l="l" r="r" t="t"/>
              <a:pathLst>
                <a:path extrusionOk="0" h="37365" w="37093">
                  <a:moveTo>
                    <a:pt x="19260" y="0"/>
                  </a:moveTo>
                  <a:cubicBezTo>
                    <a:pt x="13041" y="0"/>
                    <a:pt x="7012" y="580"/>
                    <a:pt x="5489" y="1595"/>
                  </a:cubicBezTo>
                  <a:cubicBezTo>
                    <a:pt x="2682" y="3450"/>
                    <a:pt x="952" y="10417"/>
                    <a:pt x="877" y="12222"/>
                  </a:cubicBezTo>
                  <a:cubicBezTo>
                    <a:pt x="877" y="12222"/>
                    <a:pt x="0" y="14077"/>
                    <a:pt x="5639" y="14854"/>
                  </a:cubicBezTo>
                  <a:lnTo>
                    <a:pt x="1779" y="33550"/>
                  </a:lnTo>
                  <a:cubicBezTo>
                    <a:pt x="1779" y="33550"/>
                    <a:pt x="9385" y="37365"/>
                    <a:pt x="20444" y="37365"/>
                  </a:cubicBezTo>
                  <a:cubicBezTo>
                    <a:pt x="25420" y="37365"/>
                    <a:pt x="31096" y="36592"/>
                    <a:pt x="37093" y="34352"/>
                  </a:cubicBezTo>
                  <a:lnTo>
                    <a:pt x="35539" y="16332"/>
                  </a:lnTo>
                  <a:lnTo>
                    <a:pt x="30827" y="843"/>
                  </a:lnTo>
                  <a:cubicBezTo>
                    <a:pt x="27780" y="266"/>
                    <a:pt x="23476" y="0"/>
                    <a:pt x="19260"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20"/>
            <p:cNvSpPr/>
            <p:nvPr/>
          </p:nvSpPr>
          <p:spPr>
            <a:xfrm flipH="1">
              <a:off x="6254057" y="3204561"/>
              <a:ext cx="465804" cy="648334"/>
            </a:xfrm>
            <a:custGeom>
              <a:rect b="b" l="l" r="r" t="t"/>
              <a:pathLst>
                <a:path extrusionOk="0" h="15490" w="11129">
                  <a:moveTo>
                    <a:pt x="0" y="0"/>
                  </a:moveTo>
                  <a:lnTo>
                    <a:pt x="4712" y="15489"/>
                  </a:lnTo>
                  <a:cubicBezTo>
                    <a:pt x="4712" y="15489"/>
                    <a:pt x="9875" y="14963"/>
                    <a:pt x="11128" y="10752"/>
                  </a:cubicBezTo>
                  <a:cubicBezTo>
                    <a:pt x="11128" y="10752"/>
                    <a:pt x="7519" y="1454"/>
                    <a:pt x="0"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20"/>
            <p:cNvSpPr/>
            <p:nvPr/>
          </p:nvSpPr>
          <p:spPr>
            <a:xfrm flipH="1">
              <a:off x="6518418" y="3246501"/>
              <a:ext cx="393437" cy="570735"/>
            </a:xfrm>
            <a:custGeom>
              <a:rect b="b" l="l" r="r" t="t"/>
              <a:pathLst>
                <a:path extrusionOk="0" h="13636" w="9400">
                  <a:moveTo>
                    <a:pt x="126" y="1"/>
                  </a:moveTo>
                  <a:lnTo>
                    <a:pt x="1" y="176"/>
                  </a:lnTo>
                  <a:cubicBezTo>
                    <a:pt x="51" y="201"/>
                    <a:pt x="5089" y="4237"/>
                    <a:pt x="6642" y="6567"/>
                  </a:cubicBezTo>
                  <a:cubicBezTo>
                    <a:pt x="8196" y="8898"/>
                    <a:pt x="9174" y="13610"/>
                    <a:pt x="9174" y="13635"/>
                  </a:cubicBezTo>
                  <a:lnTo>
                    <a:pt x="9399" y="13610"/>
                  </a:lnTo>
                  <a:cubicBezTo>
                    <a:pt x="9374" y="13560"/>
                    <a:pt x="8397" y="8798"/>
                    <a:pt x="6818" y="6442"/>
                  </a:cubicBezTo>
                  <a:cubicBezTo>
                    <a:pt x="5239" y="4086"/>
                    <a:pt x="176" y="51"/>
                    <a:pt x="12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20"/>
            <p:cNvSpPr/>
            <p:nvPr/>
          </p:nvSpPr>
          <p:spPr>
            <a:xfrm flipH="1">
              <a:off x="7053421" y="2966441"/>
              <a:ext cx="314750" cy="121421"/>
            </a:xfrm>
            <a:custGeom>
              <a:rect b="b" l="l" r="r" t="t"/>
              <a:pathLst>
                <a:path extrusionOk="0" h="2901" w="7520">
                  <a:moveTo>
                    <a:pt x="226" y="0"/>
                  </a:moveTo>
                  <a:lnTo>
                    <a:pt x="0" y="2882"/>
                  </a:lnTo>
                  <a:cubicBezTo>
                    <a:pt x="217" y="2894"/>
                    <a:pt x="433" y="2900"/>
                    <a:pt x="648" y="2900"/>
                  </a:cubicBezTo>
                  <a:cubicBezTo>
                    <a:pt x="3121" y="2900"/>
                    <a:pt x="5490" y="2115"/>
                    <a:pt x="7519" y="777"/>
                  </a:cubicBezTo>
                  <a:lnTo>
                    <a:pt x="22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20"/>
            <p:cNvSpPr/>
            <p:nvPr/>
          </p:nvSpPr>
          <p:spPr>
            <a:xfrm flipH="1">
              <a:off x="6938027" y="2998964"/>
              <a:ext cx="441696" cy="279591"/>
            </a:xfrm>
            <a:custGeom>
              <a:rect b="b" l="l" r="r" t="t"/>
              <a:pathLst>
                <a:path extrusionOk="0" h="6680" w="10553">
                  <a:moveTo>
                    <a:pt x="7795" y="0"/>
                  </a:moveTo>
                  <a:cubicBezTo>
                    <a:pt x="5766" y="1338"/>
                    <a:pt x="3397" y="2123"/>
                    <a:pt x="924" y="2123"/>
                  </a:cubicBezTo>
                  <a:cubicBezTo>
                    <a:pt x="709" y="2123"/>
                    <a:pt x="493" y="2117"/>
                    <a:pt x="276" y="2105"/>
                  </a:cubicBezTo>
                  <a:lnTo>
                    <a:pt x="1" y="5664"/>
                  </a:lnTo>
                  <a:cubicBezTo>
                    <a:pt x="1" y="5664"/>
                    <a:pt x="3347" y="6680"/>
                    <a:pt x="6615" y="6680"/>
                  </a:cubicBezTo>
                  <a:cubicBezTo>
                    <a:pt x="7673" y="6680"/>
                    <a:pt x="8724" y="6573"/>
                    <a:pt x="9650" y="6291"/>
                  </a:cubicBezTo>
                  <a:lnTo>
                    <a:pt x="10001" y="3684"/>
                  </a:lnTo>
                  <a:lnTo>
                    <a:pt x="10552" y="276"/>
                  </a:lnTo>
                  <a:lnTo>
                    <a:pt x="10502" y="276"/>
                  </a:lnTo>
                  <a:lnTo>
                    <a:pt x="7795" y="0"/>
                  </a:ln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20"/>
            <p:cNvSpPr/>
            <p:nvPr/>
          </p:nvSpPr>
          <p:spPr>
            <a:xfrm flipH="1">
              <a:off x="6633836" y="1792332"/>
              <a:ext cx="1179139" cy="1220492"/>
            </a:xfrm>
            <a:custGeom>
              <a:rect b="b" l="l" r="r" t="t"/>
              <a:pathLst>
                <a:path extrusionOk="0" h="29160" w="28172">
                  <a:moveTo>
                    <a:pt x="15141" y="0"/>
                  </a:moveTo>
                  <a:cubicBezTo>
                    <a:pt x="7819" y="0"/>
                    <a:pt x="473" y="6481"/>
                    <a:pt x="251" y="14367"/>
                  </a:cubicBezTo>
                  <a:cubicBezTo>
                    <a:pt x="1" y="22387"/>
                    <a:pt x="6592" y="28953"/>
                    <a:pt x="14011" y="29154"/>
                  </a:cubicBezTo>
                  <a:cubicBezTo>
                    <a:pt x="14140" y="29158"/>
                    <a:pt x="14269" y="29160"/>
                    <a:pt x="14397" y="29160"/>
                  </a:cubicBezTo>
                  <a:cubicBezTo>
                    <a:pt x="21668" y="29160"/>
                    <a:pt x="27674" y="22925"/>
                    <a:pt x="27921" y="15044"/>
                  </a:cubicBezTo>
                  <a:cubicBezTo>
                    <a:pt x="28171" y="7024"/>
                    <a:pt x="22958" y="231"/>
                    <a:pt x="15515" y="6"/>
                  </a:cubicBezTo>
                  <a:cubicBezTo>
                    <a:pt x="15390" y="2"/>
                    <a:pt x="15266" y="0"/>
                    <a:pt x="151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20"/>
            <p:cNvSpPr/>
            <p:nvPr/>
          </p:nvSpPr>
          <p:spPr>
            <a:xfrm flipH="1">
              <a:off x="6511113" y="1884625"/>
              <a:ext cx="1146576" cy="1163904"/>
            </a:xfrm>
            <a:custGeom>
              <a:rect b="b" l="l" r="r" t="t"/>
              <a:pathLst>
                <a:path extrusionOk="0" h="27808" w="27394">
                  <a:moveTo>
                    <a:pt x="13708" y="0"/>
                  </a:moveTo>
                  <a:cubicBezTo>
                    <a:pt x="6469" y="0"/>
                    <a:pt x="472" y="5960"/>
                    <a:pt x="251" y="13490"/>
                  </a:cubicBezTo>
                  <a:cubicBezTo>
                    <a:pt x="0" y="21159"/>
                    <a:pt x="5840" y="27576"/>
                    <a:pt x="13283" y="27801"/>
                  </a:cubicBezTo>
                  <a:cubicBezTo>
                    <a:pt x="13418" y="27805"/>
                    <a:pt x="13552" y="27807"/>
                    <a:pt x="13685" y="27807"/>
                  </a:cubicBezTo>
                  <a:cubicBezTo>
                    <a:pt x="20925" y="27807"/>
                    <a:pt x="26922" y="21848"/>
                    <a:pt x="27168" y="14317"/>
                  </a:cubicBezTo>
                  <a:cubicBezTo>
                    <a:pt x="27394" y="6623"/>
                    <a:pt x="21554" y="232"/>
                    <a:pt x="14110" y="6"/>
                  </a:cubicBezTo>
                  <a:cubicBezTo>
                    <a:pt x="13976" y="2"/>
                    <a:pt x="13842" y="0"/>
                    <a:pt x="13708"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20"/>
            <p:cNvSpPr/>
            <p:nvPr/>
          </p:nvSpPr>
          <p:spPr>
            <a:xfrm flipH="1">
              <a:off x="6660055" y="2333743"/>
              <a:ext cx="218232" cy="133517"/>
            </a:xfrm>
            <a:custGeom>
              <a:rect b="b" l="l" r="r" t="t"/>
              <a:pathLst>
                <a:path extrusionOk="0" h="3190" w="5214">
                  <a:moveTo>
                    <a:pt x="881" y="0"/>
                  </a:moveTo>
                  <a:cubicBezTo>
                    <a:pt x="558" y="0"/>
                    <a:pt x="248" y="192"/>
                    <a:pt x="101" y="505"/>
                  </a:cubicBezTo>
                  <a:cubicBezTo>
                    <a:pt x="1" y="755"/>
                    <a:pt x="26" y="1031"/>
                    <a:pt x="151" y="1256"/>
                  </a:cubicBezTo>
                  <a:cubicBezTo>
                    <a:pt x="226" y="1432"/>
                    <a:pt x="377" y="1557"/>
                    <a:pt x="552" y="1632"/>
                  </a:cubicBezTo>
                  <a:lnTo>
                    <a:pt x="3885" y="3111"/>
                  </a:lnTo>
                  <a:cubicBezTo>
                    <a:pt x="3999" y="3164"/>
                    <a:pt x="4117" y="3189"/>
                    <a:pt x="4234" y="3189"/>
                  </a:cubicBezTo>
                  <a:cubicBezTo>
                    <a:pt x="4556" y="3189"/>
                    <a:pt x="4866" y="2998"/>
                    <a:pt x="5013" y="2685"/>
                  </a:cubicBezTo>
                  <a:cubicBezTo>
                    <a:pt x="5214" y="2259"/>
                    <a:pt x="5013" y="1758"/>
                    <a:pt x="4587" y="1582"/>
                  </a:cubicBezTo>
                  <a:lnTo>
                    <a:pt x="1229" y="79"/>
                  </a:lnTo>
                  <a:cubicBezTo>
                    <a:pt x="1116" y="25"/>
                    <a:pt x="997" y="0"/>
                    <a:pt x="88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20"/>
            <p:cNvSpPr/>
            <p:nvPr/>
          </p:nvSpPr>
          <p:spPr>
            <a:xfrm flipH="1">
              <a:off x="7147845" y="2366809"/>
              <a:ext cx="202494" cy="164323"/>
            </a:xfrm>
            <a:custGeom>
              <a:rect b="b" l="l" r="r" t="t"/>
              <a:pathLst>
                <a:path extrusionOk="0" h="3926" w="4838">
                  <a:moveTo>
                    <a:pt x="3862" y="0"/>
                  </a:moveTo>
                  <a:cubicBezTo>
                    <a:pt x="3688" y="0"/>
                    <a:pt x="3511" y="54"/>
                    <a:pt x="3359" y="166"/>
                  </a:cubicBezTo>
                  <a:lnTo>
                    <a:pt x="452" y="2396"/>
                  </a:lnTo>
                  <a:cubicBezTo>
                    <a:pt x="76" y="2697"/>
                    <a:pt x="1" y="3223"/>
                    <a:pt x="276" y="3599"/>
                  </a:cubicBezTo>
                  <a:cubicBezTo>
                    <a:pt x="452" y="3825"/>
                    <a:pt x="702" y="3925"/>
                    <a:pt x="953" y="3925"/>
                  </a:cubicBezTo>
                  <a:cubicBezTo>
                    <a:pt x="1153" y="3925"/>
                    <a:pt x="1329" y="3875"/>
                    <a:pt x="1479" y="3750"/>
                  </a:cubicBezTo>
                  <a:lnTo>
                    <a:pt x="4386" y="1519"/>
                  </a:lnTo>
                  <a:cubicBezTo>
                    <a:pt x="4762" y="1243"/>
                    <a:pt x="4838" y="692"/>
                    <a:pt x="4537" y="341"/>
                  </a:cubicBezTo>
                  <a:cubicBezTo>
                    <a:pt x="4373" y="117"/>
                    <a:pt x="4120" y="0"/>
                    <a:pt x="38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20"/>
            <p:cNvSpPr/>
            <p:nvPr/>
          </p:nvSpPr>
          <p:spPr>
            <a:xfrm flipH="1">
              <a:off x="6527522" y="1861772"/>
              <a:ext cx="1189980" cy="725389"/>
            </a:xfrm>
            <a:custGeom>
              <a:rect b="b" l="l" r="r" t="t"/>
              <a:pathLst>
                <a:path extrusionOk="0" h="17331" w="28431">
                  <a:moveTo>
                    <a:pt x="15165" y="1"/>
                  </a:moveTo>
                  <a:cubicBezTo>
                    <a:pt x="11258" y="1"/>
                    <a:pt x="6501" y="993"/>
                    <a:pt x="3284" y="6041"/>
                  </a:cubicBezTo>
                  <a:cubicBezTo>
                    <a:pt x="1" y="11154"/>
                    <a:pt x="1329" y="16893"/>
                    <a:pt x="1329" y="16893"/>
                  </a:cubicBezTo>
                  <a:cubicBezTo>
                    <a:pt x="1729" y="17193"/>
                    <a:pt x="2203" y="17331"/>
                    <a:pt x="2704" y="17331"/>
                  </a:cubicBezTo>
                  <a:cubicBezTo>
                    <a:pt x="4713" y="17331"/>
                    <a:pt x="7154" y="15120"/>
                    <a:pt x="6993" y="12332"/>
                  </a:cubicBezTo>
                  <a:cubicBezTo>
                    <a:pt x="6827" y="9019"/>
                    <a:pt x="8360" y="7225"/>
                    <a:pt x="10282" y="7225"/>
                  </a:cubicBezTo>
                  <a:cubicBezTo>
                    <a:pt x="10396" y="7225"/>
                    <a:pt x="10511" y="7232"/>
                    <a:pt x="10627" y="7244"/>
                  </a:cubicBezTo>
                  <a:cubicBezTo>
                    <a:pt x="12930" y="7487"/>
                    <a:pt x="13076" y="9230"/>
                    <a:pt x="16237" y="9230"/>
                  </a:cubicBezTo>
                  <a:cubicBezTo>
                    <a:pt x="16343" y="9230"/>
                    <a:pt x="16453" y="9228"/>
                    <a:pt x="16567" y="9224"/>
                  </a:cubicBezTo>
                  <a:cubicBezTo>
                    <a:pt x="19667" y="9136"/>
                    <a:pt x="19206" y="6307"/>
                    <a:pt x="21322" y="6307"/>
                  </a:cubicBezTo>
                  <a:cubicBezTo>
                    <a:pt x="21601" y="6307"/>
                    <a:pt x="21924" y="6356"/>
                    <a:pt x="22306" y="6467"/>
                  </a:cubicBezTo>
                  <a:cubicBezTo>
                    <a:pt x="25565" y="7420"/>
                    <a:pt x="26918" y="11730"/>
                    <a:pt x="27695" y="11981"/>
                  </a:cubicBezTo>
                  <a:cubicBezTo>
                    <a:pt x="27756" y="11999"/>
                    <a:pt x="27810" y="12007"/>
                    <a:pt x="27859" y="12007"/>
                  </a:cubicBezTo>
                  <a:cubicBezTo>
                    <a:pt x="28430" y="12007"/>
                    <a:pt x="28196" y="10878"/>
                    <a:pt x="28196" y="10878"/>
                  </a:cubicBezTo>
                  <a:cubicBezTo>
                    <a:pt x="26843" y="3309"/>
                    <a:pt x="19249" y="1"/>
                    <a:pt x="15314" y="1"/>
                  </a:cubicBezTo>
                  <a:cubicBezTo>
                    <a:pt x="15264" y="1"/>
                    <a:pt x="15215" y="1"/>
                    <a:pt x="151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20"/>
            <p:cNvSpPr/>
            <p:nvPr/>
          </p:nvSpPr>
          <p:spPr>
            <a:xfrm flipH="1">
              <a:off x="7435275" y="2485513"/>
              <a:ext cx="339904" cy="392098"/>
            </a:xfrm>
            <a:custGeom>
              <a:rect b="b" l="l" r="r" t="t"/>
              <a:pathLst>
                <a:path extrusionOk="0" h="9368" w="8121">
                  <a:moveTo>
                    <a:pt x="4841" y="0"/>
                  </a:moveTo>
                  <a:cubicBezTo>
                    <a:pt x="2399" y="0"/>
                    <a:pt x="344" y="1899"/>
                    <a:pt x="176" y="4372"/>
                  </a:cubicBezTo>
                  <a:cubicBezTo>
                    <a:pt x="0" y="6954"/>
                    <a:pt x="1955" y="9184"/>
                    <a:pt x="4536" y="9360"/>
                  </a:cubicBezTo>
                  <a:cubicBezTo>
                    <a:pt x="4627" y="9365"/>
                    <a:pt x="4718" y="9367"/>
                    <a:pt x="4807" y="9367"/>
                  </a:cubicBezTo>
                  <a:cubicBezTo>
                    <a:pt x="6082" y="9367"/>
                    <a:pt x="7254" y="8874"/>
                    <a:pt x="8120" y="8032"/>
                  </a:cubicBezTo>
                  <a:lnTo>
                    <a:pt x="6942" y="488"/>
                  </a:lnTo>
                  <a:cubicBezTo>
                    <a:pt x="6416" y="212"/>
                    <a:pt x="5815" y="36"/>
                    <a:pt x="5163" y="11"/>
                  </a:cubicBezTo>
                  <a:cubicBezTo>
                    <a:pt x="5055" y="4"/>
                    <a:pt x="4948" y="0"/>
                    <a:pt x="4841"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20"/>
            <p:cNvSpPr/>
            <p:nvPr/>
          </p:nvSpPr>
          <p:spPr>
            <a:xfrm flipH="1">
              <a:off x="7503453" y="2599153"/>
              <a:ext cx="153189" cy="183743"/>
            </a:xfrm>
            <a:custGeom>
              <a:rect b="b" l="l" r="r" t="t"/>
              <a:pathLst>
                <a:path extrusionOk="0" h="4390" w="3660">
                  <a:moveTo>
                    <a:pt x="233" y="0"/>
                  </a:moveTo>
                  <a:cubicBezTo>
                    <a:pt x="156" y="0"/>
                    <a:pt x="109" y="3"/>
                    <a:pt x="100" y="3"/>
                  </a:cubicBezTo>
                  <a:cubicBezTo>
                    <a:pt x="25" y="3"/>
                    <a:pt x="0" y="53"/>
                    <a:pt x="0" y="103"/>
                  </a:cubicBezTo>
                  <a:cubicBezTo>
                    <a:pt x="0" y="154"/>
                    <a:pt x="50" y="204"/>
                    <a:pt x="100" y="204"/>
                  </a:cubicBezTo>
                  <a:cubicBezTo>
                    <a:pt x="105" y="204"/>
                    <a:pt x="151" y="200"/>
                    <a:pt x="230" y="200"/>
                  </a:cubicBezTo>
                  <a:cubicBezTo>
                    <a:pt x="573" y="200"/>
                    <a:pt x="1531" y="267"/>
                    <a:pt x="2306" y="981"/>
                  </a:cubicBezTo>
                  <a:cubicBezTo>
                    <a:pt x="3058" y="1682"/>
                    <a:pt x="3459" y="2785"/>
                    <a:pt x="3459" y="4289"/>
                  </a:cubicBezTo>
                  <a:cubicBezTo>
                    <a:pt x="3459" y="4339"/>
                    <a:pt x="3509" y="4389"/>
                    <a:pt x="3559" y="4389"/>
                  </a:cubicBezTo>
                  <a:cubicBezTo>
                    <a:pt x="3609" y="4389"/>
                    <a:pt x="3659" y="4339"/>
                    <a:pt x="3659" y="4289"/>
                  </a:cubicBezTo>
                  <a:cubicBezTo>
                    <a:pt x="3659" y="2735"/>
                    <a:pt x="3233" y="1557"/>
                    <a:pt x="2431" y="830"/>
                  </a:cubicBezTo>
                  <a:cubicBezTo>
                    <a:pt x="1586" y="68"/>
                    <a:pt x="589" y="0"/>
                    <a:pt x="2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20"/>
            <p:cNvSpPr/>
            <p:nvPr/>
          </p:nvSpPr>
          <p:spPr>
            <a:xfrm flipH="1">
              <a:off x="7507638" y="2685126"/>
              <a:ext cx="116482" cy="52654"/>
            </a:xfrm>
            <a:custGeom>
              <a:rect b="b" l="l" r="r" t="t"/>
              <a:pathLst>
                <a:path extrusionOk="0" h="1258" w="2783">
                  <a:moveTo>
                    <a:pt x="17" y="1"/>
                  </a:moveTo>
                  <a:cubicBezTo>
                    <a:pt x="9" y="1"/>
                    <a:pt x="3" y="2"/>
                    <a:pt x="0" y="4"/>
                  </a:cubicBezTo>
                  <a:lnTo>
                    <a:pt x="50" y="80"/>
                  </a:lnTo>
                  <a:lnTo>
                    <a:pt x="25" y="180"/>
                  </a:lnTo>
                  <a:cubicBezTo>
                    <a:pt x="125" y="205"/>
                    <a:pt x="2456" y="1157"/>
                    <a:pt x="2607" y="1232"/>
                  </a:cubicBezTo>
                  <a:cubicBezTo>
                    <a:pt x="2632" y="1232"/>
                    <a:pt x="2657" y="1258"/>
                    <a:pt x="2657" y="1258"/>
                  </a:cubicBezTo>
                  <a:cubicBezTo>
                    <a:pt x="2682" y="1258"/>
                    <a:pt x="2707" y="1232"/>
                    <a:pt x="2732" y="1232"/>
                  </a:cubicBezTo>
                  <a:cubicBezTo>
                    <a:pt x="2757" y="1207"/>
                    <a:pt x="2782" y="1132"/>
                    <a:pt x="2732" y="1082"/>
                  </a:cubicBezTo>
                  <a:cubicBezTo>
                    <a:pt x="2732" y="1082"/>
                    <a:pt x="264" y="1"/>
                    <a:pt x="1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20"/>
            <p:cNvSpPr/>
            <p:nvPr/>
          </p:nvSpPr>
          <p:spPr>
            <a:xfrm flipH="1">
              <a:off x="6909724" y="2365344"/>
              <a:ext cx="138498" cy="283275"/>
            </a:xfrm>
            <a:custGeom>
              <a:rect b="b" l="l" r="r" t="t"/>
              <a:pathLst>
                <a:path extrusionOk="0" h="6768" w="3309">
                  <a:moveTo>
                    <a:pt x="201" y="0"/>
                  </a:moveTo>
                  <a:lnTo>
                    <a:pt x="1" y="25"/>
                  </a:lnTo>
                  <a:cubicBezTo>
                    <a:pt x="1" y="25"/>
                    <a:pt x="452" y="3258"/>
                    <a:pt x="577" y="4261"/>
                  </a:cubicBezTo>
                  <a:cubicBezTo>
                    <a:pt x="577" y="4361"/>
                    <a:pt x="652" y="4436"/>
                    <a:pt x="727" y="4512"/>
                  </a:cubicBezTo>
                  <a:cubicBezTo>
                    <a:pt x="803" y="4562"/>
                    <a:pt x="903" y="4587"/>
                    <a:pt x="1003" y="4587"/>
                  </a:cubicBezTo>
                  <a:lnTo>
                    <a:pt x="3008" y="4286"/>
                  </a:lnTo>
                  <a:cubicBezTo>
                    <a:pt x="3058" y="4286"/>
                    <a:pt x="3058" y="4311"/>
                    <a:pt x="3083" y="4311"/>
                  </a:cubicBezTo>
                  <a:cubicBezTo>
                    <a:pt x="3083" y="4336"/>
                    <a:pt x="3108" y="4361"/>
                    <a:pt x="3083" y="4386"/>
                  </a:cubicBezTo>
                  <a:lnTo>
                    <a:pt x="2156" y="6642"/>
                  </a:lnTo>
                  <a:cubicBezTo>
                    <a:pt x="2131" y="6692"/>
                    <a:pt x="2156" y="6742"/>
                    <a:pt x="2206" y="6767"/>
                  </a:cubicBezTo>
                  <a:lnTo>
                    <a:pt x="2231" y="6767"/>
                  </a:lnTo>
                  <a:cubicBezTo>
                    <a:pt x="2281" y="6767"/>
                    <a:pt x="2306" y="6742"/>
                    <a:pt x="2331" y="6717"/>
                  </a:cubicBezTo>
                  <a:lnTo>
                    <a:pt x="3259" y="4461"/>
                  </a:lnTo>
                  <a:cubicBezTo>
                    <a:pt x="3309" y="4386"/>
                    <a:pt x="3284" y="4286"/>
                    <a:pt x="3234" y="4211"/>
                  </a:cubicBezTo>
                  <a:cubicBezTo>
                    <a:pt x="3192" y="4149"/>
                    <a:pt x="3117" y="4104"/>
                    <a:pt x="3036" y="4104"/>
                  </a:cubicBezTo>
                  <a:cubicBezTo>
                    <a:pt x="3019" y="4104"/>
                    <a:pt x="3001" y="4106"/>
                    <a:pt x="2983" y="4111"/>
                  </a:cubicBezTo>
                  <a:lnTo>
                    <a:pt x="978" y="4386"/>
                  </a:lnTo>
                  <a:cubicBezTo>
                    <a:pt x="928" y="4386"/>
                    <a:pt x="878" y="4386"/>
                    <a:pt x="828" y="4361"/>
                  </a:cubicBezTo>
                  <a:cubicBezTo>
                    <a:pt x="803" y="4311"/>
                    <a:pt x="778" y="4286"/>
                    <a:pt x="778" y="4236"/>
                  </a:cubicBezTo>
                  <a:cubicBezTo>
                    <a:pt x="627" y="3233"/>
                    <a:pt x="201" y="0"/>
                    <a:pt x="2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20"/>
            <p:cNvSpPr/>
            <p:nvPr/>
          </p:nvSpPr>
          <p:spPr>
            <a:xfrm flipH="1">
              <a:off x="6962169" y="2775912"/>
              <a:ext cx="119622" cy="40599"/>
            </a:xfrm>
            <a:custGeom>
              <a:rect b="b" l="l" r="r" t="t"/>
              <a:pathLst>
                <a:path extrusionOk="0" h="970" w="2858">
                  <a:moveTo>
                    <a:pt x="1269" y="1"/>
                  </a:moveTo>
                  <a:cubicBezTo>
                    <a:pt x="835" y="1"/>
                    <a:pt x="410" y="87"/>
                    <a:pt x="1" y="292"/>
                  </a:cubicBezTo>
                  <a:cubicBezTo>
                    <a:pt x="251" y="642"/>
                    <a:pt x="702" y="968"/>
                    <a:pt x="1454" y="968"/>
                  </a:cubicBezTo>
                  <a:cubicBezTo>
                    <a:pt x="1479" y="969"/>
                    <a:pt x="1503" y="970"/>
                    <a:pt x="1527" y="970"/>
                  </a:cubicBezTo>
                  <a:cubicBezTo>
                    <a:pt x="2162" y="970"/>
                    <a:pt x="2568" y="655"/>
                    <a:pt x="2858" y="317"/>
                  </a:cubicBezTo>
                  <a:cubicBezTo>
                    <a:pt x="2324" y="125"/>
                    <a:pt x="1790" y="1"/>
                    <a:pt x="126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20"/>
            <p:cNvSpPr/>
            <p:nvPr/>
          </p:nvSpPr>
          <p:spPr>
            <a:xfrm flipH="1">
              <a:off x="6943293" y="2746152"/>
              <a:ext cx="153189" cy="43027"/>
            </a:xfrm>
            <a:custGeom>
              <a:rect b="b" l="l" r="r" t="t"/>
              <a:pathLst>
                <a:path extrusionOk="0" h="1028" w="3660">
                  <a:moveTo>
                    <a:pt x="3635" y="0"/>
                  </a:moveTo>
                  <a:lnTo>
                    <a:pt x="1" y="226"/>
                  </a:lnTo>
                  <a:cubicBezTo>
                    <a:pt x="1" y="226"/>
                    <a:pt x="51" y="627"/>
                    <a:pt x="352" y="1003"/>
                  </a:cubicBezTo>
                  <a:cubicBezTo>
                    <a:pt x="761" y="798"/>
                    <a:pt x="1186" y="712"/>
                    <a:pt x="1620" y="712"/>
                  </a:cubicBezTo>
                  <a:cubicBezTo>
                    <a:pt x="2141" y="712"/>
                    <a:pt x="2675" y="836"/>
                    <a:pt x="3209" y="1028"/>
                  </a:cubicBezTo>
                  <a:cubicBezTo>
                    <a:pt x="3560" y="551"/>
                    <a:pt x="3660" y="25"/>
                    <a:pt x="36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20"/>
            <p:cNvSpPr/>
            <p:nvPr/>
          </p:nvSpPr>
          <p:spPr>
            <a:xfrm flipH="1">
              <a:off x="7185596" y="2598902"/>
              <a:ext cx="68224" cy="84505"/>
            </a:xfrm>
            <a:custGeom>
              <a:rect b="b" l="l" r="r" t="t"/>
              <a:pathLst>
                <a:path extrusionOk="0" h="2019" w="1630">
                  <a:moveTo>
                    <a:pt x="749" y="0"/>
                  </a:moveTo>
                  <a:cubicBezTo>
                    <a:pt x="717" y="0"/>
                    <a:pt x="684" y="3"/>
                    <a:pt x="652" y="9"/>
                  </a:cubicBezTo>
                  <a:cubicBezTo>
                    <a:pt x="251" y="59"/>
                    <a:pt x="0" y="561"/>
                    <a:pt x="75" y="1112"/>
                  </a:cubicBezTo>
                  <a:cubicBezTo>
                    <a:pt x="170" y="1632"/>
                    <a:pt x="532" y="2018"/>
                    <a:pt x="910" y="2018"/>
                  </a:cubicBezTo>
                  <a:cubicBezTo>
                    <a:pt x="932" y="2018"/>
                    <a:pt x="955" y="2017"/>
                    <a:pt x="978" y="2014"/>
                  </a:cubicBezTo>
                  <a:cubicBezTo>
                    <a:pt x="1379" y="1939"/>
                    <a:pt x="1629" y="1438"/>
                    <a:pt x="1554" y="886"/>
                  </a:cubicBezTo>
                  <a:cubicBezTo>
                    <a:pt x="1462" y="380"/>
                    <a:pt x="1116" y="0"/>
                    <a:pt x="7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20"/>
            <p:cNvSpPr/>
            <p:nvPr/>
          </p:nvSpPr>
          <p:spPr>
            <a:xfrm flipH="1">
              <a:off x="6749204" y="2549595"/>
              <a:ext cx="68224" cy="84505"/>
            </a:xfrm>
            <a:custGeom>
              <a:rect b="b" l="l" r="r" t="t"/>
              <a:pathLst>
                <a:path extrusionOk="0" h="2019" w="1630">
                  <a:moveTo>
                    <a:pt x="750" y="0"/>
                  </a:moveTo>
                  <a:cubicBezTo>
                    <a:pt x="717" y="0"/>
                    <a:pt x="685" y="3"/>
                    <a:pt x="652" y="9"/>
                  </a:cubicBezTo>
                  <a:cubicBezTo>
                    <a:pt x="251" y="59"/>
                    <a:pt x="0" y="561"/>
                    <a:pt x="76" y="1137"/>
                  </a:cubicBezTo>
                  <a:cubicBezTo>
                    <a:pt x="170" y="1655"/>
                    <a:pt x="530" y="2019"/>
                    <a:pt x="906" y="2019"/>
                  </a:cubicBezTo>
                  <a:cubicBezTo>
                    <a:pt x="930" y="2019"/>
                    <a:pt x="954" y="2017"/>
                    <a:pt x="978" y="2014"/>
                  </a:cubicBezTo>
                  <a:cubicBezTo>
                    <a:pt x="1379" y="1939"/>
                    <a:pt x="1629" y="1438"/>
                    <a:pt x="1529" y="886"/>
                  </a:cubicBezTo>
                  <a:cubicBezTo>
                    <a:pt x="1460" y="380"/>
                    <a:pt x="1116" y="0"/>
                    <a:pt x="7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20"/>
            <p:cNvSpPr/>
            <p:nvPr/>
          </p:nvSpPr>
          <p:spPr>
            <a:xfrm flipH="1">
              <a:off x="7524444" y="3441635"/>
              <a:ext cx="957810" cy="1055332"/>
            </a:xfrm>
            <a:custGeom>
              <a:rect b="b" l="l" r="r" t="t"/>
              <a:pathLst>
                <a:path extrusionOk="0" h="25214" w="22884">
                  <a:moveTo>
                    <a:pt x="10051" y="1"/>
                  </a:moveTo>
                  <a:cubicBezTo>
                    <a:pt x="7244" y="2507"/>
                    <a:pt x="3008" y="6993"/>
                    <a:pt x="1855" y="8848"/>
                  </a:cubicBezTo>
                  <a:cubicBezTo>
                    <a:pt x="1" y="11905"/>
                    <a:pt x="753" y="15189"/>
                    <a:pt x="1730" y="16492"/>
                  </a:cubicBezTo>
                  <a:cubicBezTo>
                    <a:pt x="3735" y="19124"/>
                    <a:pt x="13535" y="23760"/>
                    <a:pt x="17294" y="25214"/>
                  </a:cubicBezTo>
                  <a:cubicBezTo>
                    <a:pt x="18021" y="22382"/>
                    <a:pt x="21906" y="21931"/>
                    <a:pt x="22883" y="19073"/>
                  </a:cubicBezTo>
                  <a:cubicBezTo>
                    <a:pt x="22582" y="18848"/>
                    <a:pt x="16292" y="14512"/>
                    <a:pt x="15991" y="14261"/>
                  </a:cubicBezTo>
                  <a:cubicBezTo>
                    <a:pt x="15239" y="13810"/>
                    <a:pt x="14462" y="13334"/>
                    <a:pt x="13685" y="12883"/>
                  </a:cubicBezTo>
                  <a:lnTo>
                    <a:pt x="13660" y="12908"/>
                  </a:lnTo>
                  <a:lnTo>
                    <a:pt x="12482" y="12281"/>
                  </a:lnTo>
                  <a:cubicBezTo>
                    <a:pt x="12158" y="12413"/>
                    <a:pt x="11885" y="12469"/>
                    <a:pt x="11650" y="12469"/>
                  </a:cubicBezTo>
                  <a:cubicBezTo>
                    <a:pt x="10553" y="12469"/>
                    <a:pt x="10282" y="11249"/>
                    <a:pt x="9510" y="10749"/>
                  </a:cubicBezTo>
                  <a:lnTo>
                    <a:pt x="9510" y="10749"/>
                  </a:lnTo>
                  <a:lnTo>
                    <a:pt x="12482" y="12281"/>
                  </a:lnTo>
                  <a:cubicBezTo>
                    <a:pt x="12532" y="12256"/>
                    <a:pt x="12582" y="12256"/>
                    <a:pt x="12657" y="12206"/>
                  </a:cubicBezTo>
                  <a:lnTo>
                    <a:pt x="16768" y="8647"/>
                  </a:lnTo>
                  <a:cubicBezTo>
                    <a:pt x="14763" y="7670"/>
                    <a:pt x="11129" y="5264"/>
                    <a:pt x="10051"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20"/>
            <p:cNvSpPr/>
            <p:nvPr/>
          </p:nvSpPr>
          <p:spPr>
            <a:xfrm flipH="1">
              <a:off x="7373380" y="3208538"/>
              <a:ext cx="741712" cy="654821"/>
            </a:xfrm>
            <a:custGeom>
              <a:rect b="b" l="l" r="r" t="t"/>
              <a:pathLst>
                <a:path extrusionOk="0" h="15645" w="17721">
                  <a:moveTo>
                    <a:pt x="11124" y="1"/>
                  </a:moveTo>
                  <a:cubicBezTo>
                    <a:pt x="4838" y="1"/>
                    <a:pt x="1" y="5319"/>
                    <a:pt x="1" y="5319"/>
                  </a:cubicBezTo>
                  <a:cubicBezTo>
                    <a:pt x="2031" y="11785"/>
                    <a:pt x="8297" y="15645"/>
                    <a:pt x="8297" y="15645"/>
                  </a:cubicBezTo>
                  <a:cubicBezTo>
                    <a:pt x="16918" y="7825"/>
                    <a:pt x="17720" y="2136"/>
                    <a:pt x="17720" y="2136"/>
                  </a:cubicBezTo>
                  <a:cubicBezTo>
                    <a:pt x="15445" y="584"/>
                    <a:pt x="13205" y="1"/>
                    <a:pt x="11124"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20"/>
            <p:cNvSpPr/>
            <p:nvPr/>
          </p:nvSpPr>
          <p:spPr>
            <a:xfrm flipH="1">
              <a:off x="7399613" y="3245455"/>
              <a:ext cx="349364" cy="569647"/>
            </a:xfrm>
            <a:custGeom>
              <a:rect b="b" l="l" r="r" t="t"/>
              <a:pathLst>
                <a:path extrusionOk="0" h="13610" w="8347">
                  <a:moveTo>
                    <a:pt x="8196" y="1"/>
                  </a:moveTo>
                  <a:cubicBezTo>
                    <a:pt x="8171" y="26"/>
                    <a:pt x="4838" y="3209"/>
                    <a:pt x="3785" y="4537"/>
                  </a:cubicBezTo>
                  <a:cubicBezTo>
                    <a:pt x="2732" y="5841"/>
                    <a:pt x="101" y="13209"/>
                    <a:pt x="1" y="13535"/>
                  </a:cubicBezTo>
                  <a:lnTo>
                    <a:pt x="201" y="13610"/>
                  </a:lnTo>
                  <a:cubicBezTo>
                    <a:pt x="226" y="13510"/>
                    <a:pt x="2933" y="5941"/>
                    <a:pt x="3961" y="4663"/>
                  </a:cubicBezTo>
                  <a:cubicBezTo>
                    <a:pt x="4988" y="3359"/>
                    <a:pt x="8321" y="176"/>
                    <a:pt x="8347" y="151"/>
                  </a:cubicBezTo>
                  <a:lnTo>
                    <a:pt x="819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20"/>
            <p:cNvSpPr/>
            <p:nvPr/>
          </p:nvSpPr>
          <p:spPr>
            <a:xfrm flipH="1">
              <a:off x="7321974" y="4178095"/>
              <a:ext cx="469990" cy="493387"/>
            </a:xfrm>
            <a:custGeom>
              <a:rect b="b" l="l" r="r" t="t"/>
              <a:pathLst>
                <a:path extrusionOk="0" h="11788" w="11229">
                  <a:moveTo>
                    <a:pt x="5058" y="1"/>
                  </a:moveTo>
                  <a:cubicBezTo>
                    <a:pt x="4666" y="1"/>
                    <a:pt x="4295" y="88"/>
                    <a:pt x="3960" y="300"/>
                  </a:cubicBezTo>
                  <a:cubicBezTo>
                    <a:pt x="3960" y="300"/>
                    <a:pt x="401" y="2932"/>
                    <a:pt x="0" y="6591"/>
                  </a:cubicBezTo>
                  <a:cubicBezTo>
                    <a:pt x="25" y="7418"/>
                    <a:pt x="451" y="8220"/>
                    <a:pt x="1228" y="8697"/>
                  </a:cubicBezTo>
                  <a:lnTo>
                    <a:pt x="3008" y="9774"/>
                  </a:lnTo>
                  <a:cubicBezTo>
                    <a:pt x="3058" y="9824"/>
                    <a:pt x="3108" y="9874"/>
                    <a:pt x="3183" y="9925"/>
                  </a:cubicBezTo>
                  <a:lnTo>
                    <a:pt x="5890" y="11654"/>
                  </a:lnTo>
                  <a:cubicBezTo>
                    <a:pt x="6034" y="11745"/>
                    <a:pt x="6190" y="11788"/>
                    <a:pt x="6349" y="11788"/>
                  </a:cubicBezTo>
                  <a:cubicBezTo>
                    <a:pt x="6715" y="11788"/>
                    <a:pt x="7097" y="11562"/>
                    <a:pt x="7394" y="11178"/>
                  </a:cubicBezTo>
                  <a:cubicBezTo>
                    <a:pt x="7619" y="10852"/>
                    <a:pt x="7569" y="10451"/>
                    <a:pt x="7394" y="10125"/>
                  </a:cubicBezTo>
                  <a:cubicBezTo>
                    <a:pt x="7395" y="10124"/>
                    <a:pt x="7398" y="10124"/>
                    <a:pt x="7401" y="10124"/>
                  </a:cubicBezTo>
                  <a:cubicBezTo>
                    <a:pt x="7440" y="10124"/>
                    <a:pt x="7584" y="10170"/>
                    <a:pt x="7783" y="10170"/>
                  </a:cubicBezTo>
                  <a:cubicBezTo>
                    <a:pt x="8104" y="10170"/>
                    <a:pt x="8570" y="10050"/>
                    <a:pt x="8973" y="9423"/>
                  </a:cubicBezTo>
                  <a:cubicBezTo>
                    <a:pt x="9449" y="8697"/>
                    <a:pt x="8822" y="7920"/>
                    <a:pt x="8822" y="7920"/>
                  </a:cubicBezTo>
                  <a:lnTo>
                    <a:pt x="8822" y="7920"/>
                  </a:lnTo>
                  <a:cubicBezTo>
                    <a:pt x="8934" y="7946"/>
                    <a:pt x="9056" y="7964"/>
                    <a:pt x="9182" y="7964"/>
                  </a:cubicBezTo>
                  <a:cubicBezTo>
                    <a:pt x="9537" y="7964"/>
                    <a:pt x="9923" y="7824"/>
                    <a:pt x="10201" y="7343"/>
                  </a:cubicBezTo>
                  <a:cubicBezTo>
                    <a:pt x="10577" y="6691"/>
                    <a:pt x="9875" y="5864"/>
                    <a:pt x="9900" y="5864"/>
                  </a:cubicBezTo>
                  <a:lnTo>
                    <a:pt x="9900" y="5864"/>
                  </a:lnTo>
                  <a:cubicBezTo>
                    <a:pt x="9963" y="5881"/>
                    <a:pt x="10026" y="5889"/>
                    <a:pt x="10087" y="5889"/>
                  </a:cubicBezTo>
                  <a:cubicBezTo>
                    <a:pt x="10486" y="5889"/>
                    <a:pt x="10829" y="5560"/>
                    <a:pt x="11003" y="5213"/>
                  </a:cubicBezTo>
                  <a:cubicBezTo>
                    <a:pt x="11228" y="4737"/>
                    <a:pt x="11028" y="3985"/>
                    <a:pt x="10577" y="3684"/>
                  </a:cubicBezTo>
                  <a:lnTo>
                    <a:pt x="8446" y="2431"/>
                  </a:lnTo>
                  <a:cubicBezTo>
                    <a:pt x="9098" y="1428"/>
                    <a:pt x="7644" y="777"/>
                    <a:pt x="7644" y="777"/>
                  </a:cubicBezTo>
                  <a:cubicBezTo>
                    <a:pt x="6766" y="372"/>
                    <a:pt x="5866" y="1"/>
                    <a:pt x="5058"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20"/>
            <p:cNvSpPr/>
            <p:nvPr/>
          </p:nvSpPr>
          <p:spPr>
            <a:xfrm flipH="1">
              <a:off x="7665017" y="4290144"/>
              <a:ext cx="131174" cy="298133"/>
            </a:xfrm>
            <a:custGeom>
              <a:rect b="b" l="l" r="r" t="t"/>
              <a:pathLst>
                <a:path extrusionOk="0" h="7123" w="3134">
                  <a:moveTo>
                    <a:pt x="1679" y="1"/>
                  </a:moveTo>
                  <a:cubicBezTo>
                    <a:pt x="1650" y="1"/>
                    <a:pt x="1619" y="15"/>
                    <a:pt x="1605" y="29"/>
                  </a:cubicBezTo>
                  <a:cubicBezTo>
                    <a:pt x="678" y="1308"/>
                    <a:pt x="126" y="2611"/>
                    <a:pt x="1" y="3914"/>
                  </a:cubicBezTo>
                  <a:cubicBezTo>
                    <a:pt x="26" y="4816"/>
                    <a:pt x="502" y="5619"/>
                    <a:pt x="1279" y="6095"/>
                  </a:cubicBezTo>
                  <a:lnTo>
                    <a:pt x="2958" y="7122"/>
                  </a:lnTo>
                  <a:lnTo>
                    <a:pt x="3008" y="7122"/>
                  </a:lnTo>
                  <a:cubicBezTo>
                    <a:pt x="3058" y="7122"/>
                    <a:pt x="3084" y="7122"/>
                    <a:pt x="3109" y="7097"/>
                  </a:cubicBezTo>
                  <a:cubicBezTo>
                    <a:pt x="3134" y="7047"/>
                    <a:pt x="3109" y="6972"/>
                    <a:pt x="3058" y="6947"/>
                  </a:cubicBezTo>
                  <a:lnTo>
                    <a:pt x="1379" y="5944"/>
                  </a:lnTo>
                  <a:cubicBezTo>
                    <a:pt x="652" y="5493"/>
                    <a:pt x="226" y="4741"/>
                    <a:pt x="176" y="3914"/>
                  </a:cubicBezTo>
                  <a:cubicBezTo>
                    <a:pt x="327" y="2661"/>
                    <a:pt x="853" y="1408"/>
                    <a:pt x="1755" y="155"/>
                  </a:cubicBezTo>
                  <a:cubicBezTo>
                    <a:pt x="1780" y="105"/>
                    <a:pt x="1780" y="55"/>
                    <a:pt x="1730" y="29"/>
                  </a:cubicBezTo>
                  <a:cubicBezTo>
                    <a:pt x="1720" y="8"/>
                    <a:pt x="1700" y="1"/>
                    <a:pt x="16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20"/>
            <p:cNvSpPr/>
            <p:nvPr/>
          </p:nvSpPr>
          <p:spPr>
            <a:xfrm flipH="1">
              <a:off x="7355534" y="4244772"/>
              <a:ext cx="153189" cy="84380"/>
            </a:xfrm>
            <a:custGeom>
              <a:rect b="b" l="l" r="r" t="t"/>
              <a:pathLst>
                <a:path extrusionOk="0" h="2016" w="3660">
                  <a:moveTo>
                    <a:pt x="111" y="1"/>
                  </a:moveTo>
                  <a:cubicBezTo>
                    <a:pt x="75" y="1"/>
                    <a:pt x="43" y="24"/>
                    <a:pt x="25" y="61"/>
                  </a:cubicBezTo>
                  <a:cubicBezTo>
                    <a:pt x="0" y="111"/>
                    <a:pt x="25" y="161"/>
                    <a:pt x="75" y="186"/>
                  </a:cubicBezTo>
                  <a:cubicBezTo>
                    <a:pt x="1980" y="988"/>
                    <a:pt x="3484" y="1991"/>
                    <a:pt x="3484" y="2016"/>
                  </a:cubicBezTo>
                  <a:lnTo>
                    <a:pt x="3534" y="2016"/>
                  </a:lnTo>
                  <a:cubicBezTo>
                    <a:pt x="3559" y="2016"/>
                    <a:pt x="3609" y="2016"/>
                    <a:pt x="3609" y="1991"/>
                  </a:cubicBezTo>
                  <a:cubicBezTo>
                    <a:pt x="3659" y="1941"/>
                    <a:pt x="3634" y="1890"/>
                    <a:pt x="3584" y="1840"/>
                  </a:cubicBezTo>
                  <a:cubicBezTo>
                    <a:pt x="3584" y="1840"/>
                    <a:pt x="2055" y="838"/>
                    <a:pt x="150" y="11"/>
                  </a:cubicBezTo>
                  <a:cubicBezTo>
                    <a:pt x="137" y="4"/>
                    <a:pt x="124" y="1"/>
                    <a:pt x="1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20"/>
            <p:cNvSpPr/>
            <p:nvPr/>
          </p:nvSpPr>
          <p:spPr>
            <a:xfrm flipH="1">
              <a:off x="5635134" y="2383175"/>
              <a:ext cx="599029" cy="599029"/>
            </a:xfrm>
            <a:custGeom>
              <a:rect b="b" l="l" r="r" t="t"/>
              <a:pathLst>
                <a:path extrusionOk="0" h="14312" w="14312">
                  <a:moveTo>
                    <a:pt x="7143" y="0"/>
                  </a:moveTo>
                  <a:cubicBezTo>
                    <a:pt x="3208" y="0"/>
                    <a:pt x="0" y="3208"/>
                    <a:pt x="0" y="7168"/>
                  </a:cubicBezTo>
                  <a:cubicBezTo>
                    <a:pt x="0" y="11103"/>
                    <a:pt x="3208" y="14311"/>
                    <a:pt x="7143" y="14311"/>
                  </a:cubicBezTo>
                  <a:cubicBezTo>
                    <a:pt x="11103" y="14311"/>
                    <a:pt x="14311" y="11103"/>
                    <a:pt x="14311" y="7168"/>
                  </a:cubicBezTo>
                  <a:cubicBezTo>
                    <a:pt x="14311" y="3208"/>
                    <a:pt x="11103" y="0"/>
                    <a:pt x="7143" y="0"/>
                  </a:cubicBezTo>
                  <a:close/>
                </a:path>
              </a:pathLst>
            </a:custGeom>
            <a:solidFill>
              <a:srgbClr val="135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20"/>
            <p:cNvSpPr/>
            <p:nvPr/>
          </p:nvSpPr>
          <p:spPr>
            <a:xfrm flipH="1">
              <a:off x="5714857"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6" y="1906"/>
                    <a:pt x="2456" y="1229"/>
                  </a:cubicBezTo>
                  <a:cubicBezTo>
                    <a:pt x="2456"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20"/>
            <p:cNvSpPr/>
            <p:nvPr/>
          </p:nvSpPr>
          <p:spPr>
            <a:xfrm flipH="1">
              <a:off x="5880607"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6" y="1906"/>
                    <a:pt x="2456" y="1229"/>
                  </a:cubicBezTo>
                  <a:cubicBezTo>
                    <a:pt x="2456"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20"/>
            <p:cNvSpPr/>
            <p:nvPr/>
          </p:nvSpPr>
          <p:spPr>
            <a:xfrm flipH="1">
              <a:off x="6046358"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7" y="1906"/>
                    <a:pt x="2457" y="1229"/>
                  </a:cubicBezTo>
                  <a:cubicBezTo>
                    <a:pt x="2457"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20"/>
            <p:cNvSpPr/>
            <p:nvPr/>
          </p:nvSpPr>
          <p:spPr>
            <a:xfrm flipH="1">
              <a:off x="6133421" y="2589819"/>
              <a:ext cx="221371" cy="197263"/>
            </a:xfrm>
            <a:custGeom>
              <a:rect b="b" l="l" r="r" t="t"/>
              <a:pathLst>
                <a:path extrusionOk="0" h="4713" w="5289">
                  <a:moveTo>
                    <a:pt x="5288" y="1"/>
                  </a:moveTo>
                  <a:lnTo>
                    <a:pt x="0" y="552"/>
                  </a:lnTo>
                  <a:lnTo>
                    <a:pt x="4085" y="4712"/>
                  </a:lnTo>
                  <a:lnTo>
                    <a:pt x="5288" y="1"/>
                  </a:lnTo>
                  <a:close/>
                </a:path>
              </a:pathLst>
            </a:custGeom>
            <a:solidFill>
              <a:srgbClr val="135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20"/>
            <p:cNvSpPr/>
            <p:nvPr/>
          </p:nvSpPr>
          <p:spPr>
            <a:xfrm flipH="1">
              <a:off x="5730571" y="4673700"/>
              <a:ext cx="2856608" cy="66476"/>
            </a:xfrm>
            <a:custGeom>
              <a:rect b="b" l="l" r="r" t="t"/>
              <a:pathLst>
                <a:path extrusionOk="0" h="1781" w="76518">
                  <a:moveTo>
                    <a:pt x="1" y="1"/>
                  </a:moveTo>
                  <a:lnTo>
                    <a:pt x="1" y="1780"/>
                  </a:lnTo>
                  <a:lnTo>
                    <a:pt x="76517" y="1780"/>
                  </a:lnTo>
                  <a:lnTo>
                    <a:pt x="7651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20"/>
            <p:cNvSpPr/>
            <p:nvPr/>
          </p:nvSpPr>
          <p:spPr>
            <a:xfrm>
              <a:off x="7958725" y="3865950"/>
              <a:ext cx="160750" cy="122650"/>
            </a:xfrm>
            <a:custGeom>
              <a:rect b="b" l="l" r="r" t="t"/>
              <a:pathLst>
                <a:path extrusionOk="0" h="4906" w="6430">
                  <a:moveTo>
                    <a:pt x="0" y="3644"/>
                  </a:moveTo>
                  <a:lnTo>
                    <a:pt x="6430" y="0"/>
                  </a:lnTo>
                  <a:lnTo>
                    <a:pt x="4477" y="4906"/>
                  </a:lnTo>
                  <a:close/>
                </a:path>
              </a:pathLst>
            </a:custGeom>
            <a:solidFill>
              <a:srgbClr val="BC574C"/>
            </a:solidFill>
            <a:ln>
              <a:noFill/>
            </a:ln>
          </p:spPr>
        </p:sp>
        <p:grpSp>
          <p:nvGrpSpPr>
            <p:cNvPr id="650" name="Google Shape;650;p20"/>
            <p:cNvGrpSpPr/>
            <p:nvPr/>
          </p:nvGrpSpPr>
          <p:grpSpPr>
            <a:xfrm rot="190448">
              <a:off x="5499132" y="3376991"/>
              <a:ext cx="851062" cy="769057"/>
              <a:chOff x="3422450" y="1910675"/>
              <a:chExt cx="1386000" cy="1252450"/>
            </a:xfrm>
          </p:grpSpPr>
          <p:sp>
            <p:nvSpPr>
              <p:cNvPr id="651" name="Google Shape;651;p20"/>
              <p:cNvSpPr/>
              <p:nvPr/>
            </p:nvSpPr>
            <p:spPr>
              <a:xfrm>
                <a:off x="4066575" y="1910675"/>
                <a:ext cx="741875" cy="696325"/>
              </a:xfrm>
              <a:custGeom>
                <a:rect b="b" l="l" r="r" t="t"/>
                <a:pathLst>
                  <a:path extrusionOk="0" h="27853" w="29675">
                    <a:moveTo>
                      <a:pt x="15361" y="1"/>
                    </a:moveTo>
                    <a:cubicBezTo>
                      <a:pt x="11400" y="1"/>
                      <a:pt x="7522" y="1758"/>
                      <a:pt x="4862" y="4953"/>
                    </a:cubicBezTo>
                    <a:cubicBezTo>
                      <a:pt x="4838" y="4950"/>
                      <a:pt x="4813" y="4948"/>
                      <a:pt x="4787" y="4948"/>
                    </a:cubicBezTo>
                    <a:cubicBezTo>
                      <a:pt x="4607" y="4948"/>
                      <a:pt x="4415" y="5028"/>
                      <a:pt x="4261" y="5204"/>
                    </a:cubicBezTo>
                    <a:cubicBezTo>
                      <a:pt x="827" y="9289"/>
                      <a:pt x="0" y="15103"/>
                      <a:pt x="2181" y="19991"/>
                    </a:cubicBezTo>
                    <a:cubicBezTo>
                      <a:pt x="4405" y="24929"/>
                      <a:pt x="9590" y="27853"/>
                      <a:pt x="14863" y="27853"/>
                    </a:cubicBezTo>
                    <a:cubicBezTo>
                      <a:pt x="15532" y="27853"/>
                      <a:pt x="16202" y="27806"/>
                      <a:pt x="16867" y="27710"/>
                    </a:cubicBezTo>
                    <a:cubicBezTo>
                      <a:pt x="22832" y="26858"/>
                      <a:pt x="27770" y="22046"/>
                      <a:pt x="28722" y="16106"/>
                    </a:cubicBezTo>
                    <a:cubicBezTo>
                      <a:pt x="29675" y="10316"/>
                      <a:pt x="26893" y="4402"/>
                      <a:pt x="21730" y="1620"/>
                    </a:cubicBezTo>
                    <a:cubicBezTo>
                      <a:pt x="19704" y="523"/>
                      <a:pt x="17520" y="1"/>
                      <a:pt x="1536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20"/>
              <p:cNvSpPr/>
              <p:nvPr/>
            </p:nvSpPr>
            <p:spPr>
              <a:xfrm>
                <a:off x="3584200" y="2260100"/>
                <a:ext cx="872625" cy="789850"/>
              </a:xfrm>
              <a:custGeom>
                <a:rect b="b" l="l" r="r" t="t"/>
                <a:pathLst>
                  <a:path extrusionOk="0" h="31594" w="34905">
                    <a:moveTo>
                      <a:pt x="23229" y="0"/>
                    </a:moveTo>
                    <a:cubicBezTo>
                      <a:pt x="23032" y="0"/>
                      <a:pt x="22830" y="73"/>
                      <a:pt x="22654" y="249"/>
                    </a:cubicBezTo>
                    <a:cubicBezTo>
                      <a:pt x="15486" y="7743"/>
                      <a:pt x="8293" y="15212"/>
                      <a:pt x="1100" y="22706"/>
                    </a:cubicBezTo>
                    <a:cubicBezTo>
                      <a:pt x="924" y="22881"/>
                      <a:pt x="874" y="23107"/>
                      <a:pt x="899" y="23282"/>
                    </a:cubicBezTo>
                    <a:cubicBezTo>
                      <a:pt x="799" y="23407"/>
                      <a:pt x="749" y="23533"/>
                      <a:pt x="699" y="23708"/>
                    </a:cubicBezTo>
                    <a:cubicBezTo>
                      <a:pt x="0" y="27921"/>
                      <a:pt x="3193" y="31594"/>
                      <a:pt x="7326" y="31594"/>
                    </a:cubicBezTo>
                    <a:cubicBezTo>
                      <a:pt x="7643" y="31594"/>
                      <a:pt x="7966" y="31572"/>
                      <a:pt x="8293" y="31528"/>
                    </a:cubicBezTo>
                    <a:cubicBezTo>
                      <a:pt x="8669" y="31477"/>
                      <a:pt x="8869" y="31227"/>
                      <a:pt x="8944" y="30951"/>
                    </a:cubicBezTo>
                    <a:cubicBezTo>
                      <a:pt x="9019" y="30926"/>
                      <a:pt x="9070" y="30876"/>
                      <a:pt x="9120" y="30851"/>
                    </a:cubicBezTo>
                    <a:cubicBezTo>
                      <a:pt x="17390" y="24410"/>
                      <a:pt x="25636" y="17994"/>
                      <a:pt x="33882" y="11553"/>
                    </a:cubicBezTo>
                    <a:cubicBezTo>
                      <a:pt x="33930" y="11560"/>
                      <a:pt x="33978" y="11564"/>
                      <a:pt x="34027" y="11564"/>
                    </a:cubicBezTo>
                    <a:cubicBezTo>
                      <a:pt x="34463" y="11564"/>
                      <a:pt x="34904" y="11264"/>
                      <a:pt x="34859" y="10700"/>
                    </a:cubicBezTo>
                    <a:cubicBezTo>
                      <a:pt x="34408" y="4710"/>
                      <a:pt x="29571" y="274"/>
                      <a:pt x="23631" y="99"/>
                    </a:cubicBezTo>
                    <a:cubicBezTo>
                      <a:pt x="23507" y="37"/>
                      <a:pt x="23369" y="0"/>
                      <a:pt x="2322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20"/>
              <p:cNvSpPr/>
              <p:nvPr/>
            </p:nvSpPr>
            <p:spPr>
              <a:xfrm>
                <a:off x="3422450" y="2847550"/>
                <a:ext cx="384750" cy="313400"/>
              </a:xfrm>
              <a:custGeom>
                <a:rect b="b" l="l" r="r" t="t"/>
                <a:pathLst>
                  <a:path extrusionOk="0" h="12536" w="15390">
                    <a:moveTo>
                      <a:pt x="8019" y="0"/>
                    </a:moveTo>
                    <a:cubicBezTo>
                      <a:pt x="7897" y="0"/>
                      <a:pt x="7789" y="28"/>
                      <a:pt x="7695" y="85"/>
                    </a:cubicBezTo>
                    <a:cubicBezTo>
                      <a:pt x="7494" y="85"/>
                      <a:pt x="7319" y="185"/>
                      <a:pt x="7169" y="360"/>
                    </a:cubicBezTo>
                    <a:lnTo>
                      <a:pt x="4712" y="3468"/>
                    </a:lnTo>
                    <a:cubicBezTo>
                      <a:pt x="3134" y="5223"/>
                      <a:pt x="1655" y="7002"/>
                      <a:pt x="201" y="8857"/>
                    </a:cubicBezTo>
                    <a:cubicBezTo>
                      <a:pt x="26" y="9107"/>
                      <a:pt x="1" y="9333"/>
                      <a:pt x="76" y="9558"/>
                    </a:cubicBezTo>
                    <a:cubicBezTo>
                      <a:pt x="51" y="9659"/>
                      <a:pt x="76" y="9784"/>
                      <a:pt x="126" y="9934"/>
                    </a:cubicBezTo>
                    <a:cubicBezTo>
                      <a:pt x="527" y="11037"/>
                      <a:pt x="1354" y="11914"/>
                      <a:pt x="2432" y="12416"/>
                    </a:cubicBezTo>
                    <a:cubicBezTo>
                      <a:pt x="2457" y="12441"/>
                      <a:pt x="2507" y="12441"/>
                      <a:pt x="2532" y="12441"/>
                    </a:cubicBezTo>
                    <a:cubicBezTo>
                      <a:pt x="2648" y="12499"/>
                      <a:pt x="2770" y="12535"/>
                      <a:pt x="2894" y="12535"/>
                    </a:cubicBezTo>
                    <a:cubicBezTo>
                      <a:pt x="3038" y="12535"/>
                      <a:pt x="3186" y="12486"/>
                      <a:pt x="3334" y="12365"/>
                    </a:cubicBezTo>
                    <a:cubicBezTo>
                      <a:pt x="3635" y="12115"/>
                      <a:pt x="3961" y="11889"/>
                      <a:pt x="4261" y="11639"/>
                    </a:cubicBezTo>
                    <a:cubicBezTo>
                      <a:pt x="4412" y="11538"/>
                      <a:pt x="4587" y="11438"/>
                      <a:pt x="4738" y="11338"/>
                    </a:cubicBezTo>
                    <a:cubicBezTo>
                      <a:pt x="5690" y="10686"/>
                      <a:pt x="6642" y="9985"/>
                      <a:pt x="7570" y="9258"/>
                    </a:cubicBezTo>
                    <a:cubicBezTo>
                      <a:pt x="8422" y="9634"/>
                      <a:pt x="9324" y="9884"/>
                      <a:pt x="10251" y="10035"/>
                    </a:cubicBezTo>
                    <a:cubicBezTo>
                      <a:pt x="10348" y="10104"/>
                      <a:pt x="10467" y="10142"/>
                      <a:pt x="10600" y="10142"/>
                    </a:cubicBezTo>
                    <a:cubicBezTo>
                      <a:pt x="10710" y="10142"/>
                      <a:pt x="10829" y="10116"/>
                      <a:pt x="10953" y="10060"/>
                    </a:cubicBezTo>
                    <a:cubicBezTo>
                      <a:pt x="12357" y="9333"/>
                      <a:pt x="13660" y="8456"/>
                      <a:pt x="14838" y="7378"/>
                    </a:cubicBezTo>
                    <a:cubicBezTo>
                      <a:pt x="14863" y="7378"/>
                      <a:pt x="14863" y="7353"/>
                      <a:pt x="14888" y="7328"/>
                    </a:cubicBezTo>
                    <a:cubicBezTo>
                      <a:pt x="15189" y="7228"/>
                      <a:pt x="15389" y="6952"/>
                      <a:pt x="15314" y="6551"/>
                    </a:cubicBezTo>
                    <a:cubicBezTo>
                      <a:pt x="14913" y="4446"/>
                      <a:pt x="13760" y="2641"/>
                      <a:pt x="12081" y="1438"/>
                    </a:cubicBezTo>
                    <a:cubicBezTo>
                      <a:pt x="11053" y="411"/>
                      <a:pt x="9550" y="160"/>
                      <a:pt x="8146" y="10"/>
                    </a:cubicBezTo>
                    <a:cubicBezTo>
                      <a:pt x="8102" y="3"/>
                      <a:pt x="8060" y="0"/>
                      <a:pt x="801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20"/>
              <p:cNvSpPr/>
              <p:nvPr/>
            </p:nvSpPr>
            <p:spPr>
              <a:xfrm>
                <a:off x="3423075" y="3065350"/>
                <a:ext cx="106375" cy="97775"/>
              </a:xfrm>
              <a:custGeom>
                <a:rect b="b" l="l" r="r" t="t"/>
                <a:pathLst>
                  <a:path extrusionOk="0" h="3911" w="4255">
                    <a:moveTo>
                      <a:pt x="772" y="1"/>
                    </a:moveTo>
                    <a:cubicBezTo>
                      <a:pt x="534" y="1"/>
                      <a:pt x="328" y="83"/>
                      <a:pt x="176" y="270"/>
                    </a:cubicBezTo>
                    <a:cubicBezTo>
                      <a:pt x="76" y="295"/>
                      <a:pt x="1" y="395"/>
                      <a:pt x="1" y="521"/>
                    </a:cubicBezTo>
                    <a:cubicBezTo>
                      <a:pt x="101" y="2250"/>
                      <a:pt x="1329" y="3603"/>
                      <a:pt x="3033" y="3904"/>
                    </a:cubicBezTo>
                    <a:cubicBezTo>
                      <a:pt x="3051" y="3909"/>
                      <a:pt x="3068" y="3911"/>
                      <a:pt x="3084" y="3911"/>
                    </a:cubicBezTo>
                    <a:cubicBezTo>
                      <a:pt x="3159" y="3911"/>
                      <a:pt x="3218" y="3866"/>
                      <a:pt x="3259" y="3804"/>
                    </a:cubicBezTo>
                    <a:cubicBezTo>
                      <a:pt x="3276" y="3808"/>
                      <a:pt x="3293" y="3810"/>
                      <a:pt x="3310" y="3810"/>
                    </a:cubicBezTo>
                    <a:cubicBezTo>
                      <a:pt x="3393" y="3810"/>
                      <a:pt x="3472" y="3762"/>
                      <a:pt x="3535" y="3679"/>
                    </a:cubicBezTo>
                    <a:cubicBezTo>
                      <a:pt x="4254" y="2430"/>
                      <a:pt x="2060" y="1"/>
                      <a:pt x="77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20"/>
              <p:cNvSpPr/>
              <p:nvPr/>
            </p:nvSpPr>
            <p:spPr>
              <a:xfrm>
                <a:off x="4146525" y="1961650"/>
                <a:ext cx="603650" cy="618500"/>
              </a:xfrm>
              <a:custGeom>
                <a:rect b="b" l="l" r="r" t="t"/>
                <a:pathLst>
                  <a:path extrusionOk="0" h="24740" w="24146">
                    <a:moveTo>
                      <a:pt x="2873" y="1"/>
                    </a:moveTo>
                    <a:cubicBezTo>
                      <a:pt x="2303" y="1"/>
                      <a:pt x="1745" y="114"/>
                      <a:pt x="1213" y="383"/>
                    </a:cubicBezTo>
                    <a:cubicBezTo>
                      <a:pt x="1" y="1032"/>
                      <a:pt x="528" y="2861"/>
                      <a:pt x="1616" y="2861"/>
                    </a:cubicBezTo>
                    <a:cubicBezTo>
                      <a:pt x="1787" y="2861"/>
                      <a:pt x="1971" y="2816"/>
                      <a:pt x="2166" y="2714"/>
                    </a:cubicBezTo>
                    <a:cubicBezTo>
                      <a:pt x="2407" y="2588"/>
                      <a:pt x="2682" y="2532"/>
                      <a:pt x="2980" y="2532"/>
                    </a:cubicBezTo>
                    <a:cubicBezTo>
                      <a:pt x="4819" y="2532"/>
                      <a:pt x="7543" y="4647"/>
                      <a:pt x="8707" y="5445"/>
                    </a:cubicBezTo>
                    <a:cubicBezTo>
                      <a:pt x="10637" y="6799"/>
                      <a:pt x="12416" y="8378"/>
                      <a:pt x="13995" y="10132"/>
                    </a:cubicBezTo>
                    <a:cubicBezTo>
                      <a:pt x="15574" y="11887"/>
                      <a:pt x="16978" y="13841"/>
                      <a:pt x="18081" y="15922"/>
                    </a:cubicBezTo>
                    <a:cubicBezTo>
                      <a:pt x="18532" y="16724"/>
                      <a:pt x="21264" y="21736"/>
                      <a:pt x="20436" y="22438"/>
                    </a:cubicBezTo>
                    <a:cubicBezTo>
                      <a:pt x="19451" y="23282"/>
                      <a:pt x="20224" y="24740"/>
                      <a:pt x="21202" y="24740"/>
                    </a:cubicBezTo>
                    <a:cubicBezTo>
                      <a:pt x="21444" y="24740"/>
                      <a:pt x="21697" y="24651"/>
                      <a:pt x="21940" y="24443"/>
                    </a:cubicBezTo>
                    <a:cubicBezTo>
                      <a:pt x="24146" y="22588"/>
                      <a:pt x="22416" y="19330"/>
                      <a:pt x="21489" y="17175"/>
                    </a:cubicBezTo>
                    <a:cubicBezTo>
                      <a:pt x="20161" y="14167"/>
                      <a:pt x="18381" y="11335"/>
                      <a:pt x="16201" y="8854"/>
                    </a:cubicBezTo>
                    <a:cubicBezTo>
                      <a:pt x="14096" y="6448"/>
                      <a:pt x="11690" y="4343"/>
                      <a:pt x="8958" y="2638"/>
                    </a:cubicBezTo>
                    <a:cubicBezTo>
                      <a:pt x="7314" y="1609"/>
                      <a:pt x="5014" y="1"/>
                      <a:pt x="28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56" name="Google Shape;656;p20"/>
            <p:cNvSpPr/>
            <p:nvPr/>
          </p:nvSpPr>
          <p:spPr>
            <a:xfrm flipH="1">
              <a:off x="5699122" y="3605753"/>
              <a:ext cx="198309" cy="196300"/>
            </a:xfrm>
            <a:custGeom>
              <a:rect b="b" l="l" r="r" t="t"/>
              <a:pathLst>
                <a:path extrusionOk="0" h="4690" w="4738">
                  <a:moveTo>
                    <a:pt x="3415" y="1"/>
                  </a:moveTo>
                  <a:cubicBezTo>
                    <a:pt x="3134" y="1"/>
                    <a:pt x="2857" y="114"/>
                    <a:pt x="2657" y="340"/>
                  </a:cubicBezTo>
                  <a:lnTo>
                    <a:pt x="401" y="2822"/>
                  </a:lnTo>
                  <a:cubicBezTo>
                    <a:pt x="0" y="3223"/>
                    <a:pt x="26" y="3874"/>
                    <a:pt x="452" y="4275"/>
                  </a:cubicBezTo>
                  <a:lnTo>
                    <a:pt x="627" y="4426"/>
                  </a:lnTo>
                  <a:cubicBezTo>
                    <a:pt x="815" y="4602"/>
                    <a:pt x="1058" y="4690"/>
                    <a:pt x="1305" y="4690"/>
                  </a:cubicBezTo>
                  <a:cubicBezTo>
                    <a:pt x="1584" y="4690"/>
                    <a:pt x="1868" y="4577"/>
                    <a:pt x="2081" y="4350"/>
                  </a:cubicBezTo>
                  <a:lnTo>
                    <a:pt x="4336" y="1894"/>
                  </a:lnTo>
                  <a:cubicBezTo>
                    <a:pt x="4737" y="1468"/>
                    <a:pt x="4687" y="817"/>
                    <a:pt x="4286" y="415"/>
                  </a:cubicBezTo>
                  <a:lnTo>
                    <a:pt x="4111" y="265"/>
                  </a:lnTo>
                  <a:cubicBezTo>
                    <a:pt x="3911" y="89"/>
                    <a:pt x="3662" y="1"/>
                    <a:pt x="3415"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20"/>
            <p:cNvSpPr/>
            <p:nvPr/>
          </p:nvSpPr>
          <p:spPr>
            <a:xfrm flipH="1">
              <a:off x="5784089" y="3560297"/>
              <a:ext cx="174201" cy="173949"/>
            </a:xfrm>
            <a:custGeom>
              <a:rect b="b" l="l" r="r" t="t"/>
              <a:pathLst>
                <a:path extrusionOk="0" h="4156" w="4162">
                  <a:moveTo>
                    <a:pt x="3010" y="0"/>
                  </a:moveTo>
                  <a:cubicBezTo>
                    <a:pt x="2763" y="0"/>
                    <a:pt x="2516" y="101"/>
                    <a:pt x="2332" y="298"/>
                  </a:cubicBezTo>
                  <a:lnTo>
                    <a:pt x="327" y="2479"/>
                  </a:lnTo>
                  <a:cubicBezTo>
                    <a:pt x="1" y="2855"/>
                    <a:pt x="26" y="3431"/>
                    <a:pt x="402" y="3782"/>
                  </a:cubicBezTo>
                  <a:lnTo>
                    <a:pt x="527" y="3908"/>
                  </a:lnTo>
                  <a:cubicBezTo>
                    <a:pt x="705" y="4074"/>
                    <a:pt x="929" y="4156"/>
                    <a:pt x="1152" y="4156"/>
                  </a:cubicBezTo>
                  <a:cubicBezTo>
                    <a:pt x="1399" y="4156"/>
                    <a:pt x="1646" y="4055"/>
                    <a:pt x="1830" y="3857"/>
                  </a:cubicBezTo>
                  <a:lnTo>
                    <a:pt x="3835" y="1677"/>
                  </a:lnTo>
                  <a:cubicBezTo>
                    <a:pt x="4161" y="1301"/>
                    <a:pt x="4136" y="725"/>
                    <a:pt x="3785" y="374"/>
                  </a:cubicBezTo>
                  <a:lnTo>
                    <a:pt x="3635" y="248"/>
                  </a:lnTo>
                  <a:cubicBezTo>
                    <a:pt x="3457" y="82"/>
                    <a:pt x="3233" y="0"/>
                    <a:pt x="3010"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20"/>
            <p:cNvSpPr/>
            <p:nvPr/>
          </p:nvSpPr>
          <p:spPr>
            <a:xfrm flipH="1">
              <a:off x="5621521" y="3663473"/>
              <a:ext cx="198267" cy="196300"/>
            </a:xfrm>
            <a:custGeom>
              <a:rect b="b" l="l" r="r" t="t"/>
              <a:pathLst>
                <a:path extrusionOk="0" h="4690" w="4737">
                  <a:moveTo>
                    <a:pt x="3414" y="0"/>
                  </a:moveTo>
                  <a:cubicBezTo>
                    <a:pt x="3134" y="0"/>
                    <a:pt x="2857" y="113"/>
                    <a:pt x="2657" y="340"/>
                  </a:cubicBezTo>
                  <a:lnTo>
                    <a:pt x="401" y="2796"/>
                  </a:lnTo>
                  <a:cubicBezTo>
                    <a:pt x="0" y="3222"/>
                    <a:pt x="25" y="3874"/>
                    <a:pt x="451" y="4275"/>
                  </a:cubicBezTo>
                  <a:lnTo>
                    <a:pt x="627" y="4425"/>
                  </a:lnTo>
                  <a:cubicBezTo>
                    <a:pt x="815" y="4601"/>
                    <a:pt x="1058" y="4689"/>
                    <a:pt x="1304" y="4689"/>
                  </a:cubicBezTo>
                  <a:cubicBezTo>
                    <a:pt x="1584" y="4689"/>
                    <a:pt x="1867" y="4576"/>
                    <a:pt x="2080" y="4350"/>
                  </a:cubicBezTo>
                  <a:lnTo>
                    <a:pt x="4336" y="1894"/>
                  </a:lnTo>
                  <a:cubicBezTo>
                    <a:pt x="4737" y="1468"/>
                    <a:pt x="4687" y="816"/>
                    <a:pt x="4286" y="415"/>
                  </a:cubicBezTo>
                  <a:lnTo>
                    <a:pt x="4110" y="265"/>
                  </a:lnTo>
                  <a:cubicBezTo>
                    <a:pt x="3911" y="88"/>
                    <a:pt x="3661" y="0"/>
                    <a:pt x="3414"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20"/>
            <p:cNvSpPr/>
            <p:nvPr/>
          </p:nvSpPr>
          <p:spPr>
            <a:xfrm flipH="1">
              <a:off x="5566940" y="3738605"/>
              <a:ext cx="180479" cy="178177"/>
            </a:xfrm>
            <a:custGeom>
              <a:rect b="b" l="l" r="r" t="t"/>
              <a:pathLst>
                <a:path extrusionOk="0" h="4257" w="4312">
                  <a:moveTo>
                    <a:pt x="3110" y="1"/>
                  </a:moveTo>
                  <a:cubicBezTo>
                    <a:pt x="2863" y="1"/>
                    <a:pt x="2616" y="101"/>
                    <a:pt x="2432" y="299"/>
                  </a:cubicBezTo>
                  <a:lnTo>
                    <a:pt x="351" y="2555"/>
                  </a:lnTo>
                  <a:cubicBezTo>
                    <a:pt x="0" y="2931"/>
                    <a:pt x="26" y="3532"/>
                    <a:pt x="427" y="3883"/>
                  </a:cubicBezTo>
                  <a:lnTo>
                    <a:pt x="577" y="4008"/>
                  </a:lnTo>
                  <a:cubicBezTo>
                    <a:pt x="755" y="4175"/>
                    <a:pt x="984" y="4257"/>
                    <a:pt x="1213" y="4257"/>
                  </a:cubicBezTo>
                  <a:cubicBezTo>
                    <a:pt x="1467" y="4257"/>
                    <a:pt x="1721" y="4156"/>
                    <a:pt x="1905" y="3958"/>
                  </a:cubicBezTo>
                  <a:lnTo>
                    <a:pt x="3960" y="1703"/>
                  </a:lnTo>
                  <a:cubicBezTo>
                    <a:pt x="4311" y="1327"/>
                    <a:pt x="4286" y="725"/>
                    <a:pt x="3885" y="374"/>
                  </a:cubicBezTo>
                  <a:lnTo>
                    <a:pt x="3735" y="249"/>
                  </a:lnTo>
                  <a:cubicBezTo>
                    <a:pt x="3557" y="83"/>
                    <a:pt x="3333" y="1"/>
                    <a:pt x="3110"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20"/>
            <p:cNvSpPr/>
            <p:nvPr/>
          </p:nvSpPr>
          <p:spPr>
            <a:xfrm flipH="1">
              <a:off x="5700168" y="3601986"/>
              <a:ext cx="197263" cy="203708"/>
            </a:xfrm>
            <a:custGeom>
              <a:rect b="b" l="l" r="r" t="t"/>
              <a:pathLst>
                <a:path extrusionOk="0" h="4867" w="4713">
                  <a:moveTo>
                    <a:pt x="3425" y="185"/>
                  </a:moveTo>
                  <a:cubicBezTo>
                    <a:pt x="3648" y="185"/>
                    <a:pt x="3874" y="267"/>
                    <a:pt x="4061" y="430"/>
                  </a:cubicBezTo>
                  <a:lnTo>
                    <a:pt x="4211" y="581"/>
                  </a:lnTo>
                  <a:cubicBezTo>
                    <a:pt x="4386" y="756"/>
                    <a:pt x="4512" y="982"/>
                    <a:pt x="4512" y="1232"/>
                  </a:cubicBezTo>
                  <a:cubicBezTo>
                    <a:pt x="4537" y="1483"/>
                    <a:pt x="4437" y="1734"/>
                    <a:pt x="4261" y="1909"/>
                  </a:cubicBezTo>
                  <a:lnTo>
                    <a:pt x="2006" y="4390"/>
                  </a:lnTo>
                  <a:cubicBezTo>
                    <a:pt x="1821" y="4588"/>
                    <a:pt x="1567" y="4689"/>
                    <a:pt x="1313" y="4689"/>
                  </a:cubicBezTo>
                  <a:cubicBezTo>
                    <a:pt x="1084" y="4689"/>
                    <a:pt x="855" y="4607"/>
                    <a:pt x="677" y="4440"/>
                  </a:cubicBezTo>
                  <a:lnTo>
                    <a:pt x="527" y="4290"/>
                  </a:lnTo>
                  <a:cubicBezTo>
                    <a:pt x="326" y="4115"/>
                    <a:pt x="226" y="3889"/>
                    <a:pt x="226" y="3638"/>
                  </a:cubicBezTo>
                  <a:cubicBezTo>
                    <a:pt x="201" y="3388"/>
                    <a:pt x="301" y="3137"/>
                    <a:pt x="452" y="2962"/>
                  </a:cubicBezTo>
                  <a:lnTo>
                    <a:pt x="2732" y="505"/>
                  </a:lnTo>
                  <a:cubicBezTo>
                    <a:pt x="2919" y="292"/>
                    <a:pt x="3171" y="185"/>
                    <a:pt x="3425" y="185"/>
                  </a:cubicBezTo>
                  <a:close/>
                  <a:moveTo>
                    <a:pt x="3402" y="1"/>
                  </a:moveTo>
                  <a:cubicBezTo>
                    <a:pt x="3101" y="1"/>
                    <a:pt x="2804" y="120"/>
                    <a:pt x="2582" y="355"/>
                  </a:cubicBezTo>
                  <a:lnTo>
                    <a:pt x="326" y="2836"/>
                  </a:lnTo>
                  <a:cubicBezTo>
                    <a:pt x="126" y="3062"/>
                    <a:pt x="0" y="3338"/>
                    <a:pt x="26" y="3638"/>
                  </a:cubicBezTo>
                  <a:cubicBezTo>
                    <a:pt x="26" y="3939"/>
                    <a:pt x="176" y="4215"/>
                    <a:pt x="376" y="4440"/>
                  </a:cubicBezTo>
                  <a:lnTo>
                    <a:pt x="552" y="4591"/>
                  </a:lnTo>
                  <a:cubicBezTo>
                    <a:pt x="777" y="4766"/>
                    <a:pt x="1053" y="4866"/>
                    <a:pt x="1304" y="4866"/>
                  </a:cubicBezTo>
                  <a:cubicBezTo>
                    <a:pt x="1630" y="4866"/>
                    <a:pt x="1930" y="4741"/>
                    <a:pt x="2156" y="4516"/>
                  </a:cubicBezTo>
                  <a:lnTo>
                    <a:pt x="4412" y="2034"/>
                  </a:lnTo>
                  <a:cubicBezTo>
                    <a:pt x="4612" y="1809"/>
                    <a:pt x="4712" y="1533"/>
                    <a:pt x="4712" y="1232"/>
                  </a:cubicBezTo>
                  <a:cubicBezTo>
                    <a:pt x="4687" y="932"/>
                    <a:pt x="4562" y="656"/>
                    <a:pt x="4336" y="455"/>
                  </a:cubicBezTo>
                  <a:lnTo>
                    <a:pt x="4186" y="305"/>
                  </a:lnTo>
                  <a:cubicBezTo>
                    <a:pt x="3958" y="101"/>
                    <a:pt x="3679" y="1"/>
                    <a:pt x="34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20"/>
            <p:cNvSpPr/>
            <p:nvPr/>
          </p:nvSpPr>
          <p:spPr>
            <a:xfrm flipH="1">
              <a:off x="5778857" y="3556865"/>
              <a:ext cx="180479" cy="181693"/>
            </a:xfrm>
            <a:custGeom>
              <a:rect b="b" l="l" r="r" t="t"/>
              <a:pathLst>
                <a:path extrusionOk="0" h="4341" w="4312">
                  <a:moveTo>
                    <a:pt x="3033" y="180"/>
                  </a:moveTo>
                  <a:cubicBezTo>
                    <a:pt x="3234" y="180"/>
                    <a:pt x="3434" y="255"/>
                    <a:pt x="3585" y="406"/>
                  </a:cubicBezTo>
                  <a:lnTo>
                    <a:pt x="3735" y="531"/>
                  </a:lnTo>
                  <a:cubicBezTo>
                    <a:pt x="4061" y="832"/>
                    <a:pt x="4086" y="1358"/>
                    <a:pt x="3785" y="1684"/>
                  </a:cubicBezTo>
                  <a:lnTo>
                    <a:pt x="1780" y="3864"/>
                  </a:lnTo>
                  <a:cubicBezTo>
                    <a:pt x="1630" y="4040"/>
                    <a:pt x="1429" y="4140"/>
                    <a:pt x="1204" y="4140"/>
                  </a:cubicBezTo>
                  <a:cubicBezTo>
                    <a:pt x="1183" y="4142"/>
                    <a:pt x="1162" y="4144"/>
                    <a:pt x="1141" y="4144"/>
                  </a:cubicBezTo>
                  <a:cubicBezTo>
                    <a:pt x="958" y="4144"/>
                    <a:pt x="762" y="4049"/>
                    <a:pt x="627" y="3914"/>
                  </a:cubicBezTo>
                  <a:lnTo>
                    <a:pt x="477" y="3789"/>
                  </a:lnTo>
                  <a:cubicBezTo>
                    <a:pt x="327" y="3639"/>
                    <a:pt x="226" y="3438"/>
                    <a:pt x="226" y="3213"/>
                  </a:cubicBezTo>
                  <a:cubicBezTo>
                    <a:pt x="201" y="3012"/>
                    <a:pt x="276" y="2787"/>
                    <a:pt x="427" y="2636"/>
                  </a:cubicBezTo>
                  <a:lnTo>
                    <a:pt x="2432" y="456"/>
                  </a:lnTo>
                  <a:cubicBezTo>
                    <a:pt x="2582" y="280"/>
                    <a:pt x="2783" y="205"/>
                    <a:pt x="3008" y="180"/>
                  </a:cubicBezTo>
                  <a:close/>
                  <a:moveTo>
                    <a:pt x="3067" y="1"/>
                  </a:moveTo>
                  <a:cubicBezTo>
                    <a:pt x="3039" y="1"/>
                    <a:pt x="3011" y="2"/>
                    <a:pt x="2983" y="5"/>
                  </a:cubicBezTo>
                  <a:cubicBezTo>
                    <a:pt x="2733" y="5"/>
                    <a:pt x="2482" y="130"/>
                    <a:pt x="2281" y="330"/>
                  </a:cubicBezTo>
                  <a:lnTo>
                    <a:pt x="302" y="2511"/>
                  </a:lnTo>
                  <a:cubicBezTo>
                    <a:pt x="101" y="2711"/>
                    <a:pt x="1" y="2962"/>
                    <a:pt x="26" y="3238"/>
                  </a:cubicBezTo>
                  <a:cubicBezTo>
                    <a:pt x="26" y="3513"/>
                    <a:pt x="151" y="3764"/>
                    <a:pt x="352" y="3939"/>
                  </a:cubicBezTo>
                  <a:lnTo>
                    <a:pt x="502" y="4065"/>
                  </a:lnTo>
                  <a:cubicBezTo>
                    <a:pt x="677" y="4240"/>
                    <a:pt x="928" y="4340"/>
                    <a:pt x="1179" y="4340"/>
                  </a:cubicBezTo>
                  <a:lnTo>
                    <a:pt x="1229" y="4340"/>
                  </a:lnTo>
                  <a:cubicBezTo>
                    <a:pt x="1479" y="4315"/>
                    <a:pt x="1730" y="4215"/>
                    <a:pt x="1931" y="4015"/>
                  </a:cubicBezTo>
                  <a:lnTo>
                    <a:pt x="3936" y="1809"/>
                  </a:lnTo>
                  <a:cubicBezTo>
                    <a:pt x="4312" y="1408"/>
                    <a:pt x="4287" y="756"/>
                    <a:pt x="3860" y="380"/>
                  </a:cubicBezTo>
                  <a:lnTo>
                    <a:pt x="3710" y="255"/>
                  </a:lnTo>
                  <a:cubicBezTo>
                    <a:pt x="3530" y="98"/>
                    <a:pt x="3310" y="1"/>
                    <a:pt x="30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20"/>
            <p:cNvSpPr/>
            <p:nvPr/>
          </p:nvSpPr>
          <p:spPr>
            <a:xfrm flipH="1">
              <a:off x="5617293" y="3659664"/>
              <a:ext cx="202494" cy="203708"/>
            </a:xfrm>
            <a:custGeom>
              <a:rect b="b" l="l" r="r" t="t"/>
              <a:pathLst>
                <a:path extrusionOk="0" h="4867" w="4838">
                  <a:moveTo>
                    <a:pt x="3409" y="180"/>
                  </a:moveTo>
                  <a:cubicBezTo>
                    <a:pt x="3634" y="180"/>
                    <a:pt x="3860" y="280"/>
                    <a:pt x="4060" y="431"/>
                  </a:cubicBezTo>
                  <a:lnTo>
                    <a:pt x="4211" y="581"/>
                  </a:lnTo>
                  <a:cubicBezTo>
                    <a:pt x="4587" y="932"/>
                    <a:pt x="4612" y="1534"/>
                    <a:pt x="4261" y="1909"/>
                  </a:cubicBezTo>
                  <a:lnTo>
                    <a:pt x="2005" y="4391"/>
                  </a:lnTo>
                  <a:cubicBezTo>
                    <a:pt x="1821" y="4588"/>
                    <a:pt x="1567" y="4689"/>
                    <a:pt x="1313" y="4689"/>
                  </a:cubicBezTo>
                  <a:cubicBezTo>
                    <a:pt x="1084" y="4689"/>
                    <a:pt x="855" y="4607"/>
                    <a:pt x="677" y="4441"/>
                  </a:cubicBezTo>
                  <a:lnTo>
                    <a:pt x="526" y="4290"/>
                  </a:lnTo>
                  <a:cubicBezTo>
                    <a:pt x="326" y="4115"/>
                    <a:pt x="226" y="3889"/>
                    <a:pt x="226" y="3639"/>
                  </a:cubicBezTo>
                  <a:cubicBezTo>
                    <a:pt x="201" y="3388"/>
                    <a:pt x="301" y="3138"/>
                    <a:pt x="451" y="2962"/>
                  </a:cubicBezTo>
                  <a:lnTo>
                    <a:pt x="2732" y="481"/>
                  </a:lnTo>
                  <a:cubicBezTo>
                    <a:pt x="2907" y="280"/>
                    <a:pt x="3158" y="180"/>
                    <a:pt x="3409" y="180"/>
                  </a:cubicBezTo>
                  <a:close/>
                  <a:moveTo>
                    <a:pt x="3402" y="1"/>
                  </a:moveTo>
                  <a:cubicBezTo>
                    <a:pt x="3101" y="1"/>
                    <a:pt x="2804" y="120"/>
                    <a:pt x="2582" y="356"/>
                  </a:cubicBezTo>
                  <a:lnTo>
                    <a:pt x="326" y="2837"/>
                  </a:lnTo>
                  <a:cubicBezTo>
                    <a:pt x="125" y="3062"/>
                    <a:pt x="0" y="3338"/>
                    <a:pt x="25" y="3639"/>
                  </a:cubicBezTo>
                  <a:cubicBezTo>
                    <a:pt x="25" y="3940"/>
                    <a:pt x="176" y="4215"/>
                    <a:pt x="376" y="4416"/>
                  </a:cubicBezTo>
                  <a:lnTo>
                    <a:pt x="552" y="4566"/>
                  </a:lnTo>
                  <a:cubicBezTo>
                    <a:pt x="777" y="4767"/>
                    <a:pt x="1053" y="4867"/>
                    <a:pt x="1303" y="4867"/>
                  </a:cubicBezTo>
                  <a:cubicBezTo>
                    <a:pt x="1629" y="4867"/>
                    <a:pt x="1930" y="4742"/>
                    <a:pt x="2156" y="4516"/>
                  </a:cubicBezTo>
                  <a:lnTo>
                    <a:pt x="4411" y="2035"/>
                  </a:lnTo>
                  <a:cubicBezTo>
                    <a:pt x="4837" y="1584"/>
                    <a:pt x="4812" y="857"/>
                    <a:pt x="4336" y="456"/>
                  </a:cubicBezTo>
                  <a:lnTo>
                    <a:pt x="4186" y="305"/>
                  </a:lnTo>
                  <a:cubicBezTo>
                    <a:pt x="3958" y="102"/>
                    <a:pt x="3678" y="1"/>
                    <a:pt x="34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20"/>
            <p:cNvSpPr/>
            <p:nvPr/>
          </p:nvSpPr>
          <p:spPr>
            <a:xfrm flipH="1">
              <a:off x="5566940" y="3734796"/>
              <a:ext cx="180479" cy="186297"/>
            </a:xfrm>
            <a:custGeom>
              <a:rect b="b" l="l" r="r" t="t"/>
              <a:pathLst>
                <a:path extrusionOk="0" h="4451" w="4312">
                  <a:moveTo>
                    <a:pt x="3108" y="190"/>
                  </a:moveTo>
                  <a:cubicBezTo>
                    <a:pt x="3309" y="190"/>
                    <a:pt x="3509" y="265"/>
                    <a:pt x="3685" y="415"/>
                  </a:cubicBezTo>
                  <a:lnTo>
                    <a:pt x="3835" y="541"/>
                  </a:lnTo>
                  <a:cubicBezTo>
                    <a:pt x="3985" y="691"/>
                    <a:pt x="4086" y="916"/>
                    <a:pt x="4111" y="1142"/>
                  </a:cubicBezTo>
                  <a:cubicBezTo>
                    <a:pt x="4111" y="1368"/>
                    <a:pt x="4036" y="1568"/>
                    <a:pt x="3885" y="1744"/>
                  </a:cubicBezTo>
                  <a:lnTo>
                    <a:pt x="1830" y="3974"/>
                  </a:lnTo>
                  <a:cubicBezTo>
                    <a:pt x="1658" y="4159"/>
                    <a:pt x="1430" y="4254"/>
                    <a:pt x="1202" y="4254"/>
                  </a:cubicBezTo>
                  <a:cubicBezTo>
                    <a:pt x="998" y="4254"/>
                    <a:pt x="793" y="4178"/>
                    <a:pt x="627" y="4024"/>
                  </a:cubicBezTo>
                  <a:lnTo>
                    <a:pt x="477" y="3899"/>
                  </a:lnTo>
                  <a:cubicBezTo>
                    <a:pt x="326" y="3749"/>
                    <a:pt x="226" y="3548"/>
                    <a:pt x="201" y="3323"/>
                  </a:cubicBezTo>
                  <a:cubicBezTo>
                    <a:pt x="201" y="3097"/>
                    <a:pt x="276" y="2871"/>
                    <a:pt x="427" y="2696"/>
                  </a:cubicBezTo>
                  <a:lnTo>
                    <a:pt x="2482" y="465"/>
                  </a:lnTo>
                  <a:cubicBezTo>
                    <a:pt x="2657" y="290"/>
                    <a:pt x="2883" y="190"/>
                    <a:pt x="3108" y="190"/>
                  </a:cubicBezTo>
                  <a:close/>
                  <a:moveTo>
                    <a:pt x="3114" y="1"/>
                  </a:moveTo>
                  <a:cubicBezTo>
                    <a:pt x="2834" y="1"/>
                    <a:pt x="2556" y="114"/>
                    <a:pt x="2356" y="340"/>
                  </a:cubicBezTo>
                  <a:lnTo>
                    <a:pt x="301" y="2571"/>
                  </a:lnTo>
                  <a:cubicBezTo>
                    <a:pt x="101" y="2771"/>
                    <a:pt x="0" y="3047"/>
                    <a:pt x="26" y="3323"/>
                  </a:cubicBezTo>
                  <a:cubicBezTo>
                    <a:pt x="26" y="3598"/>
                    <a:pt x="151" y="3849"/>
                    <a:pt x="351" y="4049"/>
                  </a:cubicBezTo>
                  <a:lnTo>
                    <a:pt x="502" y="4175"/>
                  </a:lnTo>
                  <a:cubicBezTo>
                    <a:pt x="702" y="4350"/>
                    <a:pt x="953" y="4450"/>
                    <a:pt x="1203" y="4450"/>
                  </a:cubicBezTo>
                  <a:cubicBezTo>
                    <a:pt x="1479" y="4450"/>
                    <a:pt x="1755" y="4325"/>
                    <a:pt x="1955" y="4125"/>
                  </a:cubicBezTo>
                  <a:lnTo>
                    <a:pt x="4036" y="1869"/>
                  </a:lnTo>
                  <a:cubicBezTo>
                    <a:pt x="4211" y="1668"/>
                    <a:pt x="4311" y="1393"/>
                    <a:pt x="4286" y="1117"/>
                  </a:cubicBezTo>
                  <a:cubicBezTo>
                    <a:pt x="4286" y="841"/>
                    <a:pt x="4161" y="591"/>
                    <a:pt x="3960" y="415"/>
                  </a:cubicBezTo>
                  <a:lnTo>
                    <a:pt x="3810" y="265"/>
                  </a:lnTo>
                  <a:cubicBezTo>
                    <a:pt x="3610" y="89"/>
                    <a:pt x="3361" y="1"/>
                    <a:pt x="31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664" name="Google Shape;664;p20"/>
          <p:cNvPicPr preferRelativeResize="0"/>
          <p:nvPr/>
        </p:nvPicPr>
        <p:blipFill rotWithShape="1">
          <a:blip r:embed="rId4">
            <a:alphaModFix/>
          </a:blip>
          <a:srcRect b="0" l="0" r="0" t="0"/>
          <a:stretch/>
        </p:blipFill>
        <p:spPr>
          <a:xfrm>
            <a:off x="388766" y="359624"/>
            <a:ext cx="638322" cy="602644"/>
          </a:xfrm>
          <a:prstGeom prst="rect">
            <a:avLst/>
          </a:prstGeom>
          <a:noFill/>
          <a:ln>
            <a:noFill/>
          </a:ln>
        </p:spPr>
      </p:pic>
      <p:sp>
        <p:nvSpPr>
          <p:cNvPr id="665" name="Google Shape;665;p20"/>
          <p:cNvSpPr txBox="1"/>
          <p:nvPr/>
        </p:nvSpPr>
        <p:spPr>
          <a:xfrm>
            <a:off x="388775" y="918675"/>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400" u="none" cap="none" strike="noStrike">
                <a:solidFill>
                  <a:srgbClr val="202426"/>
                </a:solidFill>
                <a:latin typeface="Raleway Black"/>
                <a:ea typeface="Raleway Black"/>
                <a:cs typeface="Raleway Black"/>
                <a:sym typeface="Raleway Black"/>
              </a:rPr>
              <a:t>3 mins</a:t>
            </a:r>
            <a:endParaRPr b="0" i="0" sz="1400" u="none" cap="none" strike="noStrike">
              <a:solidFill>
                <a:srgbClr val="202426"/>
              </a:solidFill>
              <a:latin typeface="Raleway Black"/>
              <a:ea typeface="Raleway Black"/>
              <a:cs typeface="Raleway Black"/>
              <a:sym typeface="Raleway Black"/>
            </a:endParaRPr>
          </a:p>
        </p:txBody>
      </p:sp>
      <p:sp>
        <p:nvSpPr>
          <p:cNvPr id="666" name="Google Shape;666;p20"/>
          <p:cNvSpPr txBox="1"/>
          <p:nvPr/>
        </p:nvSpPr>
        <p:spPr>
          <a:xfrm>
            <a:off x="116325" y="0"/>
            <a:ext cx="13053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202426"/>
                </a:solidFill>
                <a:latin typeface="Raleway Black"/>
                <a:ea typeface="Raleway Black"/>
                <a:cs typeface="Raleway Black"/>
                <a:sym typeface="Raleway Black"/>
              </a:rPr>
              <a:t>Activity </a:t>
            </a:r>
            <a:endParaRPr b="0" i="0" sz="1400" u="none" cap="none" strike="noStrike">
              <a:solidFill>
                <a:srgbClr val="000000"/>
              </a:solidFill>
              <a:latin typeface="Arial"/>
              <a:ea typeface="Arial"/>
              <a:cs typeface="Arial"/>
              <a:sym typeface="Arial"/>
            </a:endParaRPr>
          </a:p>
        </p:txBody>
      </p:sp>
      <p:sp>
        <p:nvSpPr>
          <p:cNvPr id="667" name="Google Shape;667;p20"/>
          <p:cNvSpPr txBox="1"/>
          <p:nvPr/>
        </p:nvSpPr>
        <p:spPr>
          <a:xfrm>
            <a:off x="1781350" y="272175"/>
            <a:ext cx="47895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202124"/>
                </a:solidFill>
                <a:latin typeface="Sigmar One"/>
                <a:ea typeface="Sigmar One"/>
                <a:cs typeface="Sigmar One"/>
                <a:sym typeface="Sigmar One"/>
              </a:rPr>
              <a:t>Refute the policy! </a:t>
            </a:r>
            <a:endParaRPr b="0" i="0" sz="1400" u="none" cap="none" strike="noStrike">
              <a:solidFill>
                <a:srgbClr val="000000"/>
              </a:solidFill>
              <a:latin typeface="Arial"/>
              <a:ea typeface="Arial"/>
              <a:cs typeface="Arial"/>
              <a:sym typeface="Arial"/>
            </a:endParaRPr>
          </a:p>
        </p:txBody>
      </p:sp>
      <p:sp>
        <p:nvSpPr>
          <p:cNvPr id="668" name="Google Shape;668;p20"/>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pic>
        <p:nvPicPr>
          <p:cNvPr id="673" name="Google Shape;673;g14704226861_0_3"/>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sp>
        <p:nvSpPr>
          <p:cNvPr id="674" name="Google Shape;674;g14704226861_0_3"/>
          <p:cNvSpPr/>
          <p:nvPr/>
        </p:nvSpPr>
        <p:spPr>
          <a:xfrm>
            <a:off x="322050" y="1676525"/>
            <a:ext cx="5461200" cy="1839000"/>
          </a:xfrm>
          <a:prstGeom prst="roundRect">
            <a:avLst>
              <a:gd fmla="val 16667" name="adj"/>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1" i="1" lang="en" sz="2200" u="none" cap="none" strike="noStrike">
                <a:solidFill>
                  <a:srgbClr val="202124"/>
                </a:solidFill>
                <a:latin typeface="Lexend Deca"/>
                <a:ea typeface="Lexend Deca"/>
                <a:cs typeface="Lexend Deca"/>
                <a:sym typeface="Lexend Deca"/>
              </a:rPr>
              <a:t>Topic: </a:t>
            </a:r>
            <a:r>
              <a:rPr b="1" i="1" lang="en" sz="2200" u="none" cap="none" strike="noStrike">
                <a:solidFill>
                  <a:srgbClr val="1D1C1D"/>
                </a:solidFill>
                <a:latin typeface="Lexend Deca"/>
                <a:ea typeface="Lexend Deca"/>
                <a:cs typeface="Lexend Deca"/>
                <a:sym typeface="Lexend Deca"/>
              </a:rPr>
              <a:t>Students spend too much time on social media, think of a policy that could help.</a:t>
            </a:r>
            <a:endParaRPr b="1" i="1" sz="2200" u="none" cap="none" strike="noStrike">
              <a:solidFill>
                <a:srgbClr val="333333"/>
              </a:solidFill>
              <a:latin typeface="Lexend Deca"/>
              <a:ea typeface="Lexend Deca"/>
              <a:cs typeface="Lexend Deca"/>
              <a:sym typeface="Lexend Deca"/>
            </a:endParaRPr>
          </a:p>
        </p:txBody>
      </p:sp>
      <p:grpSp>
        <p:nvGrpSpPr>
          <p:cNvPr id="675" name="Google Shape;675;g14704226861_0_3"/>
          <p:cNvGrpSpPr/>
          <p:nvPr/>
        </p:nvGrpSpPr>
        <p:grpSpPr>
          <a:xfrm>
            <a:off x="5653417" y="1872025"/>
            <a:ext cx="3445595" cy="3271476"/>
            <a:chOff x="5256167" y="1468700"/>
            <a:chExt cx="3445595" cy="3271476"/>
          </a:xfrm>
        </p:grpSpPr>
        <p:sp>
          <p:nvSpPr>
            <p:cNvPr id="676" name="Google Shape;676;g14704226861_0_3"/>
            <p:cNvSpPr/>
            <p:nvPr/>
          </p:nvSpPr>
          <p:spPr>
            <a:xfrm>
              <a:off x="6521525" y="4531625"/>
              <a:ext cx="1274700" cy="1974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g14704226861_0_3"/>
            <p:cNvSpPr/>
            <p:nvPr/>
          </p:nvSpPr>
          <p:spPr>
            <a:xfrm flipH="1">
              <a:off x="5256167" y="1468700"/>
              <a:ext cx="3445595" cy="3271415"/>
            </a:xfrm>
            <a:custGeom>
              <a:rect b="b" l="l" r="r" t="t"/>
              <a:pathLst>
                <a:path extrusionOk="0" h="77238" w="78698">
                  <a:moveTo>
                    <a:pt x="33895" y="1"/>
                  </a:moveTo>
                  <a:cubicBezTo>
                    <a:pt x="33525" y="1"/>
                    <a:pt x="33154" y="7"/>
                    <a:pt x="32783" y="19"/>
                  </a:cubicBezTo>
                  <a:cubicBezTo>
                    <a:pt x="25665" y="219"/>
                    <a:pt x="18547" y="2725"/>
                    <a:pt x="13509" y="7462"/>
                  </a:cubicBezTo>
                  <a:cubicBezTo>
                    <a:pt x="8447" y="12199"/>
                    <a:pt x="5715" y="19242"/>
                    <a:pt x="7018" y="25858"/>
                  </a:cubicBezTo>
                  <a:cubicBezTo>
                    <a:pt x="7670" y="29192"/>
                    <a:pt x="5865" y="33828"/>
                    <a:pt x="6918" y="37061"/>
                  </a:cubicBezTo>
                  <a:cubicBezTo>
                    <a:pt x="7945" y="40320"/>
                    <a:pt x="8397" y="43954"/>
                    <a:pt x="6818" y="46986"/>
                  </a:cubicBezTo>
                  <a:cubicBezTo>
                    <a:pt x="5915" y="48691"/>
                    <a:pt x="4462" y="50069"/>
                    <a:pt x="3484" y="51698"/>
                  </a:cubicBezTo>
                  <a:cubicBezTo>
                    <a:pt x="1" y="57387"/>
                    <a:pt x="3083" y="65031"/>
                    <a:pt x="8497" y="69192"/>
                  </a:cubicBezTo>
                  <a:cubicBezTo>
                    <a:pt x="13885" y="73327"/>
                    <a:pt x="20978" y="74806"/>
                    <a:pt x="27770" y="76184"/>
                  </a:cubicBezTo>
                  <a:lnTo>
                    <a:pt x="30828" y="77237"/>
                  </a:lnTo>
                  <a:cubicBezTo>
                    <a:pt x="38021" y="76184"/>
                    <a:pt x="45214" y="75132"/>
                    <a:pt x="52407" y="74079"/>
                  </a:cubicBezTo>
                  <a:cubicBezTo>
                    <a:pt x="59149" y="73102"/>
                    <a:pt x="63710" y="71247"/>
                    <a:pt x="69324" y="67588"/>
                  </a:cubicBezTo>
                  <a:cubicBezTo>
                    <a:pt x="74938" y="63929"/>
                    <a:pt x="78698" y="56861"/>
                    <a:pt x="76141" y="50871"/>
                  </a:cubicBezTo>
                  <a:cubicBezTo>
                    <a:pt x="73510" y="44756"/>
                    <a:pt x="68021" y="42726"/>
                    <a:pt x="65114" y="36736"/>
                  </a:cubicBezTo>
                  <a:cubicBezTo>
                    <a:pt x="62683" y="31723"/>
                    <a:pt x="64387" y="25758"/>
                    <a:pt x="62983" y="20395"/>
                  </a:cubicBezTo>
                  <a:cubicBezTo>
                    <a:pt x="61354" y="14179"/>
                    <a:pt x="59149" y="8014"/>
                    <a:pt x="53184" y="4956"/>
                  </a:cubicBezTo>
                  <a:cubicBezTo>
                    <a:pt x="47270" y="1916"/>
                    <a:pt x="40613" y="1"/>
                    <a:pt x="33895" y="1"/>
                  </a:cubicBezTo>
                  <a:close/>
                </a:path>
              </a:pathLst>
            </a:custGeom>
            <a:solidFill>
              <a:srgbClr val="6275EE">
                <a:alpha val="1411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g14704226861_0_3"/>
            <p:cNvSpPr/>
            <p:nvPr/>
          </p:nvSpPr>
          <p:spPr>
            <a:xfrm flipH="1">
              <a:off x="5760004" y="3477296"/>
              <a:ext cx="1075255" cy="923531"/>
            </a:xfrm>
            <a:custGeom>
              <a:rect b="b" l="l" r="r" t="t"/>
              <a:pathLst>
                <a:path extrusionOk="0" h="22065" w="25690">
                  <a:moveTo>
                    <a:pt x="9864" y="12466"/>
                  </a:moveTo>
                  <a:lnTo>
                    <a:pt x="9574" y="12632"/>
                  </a:lnTo>
                  <a:cubicBezTo>
                    <a:pt x="9660" y="12558"/>
                    <a:pt x="9757" y="12505"/>
                    <a:pt x="9864" y="12466"/>
                  </a:cubicBezTo>
                  <a:close/>
                  <a:moveTo>
                    <a:pt x="7795" y="1"/>
                  </a:moveTo>
                  <a:cubicBezTo>
                    <a:pt x="7795" y="1"/>
                    <a:pt x="0" y="4086"/>
                    <a:pt x="50" y="4863"/>
                  </a:cubicBezTo>
                  <a:cubicBezTo>
                    <a:pt x="251" y="8322"/>
                    <a:pt x="3058" y="15891"/>
                    <a:pt x="4662" y="18447"/>
                  </a:cubicBezTo>
                  <a:cubicBezTo>
                    <a:pt x="6301" y="21114"/>
                    <a:pt x="9028" y="22065"/>
                    <a:pt x="10745" y="22065"/>
                  </a:cubicBezTo>
                  <a:cubicBezTo>
                    <a:pt x="10997" y="22065"/>
                    <a:pt x="11227" y="22044"/>
                    <a:pt x="11429" y="22006"/>
                  </a:cubicBezTo>
                  <a:cubicBezTo>
                    <a:pt x="14687" y="21404"/>
                    <a:pt x="22707" y="14587"/>
                    <a:pt x="25690" y="11881"/>
                  </a:cubicBezTo>
                  <a:cubicBezTo>
                    <a:pt x="23484" y="9951"/>
                    <a:pt x="22883" y="8672"/>
                    <a:pt x="20777" y="6517"/>
                  </a:cubicBezTo>
                  <a:cubicBezTo>
                    <a:pt x="20452" y="6667"/>
                    <a:pt x="14036" y="10076"/>
                    <a:pt x="14036" y="10076"/>
                  </a:cubicBezTo>
                  <a:lnTo>
                    <a:pt x="12894" y="10730"/>
                  </a:lnTo>
                  <a:lnTo>
                    <a:pt x="12894" y="10730"/>
                  </a:lnTo>
                  <a:lnTo>
                    <a:pt x="7795" y="1"/>
                  </a:ln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g14704226861_0_3"/>
            <p:cNvSpPr/>
            <p:nvPr/>
          </p:nvSpPr>
          <p:spPr>
            <a:xfrm flipH="1">
              <a:off x="5600516" y="3567287"/>
              <a:ext cx="483635" cy="439980"/>
            </a:xfrm>
            <a:custGeom>
              <a:rect b="b" l="l" r="r" t="t"/>
              <a:pathLst>
                <a:path extrusionOk="0" h="10512" w="11555">
                  <a:moveTo>
                    <a:pt x="4321" y="0"/>
                  </a:moveTo>
                  <a:cubicBezTo>
                    <a:pt x="3968" y="0"/>
                    <a:pt x="3621" y="185"/>
                    <a:pt x="3434" y="507"/>
                  </a:cubicBezTo>
                  <a:cubicBezTo>
                    <a:pt x="3434" y="507"/>
                    <a:pt x="0" y="4517"/>
                    <a:pt x="1103" y="5746"/>
                  </a:cubicBezTo>
                  <a:lnTo>
                    <a:pt x="6291" y="10482"/>
                  </a:lnTo>
                  <a:cubicBezTo>
                    <a:pt x="6417" y="10502"/>
                    <a:pt x="6543" y="10512"/>
                    <a:pt x="6668" y="10512"/>
                  </a:cubicBezTo>
                  <a:cubicBezTo>
                    <a:pt x="7339" y="10512"/>
                    <a:pt x="7986" y="10230"/>
                    <a:pt x="8472" y="9680"/>
                  </a:cubicBezTo>
                  <a:lnTo>
                    <a:pt x="10677" y="7149"/>
                  </a:lnTo>
                  <a:cubicBezTo>
                    <a:pt x="11554" y="6147"/>
                    <a:pt x="11454" y="4618"/>
                    <a:pt x="10451" y="3741"/>
                  </a:cubicBezTo>
                  <a:lnTo>
                    <a:pt x="7294" y="959"/>
                  </a:lnTo>
                  <a:cubicBezTo>
                    <a:pt x="6816" y="561"/>
                    <a:pt x="6229" y="368"/>
                    <a:pt x="5656" y="368"/>
                  </a:cubicBezTo>
                  <a:cubicBezTo>
                    <a:pt x="5506" y="368"/>
                    <a:pt x="5358" y="381"/>
                    <a:pt x="5213" y="407"/>
                  </a:cubicBezTo>
                  <a:cubicBezTo>
                    <a:pt x="5138" y="357"/>
                    <a:pt x="5088" y="307"/>
                    <a:pt x="5013" y="257"/>
                  </a:cubicBezTo>
                  <a:lnTo>
                    <a:pt x="4812" y="131"/>
                  </a:lnTo>
                  <a:cubicBezTo>
                    <a:pt x="4659" y="42"/>
                    <a:pt x="4489" y="0"/>
                    <a:pt x="4321"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g14704226861_0_3"/>
            <p:cNvSpPr/>
            <p:nvPr/>
          </p:nvSpPr>
          <p:spPr>
            <a:xfrm flipH="1">
              <a:off x="5681292" y="3829433"/>
              <a:ext cx="246568" cy="66466"/>
            </a:xfrm>
            <a:custGeom>
              <a:rect b="b" l="l" r="r" t="t"/>
              <a:pathLst>
                <a:path extrusionOk="0" h="1588" w="5891">
                  <a:moveTo>
                    <a:pt x="4003" y="0"/>
                  </a:moveTo>
                  <a:cubicBezTo>
                    <a:pt x="1989" y="0"/>
                    <a:pt x="89" y="1393"/>
                    <a:pt x="51" y="1412"/>
                  </a:cubicBezTo>
                  <a:cubicBezTo>
                    <a:pt x="26" y="1437"/>
                    <a:pt x="1" y="1513"/>
                    <a:pt x="51" y="1538"/>
                  </a:cubicBezTo>
                  <a:cubicBezTo>
                    <a:pt x="51" y="1563"/>
                    <a:pt x="101" y="1588"/>
                    <a:pt x="126" y="1588"/>
                  </a:cubicBezTo>
                  <a:cubicBezTo>
                    <a:pt x="151" y="1588"/>
                    <a:pt x="151" y="1588"/>
                    <a:pt x="176" y="1563"/>
                  </a:cubicBezTo>
                  <a:cubicBezTo>
                    <a:pt x="195" y="1544"/>
                    <a:pt x="2049" y="193"/>
                    <a:pt x="3998" y="193"/>
                  </a:cubicBezTo>
                  <a:cubicBezTo>
                    <a:pt x="4586" y="193"/>
                    <a:pt x="5182" y="316"/>
                    <a:pt x="5740" y="635"/>
                  </a:cubicBezTo>
                  <a:cubicBezTo>
                    <a:pt x="5747" y="643"/>
                    <a:pt x="5759" y="646"/>
                    <a:pt x="5772" y="646"/>
                  </a:cubicBezTo>
                  <a:cubicBezTo>
                    <a:pt x="5805" y="646"/>
                    <a:pt x="5848" y="628"/>
                    <a:pt x="5865" y="610"/>
                  </a:cubicBezTo>
                  <a:cubicBezTo>
                    <a:pt x="5890" y="560"/>
                    <a:pt x="5865" y="485"/>
                    <a:pt x="5815" y="460"/>
                  </a:cubicBezTo>
                  <a:cubicBezTo>
                    <a:pt x="5233" y="128"/>
                    <a:pt x="4613" y="0"/>
                    <a:pt x="400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g14704226861_0_3"/>
            <p:cNvSpPr/>
            <p:nvPr/>
          </p:nvSpPr>
          <p:spPr>
            <a:xfrm flipH="1">
              <a:off x="5945650" y="3719644"/>
              <a:ext cx="26243" cy="90239"/>
            </a:xfrm>
            <a:custGeom>
              <a:rect b="b" l="l" r="r" t="t"/>
              <a:pathLst>
                <a:path extrusionOk="0" h="2156" w="627">
                  <a:moveTo>
                    <a:pt x="551" y="0"/>
                  </a:moveTo>
                  <a:cubicBezTo>
                    <a:pt x="476" y="0"/>
                    <a:pt x="451" y="50"/>
                    <a:pt x="451" y="101"/>
                  </a:cubicBezTo>
                  <a:cubicBezTo>
                    <a:pt x="451" y="101"/>
                    <a:pt x="426" y="1103"/>
                    <a:pt x="25" y="2030"/>
                  </a:cubicBezTo>
                  <a:cubicBezTo>
                    <a:pt x="0" y="2080"/>
                    <a:pt x="25" y="2131"/>
                    <a:pt x="75" y="2156"/>
                  </a:cubicBezTo>
                  <a:lnTo>
                    <a:pt x="125" y="2156"/>
                  </a:lnTo>
                  <a:cubicBezTo>
                    <a:pt x="150" y="2156"/>
                    <a:pt x="175" y="2156"/>
                    <a:pt x="201" y="2106"/>
                  </a:cubicBezTo>
                  <a:cubicBezTo>
                    <a:pt x="627" y="1128"/>
                    <a:pt x="627" y="126"/>
                    <a:pt x="627" y="101"/>
                  </a:cubicBezTo>
                  <a:cubicBezTo>
                    <a:pt x="627" y="50"/>
                    <a:pt x="602" y="0"/>
                    <a:pt x="55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g14704226861_0_3"/>
            <p:cNvSpPr/>
            <p:nvPr/>
          </p:nvSpPr>
          <p:spPr>
            <a:xfrm flipH="1">
              <a:off x="6457632" y="3169276"/>
              <a:ext cx="1552528" cy="1563912"/>
            </a:xfrm>
            <a:custGeom>
              <a:rect b="b" l="l" r="r" t="t"/>
              <a:pathLst>
                <a:path extrusionOk="0" h="37365" w="37093">
                  <a:moveTo>
                    <a:pt x="19260" y="0"/>
                  </a:moveTo>
                  <a:cubicBezTo>
                    <a:pt x="13041" y="0"/>
                    <a:pt x="7012" y="580"/>
                    <a:pt x="5489" y="1595"/>
                  </a:cubicBezTo>
                  <a:cubicBezTo>
                    <a:pt x="2682" y="3450"/>
                    <a:pt x="952" y="10417"/>
                    <a:pt x="877" y="12222"/>
                  </a:cubicBezTo>
                  <a:cubicBezTo>
                    <a:pt x="877" y="12222"/>
                    <a:pt x="0" y="14077"/>
                    <a:pt x="5639" y="14854"/>
                  </a:cubicBezTo>
                  <a:lnTo>
                    <a:pt x="1779" y="33550"/>
                  </a:lnTo>
                  <a:cubicBezTo>
                    <a:pt x="1779" y="33550"/>
                    <a:pt x="9385" y="37365"/>
                    <a:pt x="20444" y="37365"/>
                  </a:cubicBezTo>
                  <a:cubicBezTo>
                    <a:pt x="25420" y="37365"/>
                    <a:pt x="31096" y="36592"/>
                    <a:pt x="37093" y="34352"/>
                  </a:cubicBezTo>
                  <a:lnTo>
                    <a:pt x="35539" y="16332"/>
                  </a:lnTo>
                  <a:lnTo>
                    <a:pt x="30827" y="843"/>
                  </a:lnTo>
                  <a:cubicBezTo>
                    <a:pt x="27780" y="266"/>
                    <a:pt x="23476" y="0"/>
                    <a:pt x="19260"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g14704226861_0_3"/>
            <p:cNvSpPr/>
            <p:nvPr/>
          </p:nvSpPr>
          <p:spPr>
            <a:xfrm flipH="1">
              <a:off x="6254057" y="3204561"/>
              <a:ext cx="465804" cy="648334"/>
            </a:xfrm>
            <a:custGeom>
              <a:rect b="b" l="l" r="r" t="t"/>
              <a:pathLst>
                <a:path extrusionOk="0" h="15490" w="11129">
                  <a:moveTo>
                    <a:pt x="0" y="0"/>
                  </a:moveTo>
                  <a:lnTo>
                    <a:pt x="4712" y="15489"/>
                  </a:lnTo>
                  <a:cubicBezTo>
                    <a:pt x="4712" y="15489"/>
                    <a:pt x="9875" y="14963"/>
                    <a:pt x="11128" y="10752"/>
                  </a:cubicBezTo>
                  <a:cubicBezTo>
                    <a:pt x="11128" y="10752"/>
                    <a:pt x="7519" y="1454"/>
                    <a:pt x="0"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g14704226861_0_3"/>
            <p:cNvSpPr/>
            <p:nvPr/>
          </p:nvSpPr>
          <p:spPr>
            <a:xfrm flipH="1">
              <a:off x="6518418" y="3246501"/>
              <a:ext cx="393437" cy="570735"/>
            </a:xfrm>
            <a:custGeom>
              <a:rect b="b" l="l" r="r" t="t"/>
              <a:pathLst>
                <a:path extrusionOk="0" h="13636" w="9400">
                  <a:moveTo>
                    <a:pt x="126" y="1"/>
                  </a:moveTo>
                  <a:lnTo>
                    <a:pt x="1" y="176"/>
                  </a:lnTo>
                  <a:cubicBezTo>
                    <a:pt x="51" y="201"/>
                    <a:pt x="5089" y="4237"/>
                    <a:pt x="6642" y="6567"/>
                  </a:cubicBezTo>
                  <a:cubicBezTo>
                    <a:pt x="8196" y="8898"/>
                    <a:pt x="9174" y="13610"/>
                    <a:pt x="9174" y="13635"/>
                  </a:cubicBezTo>
                  <a:lnTo>
                    <a:pt x="9399" y="13610"/>
                  </a:lnTo>
                  <a:cubicBezTo>
                    <a:pt x="9374" y="13560"/>
                    <a:pt x="8397" y="8798"/>
                    <a:pt x="6818" y="6442"/>
                  </a:cubicBezTo>
                  <a:cubicBezTo>
                    <a:pt x="5239" y="4086"/>
                    <a:pt x="176" y="51"/>
                    <a:pt x="12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g14704226861_0_3"/>
            <p:cNvSpPr/>
            <p:nvPr/>
          </p:nvSpPr>
          <p:spPr>
            <a:xfrm flipH="1">
              <a:off x="7053421" y="2966441"/>
              <a:ext cx="314750" cy="121421"/>
            </a:xfrm>
            <a:custGeom>
              <a:rect b="b" l="l" r="r" t="t"/>
              <a:pathLst>
                <a:path extrusionOk="0" h="2901" w="7520">
                  <a:moveTo>
                    <a:pt x="226" y="0"/>
                  </a:moveTo>
                  <a:lnTo>
                    <a:pt x="0" y="2882"/>
                  </a:lnTo>
                  <a:cubicBezTo>
                    <a:pt x="217" y="2894"/>
                    <a:pt x="433" y="2900"/>
                    <a:pt x="648" y="2900"/>
                  </a:cubicBezTo>
                  <a:cubicBezTo>
                    <a:pt x="3121" y="2900"/>
                    <a:pt x="5490" y="2115"/>
                    <a:pt x="7519" y="777"/>
                  </a:cubicBezTo>
                  <a:lnTo>
                    <a:pt x="22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g14704226861_0_3"/>
            <p:cNvSpPr/>
            <p:nvPr/>
          </p:nvSpPr>
          <p:spPr>
            <a:xfrm flipH="1">
              <a:off x="6938027" y="2998964"/>
              <a:ext cx="441696" cy="279591"/>
            </a:xfrm>
            <a:custGeom>
              <a:rect b="b" l="l" r="r" t="t"/>
              <a:pathLst>
                <a:path extrusionOk="0" h="6680" w="10553">
                  <a:moveTo>
                    <a:pt x="7795" y="0"/>
                  </a:moveTo>
                  <a:cubicBezTo>
                    <a:pt x="5766" y="1338"/>
                    <a:pt x="3397" y="2123"/>
                    <a:pt x="924" y="2123"/>
                  </a:cubicBezTo>
                  <a:cubicBezTo>
                    <a:pt x="709" y="2123"/>
                    <a:pt x="493" y="2117"/>
                    <a:pt x="276" y="2105"/>
                  </a:cubicBezTo>
                  <a:lnTo>
                    <a:pt x="1" y="5664"/>
                  </a:lnTo>
                  <a:cubicBezTo>
                    <a:pt x="1" y="5664"/>
                    <a:pt x="3347" y="6680"/>
                    <a:pt x="6615" y="6680"/>
                  </a:cubicBezTo>
                  <a:cubicBezTo>
                    <a:pt x="7673" y="6680"/>
                    <a:pt x="8724" y="6573"/>
                    <a:pt x="9650" y="6291"/>
                  </a:cubicBezTo>
                  <a:lnTo>
                    <a:pt x="10001" y="3684"/>
                  </a:lnTo>
                  <a:lnTo>
                    <a:pt x="10552" y="276"/>
                  </a:lnTo>
                  <a:lnTo>
                    <a:pt x="10502" y="276"/>
                  </a:lnTo>
                  <a:lnTo>
                    <a:pt x="7795" y="0"/>
                  </a:ln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g14704226861_0_3"/>
            <p:cNvSpPr/>
            <p:nvPr/>
          </p:nvSpPr>
          <p:spPr>
            <a:xfrm flipH="1">
              <a:off x="6633836" y="1792332"/>
              <a:ext cx="1179139" cy="1220492"/>
            </a:xfrm>
            <a:custGeom>
              <a:rect b="b" l="l" r="r" t="t"/>
              <a:pathLst>
                <a:path extrusionOk="0" h="29160" w="28172">
                  <a:moveTo>
                    <a:pt x="15141" y="0"/>
                  </a:moveTo>
                  <a:cubicBezTo>
                    <a:pt x="7819" y="0"/>
                    <a:pt x="473" y="6481"/>
                    <a:pt x="251" y="14367"/>
                  </a:cubicBezTo>
                  <a:cubicBezTo>
                    <a:pt x="1" y="22387"/>
                    <a:pt x="6592" y="28953"/>
                    <a:pt x="14011" y="29154"/>
                  </a:cubicBezTo>
                  <a:cubicBezTo>
                    <a:pt x="14140" y="29158"/>
                    <a:pt x="14269" y="29160"/>
                    <a:pt x="14397" y="29160"/>
                  </a:cubicBezTo>
                  <a:cubicBezTo>
                    <a:pt x="21668" y="29160"/>
                    <a:pt x="27674" y="22925"/>
                    <a:pt x="27921" y="15044"/>
                  </a:cubicBezTo>
                  <a:cubicBezTo>
                    <a:pt x="28171" y="7024"/>
                    <a:pt x="22958" y="231"/>
                    <a:pt x="15515" y="6"/>
                  </a:cubicBezTo>
                  <a:cubicBezTo>
                    <a:pt x="15390" y="2"/>
                    <a:pt x="15266" y="0"/>
                    <a:pt x="151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g14704226861_0_3"/>
            <p:cNvSpPr/>
            <p:nvPr/>
          </p:nvSpPr>
          <p:spPr>
            <a:xfrm flipH="1">
              <a:off x="6511113" y="1884625"/>
              <a:ext cx="1146576" cy="1163904"/>
            </a:xfrm>
            <a:custGeom>
              <a:rect b="b" l="l" r="r" t="t"/>
              <a:pathLst>
                <a:path extrusionOk="0" h="27808" w="27394">
                  <a:moveTo>
                    <a:pt x="13708" y="0"/>
                  </a:moveTo>
                  <a:cubicBezTo>
                    <a:pt x="6469" y="0"/>
                    <a:pt x="472" y="5960"/>
                    <a:pt x="251" y="13490"/>
                  </a:cubicBezTo>
                  <a:cubicBezTo>
                    <a:pt x="0" y="21159"/>
                    <a:pt x="5840" y="27576"/>
                    <a:pt x="13283" y="27801"/>
                  </a:cubicBezTo>
                  <a:cubicBezTo>
                    <a:pt x="13418" y="27805"/>
                    <a:pt x="13552" y="27807"/>
                    <a:pt x="13685" y="27807"/>
                  </a:cubicBezTo>
                  <a:cubicBezTo>
                    <a:pt x="20925" y="27807"/>
                    <a:pt x="26922" y="21848"/>
                    <a:pt x="27168" y="14317"/>
                  </a:cubicBezTo>
                  <a:cubicBezTo>
                    <a:pt x="27394" y="6623"/>
                    <a:pt x="21554" y="232"/>
                    <a:pt x="14110" y="6"/>
                  </a:cubicBezTo>
                  <a:cubicBezTo>
                    <a:pt x="13976" y="2"/>
                    <a:pt x="13842" y="0"/>
                    <a:pt x="13708"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g14704226861_0_3"/>
            <p:cNvSpPr/>
            <p:nvPr/>
          </p:nvSpPr>
          <p:spPr>
            <a:xfrm flipH="1">
              <a:off x="6660055" y="2333743"/>
              <a:ext cx="218232" cy="133517"/>
            </a:xfrm>
            <a:custGeom>
              <a:rect b="b" l="l" r="r" t="t"/>
              <a:pathLst>
                <a:path extrusionOk="0" h="3190" w="5214">
                  <a:moveTo>
                    <a:pt x="881" y="0"/>
                  </a:moveTo>
                  <a:cubicBezTo>
                    <a:pt x="558" y="0"/>
                    <a:pt x="248" y="192"/>
                    <a:pt x="101" y="505"/>
                  </a:cubicBezTo>
                  <a:cubicBezTo>
                    <a:pt x="1" y="755"/>
                    <a:pt x="26" y="1031"/>
                    <a:pt x="151" y="1256"/>
                  </a:cubicBezTo>
                  <a:cubicBezTo>
                    <a:pt x="226" y="1432"/>
                    <a:pt x="377" y="1557"/>
                    <a:pt x="552" y="1632"/>
                  </a:cubicBezTo>
                  <a:lnTo>
                    <a:pt x="3885" y="3111"/>
                  </a:lnTo>
                  <a:cubicBezTo>
                    <a:pt x="3999" y="3164"/>
                    <a:pt x="4117" y="3189"/>
                    <a:pt x="4234" y="3189"/>
                  </a:cubicBezTo>
                  <a:cubicBezTo>
                    <a:pt x="4556" y="3189"/>
                    <a:pt x="4866" y="2998"/>
                    <a:pt x="5013" y="2685"/>
                  </a:cubicBezTo>
                  <a:cubicBezTo>
                    <a:pt x="5214" y="2259"/>
                    <a:pt x="5013" y="1758"/>
                    <a:pt x="4587" y="1582"/>
                  </a:cubicBezTo>
                  <a:lnTo>
                    <a:pt x="1229" y="79"/>
                  </a:lnTo>
                  <a:cubicBezTo>
                    <a:pt x="1116" y="25"/>
                    <a:pt x="997" y="0"/>
                    <a:pt x="88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g14704226861_0_3"/>
            <p:cNvSpPr/>
            <p:nvPr/>
          </p:nvSpPr>
          <p:spPr>
            <a:xfrm flipH="1">
              <a:off x="7147845" y="2366809"/>
              <a:ext cx="202494" cy="164323"/>
            </a:xfrm>
            <a:custGeom>
              <a:rect b="b" l="l" r="r" t="t"/>
              <a:pathLst>
                <a:path extrusionOk="0" h="3926" w="4838">
                  <a:moveTo>
                    <a:pt x="3862" y="0"/>
                  </a:moveTo>
                  <a:cubicBezTo>
                    <a:pt x="3688" y="0"/>
                    <a:pt x="3511" y="54"/>
                    <a:pt x="3359" y="166"/>
                  </a:cubicBezTo>
                  <a:lnTo>
                    <a:pt x="452" y="2396"/>
                  </a:lnTo>
                  <a:cubicBezTo>
                    <a:pt x="76" y="2697"/>
                    <a:pt x="1" y="3223"/>
                    <a:pt x="276" y="3599"/>
                  </a:cubicBezTo>
                  <a:cubicBezTo>
                    <a:pt x="452" y="3825"/>
                    <a:pt x="702" y="3925"/>
                    <a:pt x="953" y="3925"/>
                  </a:cubicBezTo>
                  <a:cubicBezTo>
                    <a:pt x="1153" y="3925"/>
                    <a:pt x="1329" y="3875"/>
                    <a:pt x="1479" y="3750"/>
                  </a:cubicBezTo>
                  <a:lnTo>
                    <a:pt x="4386" y="1519"/>
                  </a:lnTo>
                  <a:cubicBezTo>
                    <a:pt x="4762" y="1243"/>
                    <a:pt x="4838" y="692"/>
                    <a:pt x="4537" y="341"/>
                  </a:cubicBezTo>
                  <a:cubicBezTo>
                    <a:pt x="4373" y="117"/>
                    <a:pt x="4120" y="0"/>
                    <a:pt x="38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g14704226861_0_3"/>
            <p:cNvSpPr/>
            <p:nvPr/>
          </p:nvSpPr>
          <p:spPr>
            <a:xfrm flipH="1">
              <a:off x="6527522" y="1861772"/>
              <a:ext cx="1189980" cy="725389"/>
            </a:xfrm>
            <a:custGeom>
              <a:rect b="b" l="l" r="r" t="t"/>
              <a:pathLst>
                <a:path extrusionOk="0" h="17331" w="28431">
                  <a:moveTo>
                    <a:pt x="15165" y="1"/>
                  </a:moveTo>
                  <a:cubicBezTo>
                    <a:pt x="11258" y="1"/>
                    <a:pt x="6501" y="993"/>
                    <a:pt x="3284" y="6041"/>
                  </a:cubicBezTo>
                  <a:cubicBezTo>
                    <a:pt x="1" y="11154"/>
                    <a:pt x="1329" y="16893"/>
                    <a:pt x="1329" y="16893"/>
                  </a:cubicBezTo>
                  <a:cubicBezTo>
                    <a:pt x="1729" y="17193"/>
                    <a:pt x="2203" y="17331"/>
                    <a:pt x="2704" y="17331"/>
                  </a:cubicBezTo>
                  <a:cubicBezTo>
                    <a:pt x="4713" y="17331"/>
                    <a:pt x="7154" y="15120"/>
                    <a:pt x="6993" y="12332"/>
                  </a:cubicBezTo>
                  <a:cubicBezTo>
                    <a:pt x="6827" y="9019"/>
                    <a:pt x="8360" y="7225"/>
                    <a:pt x="10282" y="7225"/>
                  </a:cubicBezTo>
                  <a:cubicBezTo>
                    <a:pt x="10396" y="7225"/>
                    <a:pt x="10511" y="7232"/>
                    <a:pt x="10627" y="7244"/>
                  </a:cubicBezTo>
                  <a:cubicBezTo>
                    <a:pt x="12930" y="7487"/>
                    <a:pt x="13076" y="9230"/>
                    <a:pt x="16237" y="9230"/>
                  </a:cubicBezTo>
                  <a:cubicBezTo>
                    <a:pt x="16343" y="9230"/>
                    <a:pt x="16453" y="9228"/>
                    <a:pt x="16567" y="9224"/>
                  </a:cubicBezTo>
                  <a:cubicBezTo>
                    <a:pt x="19667" y="9136"/>
                    <a:pt x="19206" y="6307"/>
                    <a:pt x="21322" y="6307"/>
                  </a:cubicBezTo>
                  <a:cubicBezTo>
                    <a:pt x="21601" y="6307"/>
                    <a:pt x="21924" y="6356"/>
                    <a:pt x="22306" y="6467"/>
                  </a:cubicBezTo>
                  <a:cubicBezTo>
                    <a:pt x="25565" y="7420"/>
                    <a:pt x="26918" y="11730"/>
                    <a:pt x="27695" y="11981"/>
                  </a:cubicBezTo>
                  <a:cubicBezTo>
                    <a:pt x="27756" y="11999"/>
                    <a:pt x="27810" y="12007"/>
                    <a:pt x="27859" y="12007"/>
                  </a:cubicBezTo>
                  <a:cubicBezTo>
                    <a:pt x="28430" y="12007"/>
                    <a:pt x="28196" y="10878"/>
                    <a:pt x="28196" y="10878"/>
                  </a:cubicBezTo>
                  <a:cubicBezTo>
                    <a:pt x="26843" y="3309"/>
                    <a:pt x="19249" y="1"/>
                    <a:pt x="15314" y="1"/>
                  </a:cubicBezTo>
                  <a:cubicBezTo>
                    <a:pt x="15264" y="1"/>
                    <a:pt x="15215" y="1"/>
                    <a:pt x="151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g14704226861_0_3"/>
            <p:cNvSpPr/>
            <p:nvPr/>
          </p:nvSpPr>
          <p:spPr>
            <a:xfrm flipH="1">
              <a:off x="7435275" y="2485513"/>
              <a:ext cx="339904" cy="392098"/>
            </a:xfrm>
            <a:custGeom>
              <a:rect b="b" l="l" r="r" t="t"/>
              <a:pathLst>
                <a:path extrusionOk="0" h="9368" w="8121">
                  <a:moveTo>
                    <a:pt x="4841" y="0"/>
                  </a:moveTo>
                  <a:cubicBezTo>
                    <a:pt x="2399" y="0"/>
                    <a:pt x="344" y="1899"/>
                    <a:pt x="176" y="4372"/>
                  </a:cubicBezTo>
                  <a:cubicBezTo>
                    <a:pt x="0" y="6954"/>
                    <a:pt x="1955" y="9184"/>
                    <a:pt x="4536" y="9360"/>
                  </a:cubicBezTo>
                  <a:cubicBezTo>
                    <a:pt x="4627" y="9365"/>
                    <a:pt x="4718" y="9367"/>
                    <a:pt x="4807" y="9367"/>
                  </a:cubicBezTo>
                  <a:cubicBezTo>
                    <a:pt x="6082" y="9367"/>
                    <a:pt x="7254" y="8874"/>
                    <a:pt x="8120" y="8032"/>
                  </a:cubicBezTo>
                  <a:lnTo>
                    <a:pt x="6942" y="488"/>
                  </a:lnTo>
                  <a:cubicBezTo>
                    <a:pt x="6416" y="212"/>
                    <a:pt x="5815" y="36"/>
                    <a:pt x="5163" y="11"/>
                  </a:cubicBezTo>
                  <a:cubicBezTo>
                    <a:pt x="5055" y="4"/>
                    <a:pt x="4948" y="0"/>
                    <a:pt x="4841"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g14704226861_0_3"/>
            <p:cNvSpPr/>
            <p:nvPr/>
          </p:nvSpPr>
          <p:spPr>
            <a:xfrm flipH="1">
              <a:off x="7503453" y="2599153"/>
              <a:ext cx="153189" cy="183743"/>
            </a:xfrm>
            <a:custGeom>
              <a:rect b="b" l="l" r="r" t="t"/>
              <a:pathLst>
                <a:path extrusionOk="0" h="4390" w="3660">
                  <a:moveTo>
                    <a:pt x="233" y="0"/>
                  </a:moveTo>
                  <a:cubicBezTo>
                    <a:pt x="156" y="0"/>
                    <a:pt x="109" y="3"/>
                    <a:pt x="100" y="3"/>
                  </a:cubicBezTo>
                  <a:cubicBezTo>
                    <a:pt x="25" y="3"/>
                    <a:pt x="0" y="53"/>
                    <a:pt x="0" y="103"/>
                  </a:cubicBezTo>
                  <a:cubicBezTo>
                    <a:pt x="0" y="154"/>
                    <a:pt x="50" y="204"/>
                    <a:pt x="100" y="204"/>
                  </a:cubicBezTo>
                  <a:cubicBezTo>
                    <a:pt x="105" y="204"/>
                    <a:pt x="151" y="200"/>
                    <a:pt x="230" y="200"/>
                  </a:cubicBezTo>
                  <a:cubicBezTo>
                    <a:pt x="573" y="200"/>
                    <a:pt x="1531" y="267"/>
                    <a:pt x="2306" y="981"/>
                  </a:cubicBezTo>
                  <a:cubicBezTo>
                    <a:pt x="3058" y="1682"/>
                    <a:pt x="3459" y="2785"/>
                    <a:pt x="3459" y="4289"/>
                  </a:cubicBezTo>
                  <a:cubicBezTo>
                    <a:pt x="3459" y="4339"/>
                    <a:pt x="3509" y="4389"/>
                    <a:pt x="3559" y="4389"/>
                  </a:cubicBezTo>
                  <a:cubicBezTo>
                    <a:pt x="3609" y="4389"/>
                    <a:pt x="3659" y="4339"/>
                    <a:pt x="3659" y="4289"/>
                  </a:cubicBezTo>
                  <a:cubicBezTo>
                    <a:pt x="3659" y="2735"/>
                    <a:pt x="3233" y="1557"/>
                    <a:pt x="2431" y="830"/>
                  </a:cubicBezTo>
                  <a:cubicBezTo>
                    <a:pt x="1586" y="68"/>
                    <a:pt x="589" y="0"/>
                    <a:pt x="2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g14704226861_0_3"/>
            <p:cNvSpPr/>
            <p:nvPr/>
          </p:nvSpPr>
          <p:spPr>
            <a:xfrm flipH="1">
              <a:off x="7507638" y="2685126"/>
              <a:ext cx="116482" cy="52654"/>
            </a:xfrm>
            <a:custGeom>
              <a:rect b="b" l="l" r="r" t="t"/>
              <a:pathLst>
                <a:path extrusionOk="0" h="1258" w="2783">
                  <a:moveTo>
                    <a:pt x="17" y="1"/>
                  </a:moveTo>
                  <a:cubicBezTo>
                    <a:pt x="9" y="1"/>
                    <a:pt x="3" y="2"/>
                    <a:pt x="0" y="4"/>
                  </a:cubicBezTo>
                  <a:lnTo>
                    <a:pt x="50" y="80"/>
                  </a:lnTo>
                  <a:lnTo>
                    <a:pt x="25" y="180"/>
                  </a:lnTo>
                  <a:cubicBezTo>
                    <a:pt x="125" y="205"/>
                    <a:pt x="2456" y="1157"/>
                    <a:pt x="2607" y="1232"/>
                  </a:cubicBezTo>
                  <a:cubicBezTo>
                    <a:pt x="2632" y="1232"/>
                    <a:pt x="2657" y="1258"/>
                    <a:pt x="2657" y="1258"/>
                  </a:cubicBezTo>
                  <a:cubicBezTo>
                    <a:pt x="2682" y="1258"/>
                    <a:pt x="2707" y="1232"/>
                    <a:pt x="2732" y="1232"/>
                  </a:cubicBezTo>
                  <a:cubicBezTo>
                    <a:pt x="2757" y="1207"/>
                    <a:pt x="2782" y="1132"/>
                    <a:pt x="2732" y="1082"/>
                  </a:cubicBezTo>
                  <a:cubicBezTo>
                    <a:pt x="2732" y="1082"/>
                    <a:pt x="264" y="1"/>
                    <a:pt x="1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g14704226861_0_3"/>
            <p:cNvSpPr/>
            <p:nvPr/>
          </p:nvSpPr>
          <p:spPr>
            <a:xfrm flipH="1">
              <a:off x="6909724" y="2365344"/>
              <a:ext cx="138498" cy="283275"/>
            </a:xfrm>
            <a:custGeom>
              <a:rect b="b" l="l" r="r" t="t"/>
              <a:pathLst>
                <a:path extrusionOk="0" h="6768" w="3309">
                  <a:moveTo>
                    <a:pt x="201" y="0"/>
                  </a:moveTo>
                  <a:lnTo>
                    <a:pt x="1" y="25"/>
                  </a:lnTo>
                  <a:cubicBezTo>
                    <a:pt x="1" y="25"/>
                    <a:pt x="452" y="3258"/>
                    <a:pt x="577" y="4261"/>
                  </a:cubicBezTo>
                  <a:cubicBezTo>
                    <a:pt x="577" y="4361"/>
                    <a:pt x="652" y="4436"/>
                    <a:pt x="727" y="4512"/>
                  </a:cubicBezTo>
                  <a:cubicBezTo>
                    <a:pt x="803" y="4562"/>
                    <a:pt x="903" y="4587"/>
                    <a:pt x="1003" y="4587"/>
                  </a:cubicBezTo>
                  <a:lnTo>
                    <a:pt x="3008" y="4286"/>
                  </a:lnTo>
                  <a:cubicBezTo>
                    <a:pt x="3058" y="4286"/>
                    <a:pt x="3058" y="4311"/>
                    <a:pt x="3083" y="4311"/>
                  </a:cubicBezTo>
                  <a:cubicBezTo>
                    <a:pt x="3083" y="4336"/>
                    <a:pt x="3108" y="4361"/>
                    <a:pt x="3083" y="4386"/>
                  </a:cubicBezTo>
                  <a:lnTo>
                    <a:pt x="2156" y="6642"/>
                  </a:lnTo>
                  <a:cubicBezTo>
                    <a:pt x="2131" y="6692"/>
                    <a:pt x="2156" y="6742"/>
                    <a:pt x="2206" y="6767"/>
                  </a:cubicBezTo>
                  <a:lnTo>
                    <a:pt x="2231" y="6767"/>
                  </a:lnTo>
                  <a:cubicBezTo>
                    <a:pt x="2281" y="6767"/>
                    <a:pt x="2306" y="6742"/>
                    <a:pt x="2331" y="6717"/>
                  </a:cubicBezTo>
                  <a:lnTo>
                    <a:pt x="3259" y="4461"/>
                  </a:lnTo>
                  <a:cubicBezTo>
                    <a:pt x="3309" y="4386"/>
                    <a:pt x="3284" y="4286"/>
                    <a:pt x="3234" y="4211"/>
                  </a:cubicBezTo>
                  <a:cubicBezTo>
                    <a:pt x="3192" y="4149"/>
                    <a:pt x="3117" y="4104"/>
                    <a:pt x="3036" y="4104"/>
                  </a:cubicBezTo>
                  <a:cubicBezTo>
                    <a:pt x="3019" y="4104"/>
                    <a:pt x="3001" y="4106"/>
                    <a:pt x="2983" y="4111"/>
                  </a:cubicBezTo>
                  <a:lnTo>
                    <a:pt x="978" y="4386"/>
                  </a:lnTo>
                  <a:cubicBezTo>
                    <a:pt x="928" y="4386"/>
                    <a:pt x="878" y="4386"/>
                    <a:pt x="828" y="4361"/>
                  </a:cubicBezTo>
                  <a:cubicBezTo>
                    <a:pt x="803" y="4311"/>
                    <a:pt x="778" y="4286"/>
                    <a:pt x="778" y="4236"/>
                  </a:cubicBezTo>
                  <a:cubicBezTo>
                    <a:pt x="627" y="3233"/>
                    <a:pt x="201" y="0"/>
                    <a:pt x="2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g14704226861_0_3"/>
            <p:cNvSpPr/>
            <p:nvPr/>
          </p:nvSpPr>
          <p:spPr>
            <a:xfrm flipH="1">
              <a:off x="6962169" y="2775912"/>
              <a:ext cx="119622" cy="40599"/>
            </a:xfrm>
            <a:custGeom>
              <a:rect b="b" l="l" r="r" t="t"/>
              <a:pathLst>
                <a:path extrusionOk="0" h="970" w="2858">
                  <a:moveTo>
                    <a:pt x="1269" y="1"/>
                  </a:moveTo>
                  <a:cubicBezTo>
                    <a:pt x="835" y="1"/>
                    <a:pt x="410" y="87"/>
                    <a:pt x="1" y="292"/>
                  </a:cubicBezTo>
                  <a:cubicBezTo>
                    <a:pt x="251" y="642"/>
                    <a:pt x="702" y="968"/>
                    <a:pt x="1454" y="968"/>
                  </a:cubicBezTo>
                  <a:cubicBezTo>
                    <a:pt x="1479" y="969"/>
                    <a:pt x="1503" y="970"/>
                    <a:pt x="1527" y="970"/>
                  </a:cubicBezTo>
                  <a:cubicBezTo>
                    <a:pt x="2162" y="970"/>
                    <a:pt x="2568" y="655"/>
                    <a:pt x="2858" y="317"/>
                  </a:cubicBezTo>
                  <a:cubicBezTo>
                    <a:pt x="2324" y="125"/>
                    <a:pt x="1790" y="1"/>
                    <a:pt x="126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g14704226861_0_3"/>
            <p:cNvSpPr/>
            <p:nvPr/>
          </p:nvSpPr>
          <p:spPr>
            <a:xfrm flipH="1">
              <a:off x="6943293" y="2746152"/>
              <a:ext cx="153189" cy="43027"/>
            </a:xfrm>
            <a:custGeom>
              <a:rect b="b" l="l" r="r" t="t"/>
              <a:pathLst>
                <a:path extrusionOk="0" h="1028" w="3660">
                  <a:moveTo>
                    <a:pt x="3635" y="0"/>
                  </a:moveTo>
                  <a:lnTo>
                    <a:pt x="1" y="226"/>
                  </a:lnTo>
                  <a:cubicBezTo>
                    <a:pt x="1" y="226"/>
                    <a:pt x="51" y="627"/>
                    <a:pt x="352" y="1003"/>
                  </a:cubicBezTo>
                  <a:cubicBezTo>
                    <a:pt x="761" y="798"/>
                    <a:pt x="1186" y="712"/>
                    <a:pt x="1620" y="712"/>
                  </a:cubicBezTo>
                  <a:cubicBezTo>
                    <a:pt x="2141" y="712"/>
                    <a:pt x="2675" y="836"/>
                    <a:pt x="3209" y="1028"/>
                  </a:cubicBezTo>
                  <a:cubicBezTo>
                    <a:pt x="3560" y="551"/>
                    <a:pt x="3660" y="25"/>
                    <a:pt x="36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g14704226861_0_3"/>
            <p:cNvSpPr/>
            <p:nvPr/>
          </p:nvSpPr>
          <p:spPr>
            <a:xfrm flipH="1">
              <a:off x="7185596" y="2598902"/>
              <a:ext cx="68224" cy="84505"/>
            </a:xfrm>
            <a:custGeom>
              <a:rect b="b" l="l" r="r" t="t"/>
              <a:pathLst>
                <a:path extrusionOk="0" h="2019" w="1630">
                  <a:moveTo>
                    <a:pt x="749" y="0"/>
                  </a:moveTo>
                  <a:cubicBezTo>
                    <a:pt x="717" y="0"/>
                    <a:pt x="684" y="3"/>
                    <a:pt x="652" y="9"/>
                  </a:cubicBezTo>
                  <a:cubicBezTo>
                    <a:pt x="251" y="59"/>
                    <a:pt x="0" y="561"/>
                    <a:pt x="75" y="1112"/>
                  </a:cubicBezTo>
                  <a:cubicBezTo>
                    <a:pt x="170" y="1632"/>
                    <a:pt x="532" y="2018"/>
                    <a:pt x="910" y="2018"/>
                  </a:cubicBezTo>
                  <a:cubicBezTo>
                    <a:pt x="932" y="2018"/>
                    <a:pt x="955" y="2017"/>
                    <a:pt x="978" y="2014"/>
                  </a:cubicBezTo>
                  <a:cubicBezTo>
                    <a:pt x="1379" y="1939"/>
                    <a:pt x="1629" y="1438"/>
                    <a:pt x="1554" y="886"/>
                  </a:cubicBezTo>
                  <a:cubicBezTo>
                    <a:pt x="1462" y="380"/>
                    <a:pt x="1116" y="0"/>
                    <a:pt x="7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g14704226861_0_3"/>
            <p:cNvSpPr/>
            <p:nvPr/>
          </p:nvSpPr>
          <p:spPr>
            <a:xfrm flipH="1">
              <a:off x="6749204" y="2549595"/>
              <a:ext cx="68224" cy="84505"/>
            </a:xfrm>
            <a:custGeom>
              <a:rect b="b" l="l" r="r" t="t"/>
              <a:pathLst>
                <a:path extrusionOk="0" h="2019" w="1630">
                  <a:moveTo>
                    <a:pt x="750" y="0"/>
                  </a:moveTo>
                  <a:cubicBezTo>
                    <a:pt x="717" y="0"/>
                    <a:pt x="685" y="3"/>
                    <a:pt x="652" y="9"/>
                  </a:cubicBezTo>
                  <a:cubicBezTo>
                    <a:pt x="251" y="59"/>
                    <a:pt x="0" y="561"/>
                    <a:pt x="76" y="1137"/>
                  </a:cubicBezTo>
                  <a:cubicBezTo>
                    <a:pt x="170" y="1655"/>
                    <a:pt x="530" y="2019"/>
                    <a:pt x="906" y="2019"/>
                  </a:cubicBezTo>
                  <a:cubicBezTo>
                    <a:pt x="930" y="2019"/>
                    <a:pt x="954" y="2017"/>
                    <a:pt x="978" y="2014"/>
                  </a:cubicBezTo>
                  <a:cubicBezTo>
                    <a:pt x="1379" y="1939"/>
                    <a:pt x="1629" y="1438"/>
                    <a:pt x="1529" y="886"/>
                  </a:cubicBezTo>
                  <a:cubicBezTo>
                    <a:pt x="1460" y="380"/>
                    <a:pt x="1116" y="0"/>
                    <a:pt x="7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g14704226861_0_3"/>
            <p:cNvSpPr/>
            <p:nvPr/>
          </p:nvSpPr>
          <p:spPr>
            <a:xfrm flipH="1">
              <a:off x="7524444" y="3441635"/>
              <a:ext cx="957810" cy="1055332"/>
            </a:xfrm>
            <a:custGeom>
              <a:rect b="b" l="l" r="r" t="t"/>
              <a:pathLst>
                <a:path extrusionOk="0" h="25214" w="22884">
                  <a:moveTo>
                    <a:pt x="10051" y="1"/>
                  </a:moveTo>
                  <a:cubicBezTo>
                    <a:pt x="7244" y="2507"/>
                    <a:pt x="3008" y="6993"/>
                    <a:pt x="1855" y="8848"/>
                  </a:cubicBezTo>
                  <a:cubicBezTo>
                    <a:pt x="1" y="11905"/>
                    <a:pt x="753" y="15189"/>
                    <a:pt x="1730" y="16492"/>
                  </a:cubicBezTo>
                  <a:cubicBezTo>
                    <a:pt x="3735" y="19124"/>
                    <a:pt x="13535" y="23760"/>
                    <a:pt x="17294" y="25214"/>
                  </a:cubicBezTo>
                  <a:cubicBezTo>
                    <a:pt x="18021" y="22382"/>
                    <a:pt x="21906" y="21931"/>
                    <a:pt x="22883" y="19073"/>
                  </a:cubicBezTo>
                  <a:cubicBezTo>
                    <a:pt x="22582" y="18848"/>
                    <a:pt x="16292" y="14512"/>
                    <a:pt x="15991" y="14261"/>
                  </a:cubicBezTo>
                  <a:cubicBezTo>
                    <a:pt x="15239" y="13810"/>
                    <a:pt x="14462" y="13334"/>
                    <a:pt x="13685" y="12883"/>
                  </a:cubicBezTo>
                  <a:lnTo>
                    <a:pt x="13660" y="12908"/>
                  </a:lnTo>
                  <a:lnTo>
                    <a:pt x="12482" y="12281"/>
                  </a:lnTo>
                  <a:cubicBezTo>
                    <a:pt x="12158" y="12413"/>
                    <a:pt x="11885" y="12469"/>
                    <a:pt x="11650" y="12469"/>
                  </a:cubicBezTo>
                  <a:cubicBezTo>
                    <a:pt x="10553" y="12469"/>
                    <a:pt x="10282" y="11249"/>
                    <a:pt x="9510" y="10749"/>
                  </a:cubicBezTo>
                  <a:lnTo>
                    <a:pt x="9510" y="10749"/>
                  </a:lnTo>
                  <a:lnTo>
                    <a:pt x="12482" y="12281"/>
                  </a:lnTo>
                  <a:cubicBezTo>
                    <a:pt x="12532" y="12256"/>
                    <a:pt x="12582" y="12256"/>
                    <a:pt x="12657" y="12206"/>
                  </a:cubicBezTo>
                  <a:lnTo>
                    <a:pt x="16768" y="8647"/>
                  </a:lnTo>
                  <a:cubicBezTo>
                    <a:pt x="14763" y="7670"/>
                    <a:pt x="11129" y="5264"/>
                    <a:pt x="10051"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g14704226861_0_3"/>
            <p:cNvSpPr/>
            <p:nvPr/>
          </p:nvSpPr>
          <p:spPr>
            <a:xfrm flipH="1">
              <a:off x="7373380" y="3208538"/>
              <a:ext cx="741712" cy="654821"/>
            </a:xfrm>
            <a:custGeom>
              <a:rect b="b" l="l" r="r" t="t"/>
              <a:pathLst>
                <a:path extrusionOk="0" h="15645" w="17721">
                  <a:moveTo>
                    <a:pt x="11124" y="1"/>
                  </a:moveTo>
                  <a:cubicBezTo>
                    <a:pt x="4838" y="1"/>
                    <a:pt x="1" y="5319"/>
                    <a:pt x="1" y="5319"/>
                  </a:cubicBezTo>
                  <a:cubicBezTo>
                    <a:pt x="2031" y="11785"/>
                    <a:pt x="8297" y="15645"/>
                    <a:pt x="8297" y="15645"/>
                  </a:cubicBezTo>
                  <a:cubicBezTo>
                    <a:pt x="16918" y="7825"/>
                    <a:pt x="17720" y="2136"/>
                    <a:pt x="17720" y="2136"/>
                  </a:cubicBezTo>
                  <a:cubicBezTo>
                    <a:pt x="15445" y="584"/>
                    <a:pt x="13205" y="1"/>
                    <a:pt x="11124"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g14704226861_0_3"/>
            <p:cNvSpPr/>
            <p:nvPr/>
          </p:nvSpPr>
          <p:spPr>
            <a:xfrm flipH="1">
              <a:off x="7399613" y="3245455"/>
              <a:ext cx="349364" cy="569647"/>
            </a:xfrm>
            <a:custGeom>
              <a:rect b="b" l="l" r="r" t="t"/>
              <a:pathLst>
                <a:path extrusionOk="0" h="13610" w="8347">
                  <a:moveTo>
                    <a:pt x="8196" y="1"/>
                  </a:moveTo>
                  <a:cubicBezTo>
                    <a:pt x="8171" y="26"/>
                    <a:pt x="4838" y="3209"/>
                    <a:pt x="3785" y="4537"/>
                  </a:cubicBezTo>
                  <a:cubicBezTo>
                    <a:pt x="2732" y="5841"/>
                    <a:pt x="101" y="13209"/>
                    <a:pt x="1" y="13535"/>
                  </a:cubicBezTo>
                  <a:lnTo>
                    <a:pt x="201" y="13610"/>
                  </a:lnTo>
                  <a:cubicBezTo>
                    <a:pt x="226" y="13510"/>
                    <a:pt x="2933" y="5941"/>
                    <a:pt x="3961" y="4663"/>
                  </a:cubicBezTo>
                  <a:cubicBezTo>
                    <a:pt x="4988" y="3359"/>
                    <a:pt x="8321" y="176"/>
                    <a:pt x="8347" y="151"/>
                  </a:cubicBezTo>
                  <a:lnTo>
                    <a:pt x="819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g14704226861_0_3"/>
            <p:cNvSpPr/>
            <p:nvPr/>
          </p:nvSpPr>
          <p:spPr>
            <a:xfrm flipH="1">
              <a:off x="7321974" y="4178095"/>
              <a:ext cx="469990" cy="493387"/>
            </a:xfrm>
            <a:custGeom>
              <a:rect b="b" l="l" r="r" t="t"/>
              <a:pathLst>
                <a:path extrusionOk="0" h="11788" w="11229">
                  <a:moveTo>
                    <a:pt x="5058" y="1"/>
                  </a:moveTo>
                  <a:cubicBezTo>
                    <a:pt x="4666" y="1"/>
                    <a:pt x="4295" y="88"/>
                    <a:pt x="3960" y="300"/>
                  </a:cubicBezTo>
                  <a:cubicBezTo>
                    <a:pt x="3960" y="300"/>
                    <a:pt x="401" y="2932"/>
                    <a:pt x="0" y="6591"/>
                  </a:cubicBezTo>
                  <a:cubicBezTo>
                    <a:pt x="25" y="7418"/>
                    <a:pt x="451" y="8220"/>
                    <a:pt x="1228" y="8697"/>
                  </a:cubicBezTo>
                  <a:lnTo>
                    <a:pt x="3008" y="9774"/>
                  </a:lnTo>
                  <a:cubicBezTo>
                    <a:pt x="3058" y="9824"/>
                    <a:pt x="3108" y="9874"/>
                    <a:pt x="3183" y="9925"/>
                  </a:cubicBezTo>
                  <a:lnTo>
                    <a:pt x="5890" y="11654"/>
                  </a:lnTo>
                  <a:cubicBezTo>
                    <a:pt x="6034" y="11745"/>
                    <a:pt x="6190" y="11788"/>
                    <a:pt x="6349" y="11788"/>
                  </a:cubicBezTo>
                  <a:cubicBezTo>
                    <a:pt x="6715" y="11788"/>
                    <a:pt x="7097" y="11562"/>
                    <a:pt x="7394" y="11178"/>
                  </a:cubicBezTo>
                  <a:cubicBezTo>
                    <a:pt x="7619" y="10852"/>
                    <a:pt x="7569" y="10451"/>
                    <a:pt x="7394" y="10125"/>
                  </a:cubicBezTo>
                  <a:cubicBezTo>
                    <a:pt x="7395" y="10124"/>
                    <a:pt x="7398" y="10124"/>
                    <a:pt x="7401" y="10124"/>
                  </a:cubicBezTo>
                  <a:cubicBezTo>
                    <a:pt x="7440" y="10124"/>
                    <a:pt x="7584" y="10170"/>
                    <a:pt x="7783" y="10170"/>
                  </a:cubicBezTo>
                  <a:cubicBezTo>
                    <a:pt x="8104" y="10170"/>
                    <a:pt x="8570" y="10050"/>
                    <a:pt x="8973" y="9423"/>
                  </a:cubicBezTo>
                  <a:cubicBezTo>
                    <a:pt x="9449" y="8697"/>
                    <a:pt x="8822" y="7920"/>
                    <a:pt x="8822" y="7920"/>
                  </a:cubicBezTo>
                  <a:lnTo>
                    <a:pt x="8822" y="7920"/>
                  </a:lnTo>
                  <a:cubicBezTo>
                    <a:pt x="8934" y="7946"/>
                    <a:pt x="9056" y="7964"/>
                    <a:pt x="9182" y="7964"/>
                  </a:cubicBezTo>
                  <a:cubicBezTo>
                    <a:pt x="9537" y="7964"/>
                    <a:pt x="9923" y="7824"/>
                    <a:pt x="10201" y="7343"/>
                  </a:cubicBezTo>
                  <a:cubicBezTo>
                    <a:pt x="10577" y="6691"/>
                    <a:pt x="9875" y="5864"/>
                    <a:pt x="9900" y="5864"/>
                  </a:cubicBezTo>
                  <a:lnTo>
                    <a:pt x="9900" y="5864"/>
                  </a:lnTo>
                  <a:cubicBezTo>
                    <a:pt x="9963" y="5881"/>
                    <a:pt x="10026" y="5889"/>
                    <a:pt x="10087" y="5889"/>
                  </a:cubicBezTo>
                  <a:cubicBezTo>
                    <a:pt x="10486" y="5889"/>
                    <a:pt x="10829" y="5560"/>
                    <a:pt x="11003" y="5213"/>
                  </a:cubicBezTo>
                  <a:cubicBezTo>
                    <a:pt x="11228" y="4737"/>
                    <a:pt x="11028" y="3985"/>
                    <a:pt x="10577" y="3684"/>
                  </a:cubicBezTo>
                  <a:lnTo>
                    <a:pt x="8446" y="2431"/>
                  </a:lnTo>
                  <a:cubicBezTo>
                    <a:pt x="9098" y="1428"/>
                    <a:pt x="7644" y="777"/>
                    <a:pt x="7644" y="777"/>
                  </a:cubicBezTo>
                  <a:cubicBezTo>
                    <a:pt x="6766" y="372"/>
                    <a:pt x="5866" y="1"/>
                    <a:pt x="5058"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g14704226861_0_3"/>
            <p:cNvSpPr/>
            <p:nvPr/>
          </p:nvSpPr>
          <p:spPr>
            <a:xfrm flipH="1">
              <a:off x="7665017" y="4290144"/>
              <a:ext cx="131174" cy="298133"/>
            </a:xfrm>
            <a:custGeom>
              <a:rect b="b" l="l" r="r" t="t"/>
              <a:pathLst>
                <a:path extrusionOk="0" h="7123" w="3134">
                  <a:moveTo>
                    <a:pt x="1679" y="1"/>
                  </a:moveTo>
                  <a:cubicBezTo>
                    <a:pt x="1650" y="1"/>
                    <a:pt x="1619" y="15"/>
                    <a:pt x="1605" y="29"/>
                  </a:cubicBezTo>
                  <a:cubicBezTo>
                    <a:pt x="678" y="1308"/>
                    <a:pt x="126" y="2611"/>
                    <a:pt x="1" y="3914"/>
                  </a:cubicBezTo>
                  <a:cubicBezTo>
                    <a:pt x="26" y="4816"/>
                    <a:pt x="502" y="5619"/>
                    <a:pt x="1279" y="6095"/>
                  </a:cubicBezTo>
                  <a:lnTo>
                    <a:pt x="2958" y="7122"/>
                  </a:lnTo>
                  <a:lnTo>
                    <a:pt x="3008" y="7122"/>
                  </a:lnTo>
                  <a:cubicBezTo>
                    <a:pt x="3058" y="7122"/>
                    <a:pt x="3084" y="7122"/>
                    <a:pt x="3109" y="7097"/>
                  </a:cubicBezTo>
                  <a:cubicBezTo>
                    <a:pt x="3134" y="7047"/>
                    <a:pt x="3109" y="6972"/>
                    <a:pt x="3058" y="6947"/>
                  </a:cubicBezTo>
                  <a:lnTo>
                    <a:pt x="1379" y="5944"/>
                  </a:lnTo>
                  <a:cubicBezTo>
                    <a:pt x="652" y="5493"/>
                    <a:pt x="226" y="4741"/>
                    <a:pt x="176" y="3914"/>
                  </a:cubicBezTo>
                  <a:cubicBezTo>
                    <a:pt x="327" y="2661"/>
                    <a:pt x="853" y="1408"/>
                    <a:pt x="1755" y="155"/>
                  </a:cubicBezTo>
                  <a:cubicBezTo>
                    <a:pt x="1780" y="105"/>
                    <a:pt x="1780" y="55"/>
                    <a:pt x="1730" y="29"/>
                  </a:cubicBezTo>
                  <a:cubicBezTo>
                    <a:pt x="1720" y="8"/>
                    <a:pt x="1700" y="1"/>
                    <a:pt x="16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g14704226861_0_3"/>
            <p:cNvSpPr/>
            <p:nvPr/>
          </p:nvSpPr>
          <p:spPr>
            <a:xfrm flipH="1">
              <a:off x="7355534" y="4244772"/>
              <a:ext cx="153189" cy="84380"/>
            </a:xfrm>
            <a:custGeom>
              <a:rect b="b" l="l" r="r" t="t"/>
              <a:pathLst>
                <a:path extrusionOk="0" h="2016" w="3660">
                  <a:moveTo>
                    <a:pt x="111" y="1"/>
                  </a:moveTo>
                  <a:cubicBezTo>
                    <a:pt x="75" y="1"/>
                    <a:pt x="43" y="24"/>
                    <a:pt x="25" y="61"/>
                  </a:cubicBezTo>
                  <a:cubicBezTo>
                    <a:pt x="0" y="111"/>
                    <a:pt x="25" y="161"/>
                    <a:pt x="75" y="186"/>
                  </a:cubicBezTo>
                  <a:cubicBezTo>
                    <a:pt x="1980" y="988"/>
                    <a:pt x="3484" y="1991"/>
                    <a:pt x="3484" y="2016"/>
                  </a:cubicBezTo>
                  <a:lnTo>
                    <a:pt x="3534" y="2016"/>
                  </a:lnTo>
                  <a:cubicBezTo>
                    <a:pt x="3559" y="2016"/>
                    <a:pt x="3609" y="2016"/>
                    <a:pt x="3609" y="1991"/>
                  </a:cubicBezTo>
                  <a:cubicBezTo>
                    <a:pt x="3659" y="1941"/>
                    <a:pt x="3634" y="1890"/>
                    <a:pt x="3584" y="1840"/>
                  </a:cubicBezTo>
                  <a:cubicBezTo>
                    <a:pt x="3584" y="1840"/>
                    <a:pt x="2055" y="838"/>
                    <a:pt x="150" y="11"/>
                  </a:cubicBezTo>
                  <a:cubicBezTo>
                    <a:pt x="137" y="4"/>
                    <a:pt x="124" y="1"/>
                    <a:pt x="1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g14704226861_0_3"/>
            <p:cNvSpPr/>
            <p:nvPr/>
          </p:nvSpPr>
          <p:spPr>
            <a:xfrm flipH="1">
              <a:off x="5635134" y="2383175"/>
              <a:ext cx="599029" cy="599029"/>
            </a:xfrm>
            <a:custGeom>
              <a:rect b="b" l="l" r="r" t="t"/>
              <a:pathLst>
                <a:path extrusionOk="0" h="14312" w="14312">
                  <a:moveTo>
                    <a:pt x="7143" y="0"/>
                  </a:moveTo>
                  <a:cubicBezTo>
                    <a:pt x="3208" y="0"/>
                    <a:pt x="0" y="3208"/>
                    <a:pt x="0" y="7168"/>
                  </a:cubicBezTo>
                  <a:cubicBezTo>
                    <a:pt x="0" y="11103"/>
                    <a:pt x="3208" y="14311"/>
                    <a:pt x="7143" y="14311"/>
                  </a:cubicBezTo>
                  <a:cubicBezTo>
                    <a:pt x="11103" y="14311"/>
                    <a:pt x="14311" y="11103"/>
                    <a:pt x="14311" y="7168"/>
                  </a:cubicBezTo>
                  <a:cubicBezTo>
                    <a:pt x="14311" y="3208"/>
                    <a:pt x="11103" y="0"/>
                    <a:pt x="7143" y="0"/>
                  </a:cubicBezTo>
                  <a:close/>
                </a:path>
              </a:pathLst>
            </a:custGeom>
            <a:solidFill>
              <a:srgbClr val="135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g14704226861_0_3"/>
            <p:cNvSpPr/>
            <p:nvPr/>
          </p:nvSpPr>
          <p:spPr>
            <a:xfrm flipH="1">
              <a:off x="5714857"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6" y="1906"/>
                    <a:pt x="2456" y="1229"/>
                  </a:cubicBezTo>
                  <a:cubicBezTo>
                    <a:pt x="2456"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g14704226861_0_3"/>
            <p:cNvSpPr/>
            <p:nvPr/>
          </p:nvSpPr>
          <p:spPr>
            <a:xfrm flipH="1">
              <a:off x="5880607"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6" y="1906"/>
                    <a:pt x="2456" y="1229"/>
                  </a:cubicBezTo>
                  <a:cubicBezTo>
                    <a:pt x="2456"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g14704226861_0_3"/>
            <p:cNvSpPr/>
            <p:nvPr/>
          </p:nvSpPr>
          <p:spPr>
            <a:xfrm flipH="1">
              <a:off x="6046358"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7" y="1906"/>
                    <a:pt x="2457" y="1229"/>
                  </a:cubicBezTo>
                  <a:cubicBezTo>
                    <a:pt x="2457"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g14704226861_0_3"/>
            <p:cNvSpPr/>
            <p:nvPr/>
          </p:nvSpPr>
          <p:spPr>
            <a:xfrm flipH="1">
              <a:off x="6133421" y="2589819"/>
              <a:ext cx="221371" cy="197263"/>
            </a:xfrm>
            <a:custGeom>
              <a:rect b="b" l="l" r="r" t="t"/>
              <a:pathLst>
                <a:path extrusionOk="0" h="4713" w="5289">
                  <a:moveTo>
                    <a:pt x="5288" y="1"/>
                  </a:moveTo>
                  <a:lnTo>
                    <a:pt x="0" y="552"/>
                  </a:lnTo>
                  <a:lnTo>
                    <a:pt x="4085" y="4712"/>
                  </a:lnTo>
                  <a:lnTo>
                    <a:pt x="5288" y="1"/>
                  </a:lnTo>
                  <a:close/>
                </a:path>
              </a:pathLst>
            </a:custGeom>
            <a:solidFill>
              <a:srgbClr val="135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g14704226861_0_3"/>
            <p:cNvSpPr/>
            <p:nvPr/>
          </p:nvSpPr>
          <p:spPr>
            <a:xfrm flipH="1">
              <a:off x="5730571" y="4673700"/>
              <a:ext cx="2856608" cy="66476"/>
            </a:xfrm>
            <a:custGeom>
              <a:rect b="b" l="l" r="r" t="t"/>
              <a:pathLst>
                <a:path extrusionOk="0" h="1781" w="76518">
                  <a:moveTo>
                    <a:pt x="1" y="1"/>
                  </a:moveTo>
                  <a:lnTo>
                    <a:pt x="1" y="1780"/>
                  </a:lnTo>
                  <a:lnTo>
                    <a:pt x="76517" y="1780"/>
                  </a:lnTo>
                  <a:lnTo>
                    <a:pt x="7651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g14704226861_0_3"/>
            <p:cNvSpPr/>
            <p:nvPr/>
          </p:nvSpPr>
          <p:spPr>
            <a:xfrm>
              <a:off x="7958725" y="3865950"/>
              <a:ext cx="160750" cy="122650"/>
            </a:xfrm>
            <a:custGeom>
              <a:rect b="b" l="l" r="r" t="t"/>
              <a:pathLst>
                <a:path extrusionOk="0" h="4906" w="6430">
                  <a:moveTo>
                    <a:pt x="0" y="3644"/>
                  </a:moveTo>
                  <a:lnTo>
                    <a:pt x="6430" y="0"/>
                  </a:lnTo>
                  <a:lnTo>
                    <a:pt x="4477" y="4906"/>
                  </a:lnTo>
                  <a:close/>
                </a:path>
              </a:pathLst>
            </a:custGeom>
            <a:solidFill>
              <a:srgbClr val="BC574C"/>
            </a:solidFill>
            <a:ln>
              <a:noFill/>
            </a:ln>
          </p:spPr>
        </p:sp>
        <p:grpSp>
          <p:nvGrpSpPr>
            <p:cNvPr id="713" name="Google Shape;713;g14704226861_0_3"/>
            <p:cNvGrpSpPr/>
            <p:nvPr/>
          </p:nvGrpSpPr>
          <p:grpSpPr>
            <a:xfrm rot="190448">
              <a:off x="5499133" y="3376991"/>
              <a:ext cx="851062" cy="769057"/>
              <a:chOff x="3422450" y="1910675"/>
              <a:chExt cx="1386000" cy="1252450"/>
            </a:xfrm>
          </p:grpSpPr>
          <p:sp>
            <p:nvSpPr>
              <p:cNvPr id="714" name="Google Shape;714;g14704226861_0_3"/>
              <p:cNvSpPr/>
              <p:nvPr/>
            </p:nvSpPr>
            <p:spPr>
              <a:xfrm>
                <a:off x="4066575" y="1910675"/>
                <a:ext cx="741875" cy="696325"/>
              </a:xfrm>
              <a:custGeom>
                <a:rect b="b" l="l" r="r" t="t"/>
                <a:pathLst>
                  <a:path extrusionOk="0" h="27853" w="29675">
                    <a:moveTo>
                      <a:pt x="15361" y="1"/>
                    </a:moveTo>
                    <a:cubicBezTo>
                      <a:pt x="11400" y="1"/>
                      <a:pt x="7522" y="1758"/>
                      <a:pt x="4862" y="4953"/>
                    </a:cubicBezTo>
                    <a:cubicBezTo>
                      <a:pt x="4838" y="4950"/>
                      <a:pt x="4813" y="4948"/>
                      <a:pt x="4787" y="4948"/>
                    </a:cubicBezTo>
                    <a:cubicBezTo>
                      <a:pt x="4607" y="4948"/>
                      <a:pt x="4415" y="5028"/>
                      <a:pt x="4261" y="5204"/>
                    </a:cubicBezTo>
                    <a:cubicBezTo>
                      <a:pt x="827" y="9289"/>
                      <a:pt x="0" y="15103"/>
                      <a:pt x="2181" y="19991"/>
                    </a:cubicBezTo>
                    <a:cubicBezTo>
                      <a:pt x="4405" y="24929"/>
                      <a:pt x="9590" y="27853"/>
                      <a:pt x="14863" y="27853"/>
                    </a:cubicBezTo>
                    <a:cubicBezTo>
                      <a:pt x="15532" y="27853"/>
                      <a:pt x="16202" y="27806"/>
                      <a:pt x="16867" y="27710"/>
                    </a:cubicBezTo>
                    <a:cubicBezTo>
                      <a:pt x="22832" y="26858"/>
                      <a:pt x="27770" y="22046"/>
                      <a:pt x="28722" y="16106"/>
                    </a:cubicBezTo>
                    <a:cubicBezTo>
                      <a:pt x="29675" y="10316"/>
                      <a:pt x="26893" y="4402"/>
                      <a:pt x="21730" y="1620"/>
                    </a:cubicBezTo>
                    <a:cubicBezTo>
                      <a:pt x="19704" y="523"/>
                      <a:pt x="17520" y="1"/>
                      <a:pt x="1536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g14704226861_0_3"/>
              <p:cNvSpPr/>
              <p:nvPr/>
            </p:nvSpPr>
            <p:spPr>
              <a:xfrm>
                <a:off x="3584200" y="2260100"/>
                <a:ext cx="872625" cy="789850"/>
              </a:xfrm>
              <a:custGeom>
                <a:rect b="b" l="l" r="r" t="t"/>
                <a:pathLst>
                  <a:path extrusionOk="0" h="31594" w="34905">
                    <a:moveTo>
                      <a:pt x="23229" y="0"/>
                    </a:moveTo>
                    <a:cubicBezTo>
                      <a:pt x="23032" y="0"/>
                      <a:pt x="22830" y="73"/>
                      <a:pt x="22654" y="249"/>
                    </a:cubicBezTo>
                    <a:cubicBezTo>
                      <a:pt x="15486" y="7743"/>
                      <a:pt x="8293" y="15212"/>
                      <a:pt x="1100" y="22706"/>
                    </a:cubicBezTo>
                    <a:cubicBezTo>
                      <a:pt x="924" y="22881"/>
                      <a:pt x="874" y="23107"/>
                      <a:pt x="899" y="23282"/>
                    </a:cubicBezTo>
                    <a:cubicBezTo>
                      <a:pt x="799" y="23407"/>
                      <a:pt x="749" y="23533"/>
                      <a:pt x="699" y="23708"/>
                    </a:cubicBezTo>
                    <a:cubicBezTo>
                      <a:pt x="0" y="27921"/>
                      <a:pt x="3193" y="31594"/>
                      <a:pt x="7326" y="31594"/>
                    </a:cubicBezTo>
                    <a:cubicBezTo>
                      <a:pt x="7643" y="31594"/>
                      <a:pt x="7966" y="31572"/>
                      <a:pt x="8293" y="31528"/>
                    </a:cubicBezTo>
                    <a:cubicBezTo>
                      <a:pt x="8669" y="31477"/>
                      <a:pt x="8869" y="31227"/>
                      <a:pt x="8944" y="30951"/>
                    </a:cubicBezTo>
                    <a:cubicBezTo>
                      <a:pt x="9019" y="30926"/>
                      <a:pt x="9070" y="30876"/>
                      <a:pt x="9120" y="30851"/>
                    </a:cubicBezTo>
                    <a:cubicBezTo>
                      <a:pt x="17390" y="24410"/>
                      <a:pt x="25636" y="17994"/>
                      <a:pt x="33882" y="11553"/>
                    </a:cubicBezTo>
                    <a:cubicBezTo>
                      <a:pt x="33930" y="11560"/>
                      <a:pt x="33978" y="11564"/>
                      <a:pt x="34027" y="11564"/>
                    </a:cubicBezTo>
                    <a:cubicBezTo>
                      <a:pt x="34463" y="11564"/>
                      <a:pt x="34904" y="11264"/>
                      <a:pt x="34859" y="10700"/>
                    </a:cubicBezTo>
                    <a:cubicBezTo>
                      <a:pt x="34408" y="4710"/>
                      <a:pt x="29571" y="274"/>
                      <a:pt x="23631" y="99"/>
                    </a:cubicBezTo>
                    <a:cubicBezTo>
                      <a:pt x="23507" y="37"/>
                      <a:pt x="23369" y="0"/>
                      <a:pt x="2322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g14704226861_0_3"/>
              <p:cNvSpPr/>
              <p:nvPr/>
            </p:nvSpPr>
            <p:spPr>
              <a:xfrm>
                <a:off x="3422450" y="2847550"/>
                <a:ext cx="384750" cy="313400"/>
              </a:xfrm>
              <a:custGeom>
                <a:rect b="b" l="l" r="r" t="t"/>
                <a:pathLst>
                  <a:path extrusionOk="0" h="12536" w="15390">
                    <a:moveTo>
                      <a:pt x="8019" y="0"/>
                    </a:moveTo>
                    <a:cubicBezTo>
                      <a:pt x="7897" y="0"/>
                      <a:pt x="7789" y="28"/>
                      <a:pt x="7695" y="85"/>
                    </a:cubicBezTo>
                    <a:cubicBezTo>
                      <a:pt x="7494" y="85"/>
                      <a:pt x="7319" y="185"/>
                      <a:pt x="7169" y="360"/>
                    </a:cubicBezTo>
                    <a:lnTo>
                      <a:pt x="4712" y="3468"/>
                    </a:lnTo>
                    <a:cubicBezTo>
                      <a:pt x="3134" y="5223"/>
                      <a:pt x="1655" y="7002"/>
                      <a:pt x="201" y="8857"/>
                    </a:cubicBezTo>
                    <a:cubicBezTo>
                      <a:pt x="26" y="9107"/>
                      <a:pt x="1" y="9333"/>
                      <a:pt x="76" y="9558"/>
                    </a:cubicBezTo>
                    <a:cubicBezTo>
                      <a:pt x="51" y="9659"/>
                      <a:pt x="76" y="9784"/>
                      <a:pt x="126" y="9934"/>
                    </a:cubicBezTo>
                    <a:cubicBezTo>
                      <a:pt x="527" y="11037"/>
                      <a:pt x="1354" y="11914"/>
                      <a:pt x="2432" y="12416"/>
                    </a:cubicBezTo>
                    <a:cubicBezTo>
                      <a:pt x="2457" y="12441"/>
                      <a:pt x="2507" y="12441"/>
                      <a:pt x="2532" y="12441"/>
                    </a:cubicBezTo>
                    <a:cubicBezTo>
                      <a:pt x="2648" y="12499"/>
                      <a:pt x="2770" y="12535"/>
                      <a:pt x="2894" y="12535"/>
                    </a:cubicBezTo>
                    <a:cubicBezTo>
                      <a:pt x="3038" y="12535"/>
                      <a:pt x="3186" y="12486"/>
                      <a:pt x="3334" y="12365"/>
                    </a:cubicBezTo>
                    <a:cubicBezTo>
                      <a:pt x="3635" y="12115"/>
                      <a:pt x="3961" y="11889"/>
                      <a:pt x="4261" y="11639"/>
                    </a:cubicBezTo>
                    <a:cubicBezTo>
                      <a:pt x="4412" y="11538"/>
                      <a:pt x="4587" y="11438"/>
                      <a:pt x="4738" y="11338"/>
                    </a:cubicBezTo>
                    <a:cubicBezTo>
                      <a:pt x="5690" y="10686"/>
                      <a:pt x="6642" y="9985"/>
                      <a:pt x="7570" y="9258"/>
                    </a:cubicBezTo>
                    <a:cubicBezTo>
                      <a:pt x="8422" y="9634"/>
                      <a:pt x="9324" y="9884"/>
                      <a:pt x="10251" y="10035"/>
                    </a:cubicBezTo>
                    <a:cubicBezTo>
                      <a:pt x="10348" y="10104"/>
                      <a:pt x="10467" y="10142"/>
                      <a:pt x="10600" y="10142"/>
                    </a:cubicBezTo>
                    <a:cubicBezTo>
                      <a:pt x="10710" y="10142"/>
                      <a:pt x="10829" y="10116"/>
                      <a:pt x="10953" y="10060"/>
                    </a:cubicBezTo>
                    <a:cubicBezTo>
                      <a:pt x="12357" y="9333"/>
                      <a:pt x="13660" y="8456"/>
                      <a:pt x="14838" y="7378"/>
                    </a:cubicBezTo>
                    <a:cubicBezTo>
                      <a:pt x="14863" y="7378"/>
                      <a:pt x="14863" y="7353"/>
                      <a:pt x="14888" y="7328"/>
                    </a:cubicBezTo>
                    <a:cubicBezTo>
                      <a:pt x="15189" y="7228"/>
                      <a:pt x="15389" y="6952"/>
                      <a:pt x="15314" y="6551"/>
                    </a:cubicBezTo>
                    <a:cubicBezTo>
                      <a:pt x="14913" y="4446"/>
                      <a:pt x="13760" y="2641"/>
                      <a:pt x="12081" y="1438"/>
                    </a:cubicBezTo>
                    <a:cubicBezTo>
                      <a:pt x="11053" y="411"/>
                      <a:pt x="9550" y="160"/>
                      <a:pt x="8146" y="10"/>
                    </a:cubicBezTo>
                    <a:cubicBezTo>
                      <a:pt x="8102" y="3"/>
                      <a:pt x="8060" y="0"/>
                      <a:pt x="801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g14704226861_0_3"/>
              <p:cNvSpPr/>
              <p:nvPr/>
            </p:nvSpPr>
            <p:spPr>
              <a:xfrm>
                <a:off x="3423075" y="3065350"/>
                <a:ext cx="106375" cy="97775"/>
              </a:xfrm>
              <a:custGeom>
                <a:rect b="b" l="l" r="r" t="t"/>
                <a:pathLst>
                  <a:path extrusionOk="0" h="3911" w="4255">
                    <a:moveTo>
                      <a:pt x="772" y="1"/>
                    </a:moveTo>
                    <a:cubicBezTo>
                      <a:pt x="534" y="1"/>
                      <a:pt x="328" y="83"/>
                      <a:pt x="176" y="270"/>
                    </a:cubicBezTo>
                    <a:cubicBezTo>
                      <a:pt x="76" y="295"/>
                      <a:pt x="1" y="395"/>
                      <a:pt x="1" y="521"/>
                    </a:cubicBezTo>
                    <a:cubicBezTo>
                      <a:pt x="101" y="2250"/>
                      <a:pt x="1329" y="3603"/>
                      <a:pt x="3033" y="3904"/>
                    </a:cubicBezTo>
                    <a:cubicBezTo>
                      <a:pt x="3051" y="3909"/>
                      <a:pt x="3068" y="3911"/>
                      <a:pt x="3084" y="3911"/>
                    </a:cubicBezTo>
                    <a:cubicBezTo>
                      <a:pt x="3159" y="3911"/>
                      <a:pt x="3218" y="3866"/>
                      <a:pt x="3259" y="3804"/>
                    </a:cubicBezTo>
                    <a:cubicBezTo>
                      <a:pt x="3276" y="3808"/>
                      <a:pt x="3293" y="3810"/>
                      <a:pt x="3310" y="3810"/>
                    </a:cubicBezTo>
                    <a:cubicBezTo>
                      <a:pt x="3393" y="3810"/>
                      <a:pt x="3472" y="3762"/>
                      <a:pt x="3535" y="3679"/>
                    </a:cubicBezTo>
                    <a:cubicBezTo>
                      <a:pt x="4254" y="2430"/>
                      <a:pt x="2060" y="1"/>
                      <a:pt x="77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g14704226861_0_3"/>
              <p:cNvSpPr/>
              <p:nvPr/>
            </p:nvSpPr>
            <p:spPr>
              <a:xfrm>
                <a:off x="4146525" y="1961650"/>
                <a:ext cx="603650" cy="618500"/>
              </a:xfrm>
              <a:custGeom>
                <a:rect b="b" l="l" r="r" t="t"/>
                <a:pathLst>
                  <a:path extrusionOk="0" h="24740" w="24146">
                    <a:moveTo>
                      <a:pt x="2873" y="1"/>
                    </a:moveTo>
                    <a:cubicBezTo>
                      <a:pt x="2303" y="1"/>
                      <a:pt x="1745" y="114"/>
                      <a:pt x="1213" y="383"/>
                    </a:cubicBezTo>
                    <a:cubicBezTo>
                      <a:pt x="1" y="1032"/>
                      <a:pt x="528" y="2861"/>
                      <a:pt x="1616" y="2861"/>
                    </a:cubicBezTo>
                    <a:cubicBezTo>
                      <a:pt x="1787" y="2861"/>
                      <a:pt x="1971" y="2816"/>
                      <a:pt x="2166" y="2714"/>
                    </a:cubicBezTo>
                    <a:cubicBezTo>
                      <a:pt x="2407" y="2588"/>
                      <a:pt x="2682" y="2532"/>
                      <a:pt x="2980" y="2532"/>
                    </a:cubicBezTo>
                    <a:cubicBezTo>
                      <a:pt x="4819" y="2532"/>
                      <a:pt x="7543" y="4647"/>
                      <a:pt x="8707" y="5445"/>
                    </a:cubicBezTo>
                    <a:cubicBezTo>
                      <a:pt x="10637" y="6799"/>
                      <a:pt x="12416" y="8378"/>
                      <a:pt x="13995" y="10132"/>
                    </a:cubicBezTo>
                    <a:cubicBezTo>
                      <a:pt x="15574" y="11887"/>
                      <a:pt x="16978" y="13841"/>
                      <a:pt x="18081" y="15922"/>
                    </a:cubicBezTo>
                    <a:cubicBezTo>
                      <a:pt x="18532" y="16724"/>
                      <a:pt x="21264" y="21736"/>
                      <a:pt x="20436" y="22438"/>
                    </a:cubicBezTo>
                    <a:cubicBezTo>
                      <a:pt x="19451" y="23282"/>
                      <a:pt x="20224" y="24740"/>
                      <a:pt x="21202" y="24740"/>
                    </a:cubicBezTo>
                    <a:cubicBezTo>
                      <a:pt x="21444" y="24740"/>
                      <a:pt x="21697" y="24651"/>
                      <a:pt x="21940" y="24443"/>
                    </a:cubicBezTo>
                    <a:cubicBezTo>
                      <a:pt x="24146" y="22588"/>
                      <a:pt x="22416" y="19330"/>
                      <a:pt x="21489" y="17175"/>
                    </a:cubicBezTo>
                    <a:cubicBezTo>
                      <a:pt x="20161" y="14167"/>
                      <a:pt x="18381" y="11335"/>
                      <a:pt x="16201" y="8854"/>
                    </a:cubicBezTo>
                    <a:cubicBezTo>
                      <a:pt x="14096" y="6448"/>
                      <a:pt x="11690" y="4343"/>
                      <a:pt x="8958" y="2638"/>
                    </a:cubicBezTo>
                    <a:cubicBezTo>
                      <a:pt x="7314" y="1609"/>
                      <a:pt x="5014" y="1"/>
                      <a:pt x="28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19" name="Google Shape;719;g14704226861_0_3"/>
            <p:cNvSpPr/>
            <p:nvPr/>
          </p:nvSpPr>
          <p:spPr>
            <a:xfrm flipH="1">
              <a:off x="5699122" y="3605753"/>
              <a:ext cx="198309" cy="196300"/>
            </a:xfrm>
            <a:custGeom>
              <a:rect b="b" l="l" r="r" t="t"/>
              <a:pathLst>
                <a:path extrusionOk="0" h="4690" w="4738">
                  <a:moveTo>
                    <a:pt x="3415" y="1"/>
                  </a:moveTo>
                  <a:cubicBezTo>
                    <a:pt x="3134" y="1"/>
                    <a:pt x="2857" y="114"/>
                    <a:pt x="2657" y="340"/>
                  </a:cubicBezTo>
                  <a:lnTo>
                    <a:pt x="401" y="2822"/>
                  </a:lnTo>
                  <a:cubicBezTo>
                    <a:pt x="0" y="3223"/>
                    <a:pt x="26" y="3874"/>
                    <a:pt x="452" y="4275"/>
                  </a:cubicBezTo>
                  <a:lnTo>
                    <a:pt x="627" y="4426"/>
                  </a:lnTo>
                  <a:cubicBezTo>
                    <a:pt x="815" y="4602"/>
                    <a:pt x="1058" y="4690"/>
                    <a:pt x="1305" y="4690"/>
                  </a:cubicBezTo>
                  <a:cubicBezTo>
                    <a:pt x="1584" y="4690"/>
                    <a:pt x="1868" y="4577"/>
                    <a:pt x="2081" y="4350"/>
                  </a:cubicBezTo>
                  <a:lnTo>
                    <a:pt x="4336" y="1894"/>
                  </a:lnTo>
                  <a:cubicBezTo>
                    <a:pt x="4737" y="1468"/>
                    <a:pt x="4687" y="817"/>
                    <a:pt x="4286" y="415"/>
                  </a:cubicBezTo>
                  <a:lnTo>
                    <a:pt x="4111" y="265"/>
                  </a:lnTo>
                  <a:cubicBezTo>
                    <a:pt x="3911" y="89"/>
                    <a:pt x="3662" y="1"/>
                    <a:pt x="3415"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g14704226861_0_3"/>
            <p:cNvSpPr/>
            <p:nvPr/>
          </p:nvSpPr>
          <p:spPr>
            <a:xfrm flipH="1">
              <a:off x="5784089" y="3560297"/>
              <a:ext cx="174201" cy="173949"/>
            </a:xfrm>
            <a:custGeom>
              <a:rect b="b" l="l" r="r" t="t"/>
              <a:pathLst>
                <a:path extrusionOk="0" h="4156" w="4162">
                  <a:moveTo>
                    <a:pt x="3010" y="0"/>
                  </a:moveTo>
                  <a:cubicBezTo>
                    <a:pt x="2763" y="0"/>
                    <a:pt x="2516" y="101"/>
                    <a:pt x="2332" y="298"/>
                  </a:cubicBezTo>
                  <a:lnTo>
                    <a:pt x="327" y="2479"/>
                  </a:lnTo>
                  <a:cubicBezTo>
                    <a:pt x="1" y="2855"/>
                    <a:pt x="26" y="3431"/>
                    <a:pt x="402" y="3782"/>
                  </a:cubicBezTo>
                  <a:lnTo>
                    <a:pt x="527" y="3908"/>
                  </a:lnTo>
                  <a:cubicBezTo>
                    <a:pt x="705" y="4074"/>
                    <a:pt x="929" y="4156"/>
                    <a:pt x="1152" y="4156"/>
                  </a:cubicBezTo>
                  <a:cubicBezTo>
                    <a:pt x="1399" y="4156"/>
                    <a:pt x="1646" y="4055"/>
                    <a:pt x="1830" y="3857"/>
                  </a:cubicBezTo>
                  <a:lnTo>
                    <a:pt x="3835" y="1677"/>
                  </a:lnTo>
                  <a:cubicBezTo>
                    <a:pt x="4161" y="1301"/>
                    <a:pt x="4136" y="725"/>
                    <a:pt x="3785" y="374"/>
                  </a:cubicBezTo>
                  <a:lnTo>
                    <a:pt x="3635" y="248"/>
                  </a:lnTo>
                  <a:cubicBezTo>
                    <a:pt x="3457" y="82"/>
                    <a:pt x="3233" y="0"/>
                    <a:pt x="3010"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g14704226861_0_3"/>
            <p:cNvSpPr/>
            <p:nvPr/>
          </p:nvSpPr>
          <p:spPr>
            <a:xfrm flipH="1">
              <a:off x="5621521" y="3663473"/>
              <a:ext cx="198267" cy="196300"/>
            </a:xfrm>
            <a:custGeom>
              <a:rect b="b" l="l" r="r" t="t"/>
              <a:pathLst>
                <a:path extrusionOk="0" h="4690" w="4737">
                  <a:moveTo>
                    <a:pt x="3414" y="0"/>
                  </a:moveTo>
                  <a:cubicBezTo>
                    <a:pt x="3134" y="0"/>
                    <a:pt x="2857" y="113"/>
                    <a:pt x="2657" y="340"/>
                  </a:cubicBezTo>
                  <a:lnTo>
                    <a:pt x="401" y="2796"/>
                  </a:lnTo>
                  <a:cubicBezTo>
                    <a:pt x="0" y="3222"/>
                    <a:pt x="25" y="3874"/>
                    <a:pt x="451" y="4275"/>
                  </a:cubicBezTo>
                  <a:lnTo>
                    <a:pt x="627" y="4425"/>
                  </a:lnTo>
                  <a:cubicBezTo>
                    <a:pt x="815" y="4601"/>
                    <a:pt x="1058" y="4689"/>
                    <a:pt x="1304" y="4689"/>
                  </a:cubicBezTo>
                  <a:cubicBezTo>
                    <a:pt x="1584" y="4689"/>
                    <a:pt x="1867" y="4576"/>
                    <a:pt x="2080" y="4350"/>
                  </a:cubicBezTo>
                  <a:lnTo>
                    <a:pt x="4336" y="1894"/>
                  </a:lnTo>
                  <a:cubicBezTo>
                    <a:pt x="4737" y="1468"/>
                    <a:pt x="4687" y="816"/>
                    <a:pt x="4286" y="415"/>
                  </a:cubicBezTo>
                  <a:lnTo>
                    <a:pt x="4110" y="265"/>
                  </a:lnTo>
                  <a:cubicBezTo>
                    <a:pt x="3911" y="88"/>
                    <a:pt x="3661" y="0"/>
                    <a:pt x="3414"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g14704226861_0_3"/>
            <p:cNvSpPr/>
            <p:nvPr/>
          </p:nvSpPr>
          <p:spPr>
            <a:xfrm flipH="1">
              <a:off x="5566940" y="3738605"/>
              <a:ext cx="180479" cy="178177"/>
            </a:xfrm>
            <a:custGeom>
              <a:rect b="b" l="l" r="r" t="t"/>
              <a:pathLst>
                <a:path extrusionOk="0" h="4257" w="4312">
                  <a:moveTo>
                    <a:pt x="3110" y="1"/>
                  </a:moveTo>
                  <a:cubicBezTo>
                    <a:pt x="2863" y="1"/>
                    <a:pt x="2616" y="101"/>
                    <a:pt x="2432" y="299"/>
                  </a:cubicBezTo>
                  <a:lnTo>
                    <a:pt x="351" y="2555"/>
                  </a:lnTo>
                  <a:cubicBezTo>
                    <a:pt x="0" y="2931"/>
                    <a:pt x="26" y="3532"/>
                    <a:pt x="427" y="3883"/>
                  </a:cubicBezTo>
                  <a:lnTo>
                    <a:pt x="577" y="4008"/>
                  </a:lnTo>
                  <a:cubicBezTo>
                    <a:pt x="755" y="4175"/>
                    <a:pt x="984" y="4257"/>
                    <a:pt x="1213" y="4257"/>
                  </a:cubicBezTo>
                  <a:cubicBezTo>
                    <a:pt x="1467" y="4257"/>
                    <a:pt x="1721" y="4156"/>
                    <a:pt x="1905" y="3958"/>
                  </a:cubicBezTo>
                  <a:lnTo>
                    <a:pt x="3960" y="1703"/>
                  </a:lnTo>
                  <a:cubicBezTo>
                    <a:pt x="4311" y="1327"/>
                    <a:pt x="4286" y="725"/>
                    <a:pt x="3885" y="374"/>
                  </a:cubicBezTo>
                  <a:lnTo>
                    <a:pt x="3735" y="249"/>
                  </a:lnTo>
                  <a:cubicBezTo>
                    <a:pt x="3557" y="83"/>
                    <a:pt x="3333" y="1"/>
                    <a:pt x="3110"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g14704226861_0_3"/>
            <p:cNvSpPr/>
            <p:nvPr/>
          </p:nvSpPr>
          <p:spPr>
            <a:xfrm flipH="1">
              <a:off x="5700168" y="3601986"/>
              <a:ext cx="197263" cy="203708"/>
            </a:xfrm>
            <a:custGeom>
              <a:rect b="b" l="l" r="r" t="t"/>
              <a:pathLst>
                <a:path extrusionOk="0" h="4867" w="4713">
                  <a:moveTo>
                    <a:pt x="3425" y="185"/>
                  </a:moveTo>
                  <a:cubicBezTo>
                    <a:pt x="3648" y="185"/>
                    <a:pt x="3874" y="267"/>
                    <a:pt x="4061" y="430"/>
                  </a:cubicBezTo>
                  <a:lnTo>
                    <a:pt x="4211" y="581"/>
                  </a:lnTo>
                  <a:cubicBezTo>
                    <a:pt x="4386" y="756"/>
                    <a:pt x="4512" y="982"/>
                    <a:pt x="4512" y="1232"/>
                  </a:cubicBezTo>
                  <a:cubicBezTo>
                    <a:pt x="4537" y="1483"/>
                    <a:pt x="4437" y="1734"/>
                    <a:pt x="4261" y="1909"/>
                  </a:cubicBezTo>
                  <a:lnTo>
                    <a:pt x="2006" y="4390"/>
                  </a:lnTo>
                  <a:cubicBezTo>
                    <a:pt x="1821" y="4588"/>
                    <a:pt x="1567" y="4689"/>
                    <a:pt x="1313" y="4689"/>
                  </a:cubicBezTo>
                  <a:cubicBezTo>
                    <a:pt x="1084" y="4689"/>
                    <a:pt x="855" y="4607"/>
                    <a:pt x="677" y="4440"/>
                  </a:cubicBezTo>
                  <a:lnTo>
                    <a:pt x="527" y="4290"/>
                  </a:lnTo>
                  <a:cubicBezTo>
                    <a:pt x="326" y="4115"/>
                    <a:pt x="226" y="3889"/>
                    <a:pt x="226" y="3638"/>
                  </a:cubicBezTo>
                  <a:cubicBezTo>
                    <a:pt x="201" y="3388"/>
                    <a:pt x="301" y="3137"/>
                    <a:pt x="452" y="2962"/>
                  </a:cubicBezTo>
                  <a:lnTo>
                    <a:pt x="2732" y="505"/>
                  </a:lnTo>
                  <a:cubicBezTo>
                    <a:pt x="2919" y="292"/>
                    <a:pt x="3171" y="185"/>
                    <a:pt x="3425" y="185"/>
                  </a:cubicBezTo>
                  <a:close/>
                  <a:moveTo>
                    <a:pt x="3402" y="1"/>
                  </a:moveTo>
                  <a:cubicBezTo>
                    <a:pt x="3101" y="1"/>
                    <a:pt x="2804" y="120"/>
                    <a:pt x="2582" y="355"/>
                  </a:cubicBezTo>
                  <a:lnTo>
                    <a:pt x="326" y="2836"/>
                  </a:lnTo>
                  <a:cubicBezTo>
                    <a:pt x="126" y="3062"/>
                    <a:pt x="0" y="3338"/>
                    <a:pt x="26" y="3638"/>
                  </a:cubicBezTo>
                  <a:cubicBezTo>
                    <a:pt x="26" y="3939"/>
                    <a:pt x="176" y="4215"/>
                    <a:pt x="376" y="4440"/>
                  </a:cubicBezTo>
                  <a:lnTo>
                    <a:pt x="552" y="4591"/>
                  </a:lnTo>
                  <a:cubicBezTo>
                    <a:pt x="777" y="4766"/>
                    <a:pt x="1053" y="4866"/>
                    <a:pt x="1304" y="4866"/>
                  </a:cubicBezTo>
                  <a:cubicBezTo>
                    <a:pt x="1630" y="4866"/>
                    <a:pt x="1930" y="4741"/>
                    <a:pt x="2156" y="4516"/>
                  </a:cubicBezTo>
                  <a:lnTo>
                    <a:pt x="4412" y="2034"/>
                  </a:lnTo>
                  <a:cubicBezTo>
                    <a:pt x="4612" y="1809"/>
                    <a:pt x="4712" y="1533"/>
                    <a:pt x="4712" y="1232"/>
                  </a:cubicBezTo>
                  <a:cubicBezTo>
                    <a:pt x="4687" y="932"/>
                    <a:pt x="4562" y="656"/>
                    <a:pt x="4336" y="455"/>
                  </a:cubicBezTo>
                  <a:lnTo>
                    <a:pt x="4186" y="305"/>
                  </a:lnTo>
                  <a:cubicBezTo>
                    <a:pt x="3958" y="101"/>
                    <a:pt x="3679" y="1"/>
                    <a:pt x="34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g14704226861_0_3"/>
            <p:cNvSpPr/>
            <p:nvPr/>
          </p:nvSpPr>
          <p:spPr>
            <a:xfrm flipH="1">
              <a:off x="5778857" y="3556865"/>
              <a:ext cx="180479" cy="181693"/>
            </a:xfrm>
            <a:custGeom>
              <a:rect b="b" l="l" r="r" t="t"/>
              <a:pathLst>
                <a:path extrusionOk="0" h="4341" w="4312">
                  <a:moveTo>
                    <a:pt x="3033" y="180"/>
                  </a:moveTo>
                  <a:cubicBezTo>
                    <a:pt x="3234" y="180"/>
                    <a:pt x="3434" y="255"/>
                    <a:pt x="3585" y="406"/>
                  </a:cubicBezTo>
                  <a:lnTo>
                    <a:pt x="3735" y="531"/>
                  </a:lnTo>
                  <a:cubicBezTo>
                    <a:pt x="4061" y="832"/>
                    <a:pt x="4086" y="1358"/>
                    <a:pt x="3785" y="1684"/>
                  </a:cubicBezTo>
                  <a:lnTo>
                    <a:pt x="1780" y="3864"/>
                  </a:lnTo>
                  <a:cubicBezTo>
                    <a:pt x="1630" y="4040"/>
                    <a:pt x="1429" y="4140"/>
                    <a:pt x="1204" y="4140"/>
                  </a:cubicBezTo>
                  <a:cubicBezTo>
                    <a:pt x="1183" y="4142"/>
                    <a:pt x="1162" y="4144"/>
                    <a:pt x="1141" y="4144"/>
                  </a:cubicBezTo>
                  <a:cubicBezTo>
                    <a:pt x="958" y="4144"/>
                    <a:pt x="762" y="4049"/>
                    <a:pt x="627" y="3914"/>
                  </a:cubicBezTo>
                  <a:lnTo>
                    <a:pt x="477" y="3789"/>
                  </a:lnTo>
                  <a:cubicBezTo>
                    <a:pt x="327" y="3639"/>
                    <a:pt x="226" y="3438"/>
                    <a:pt x="226" y="3213"/>
                  </a:cubicBezTo>
                  <a:cubicBezTo>
                    <a:pt x="201" y="3012"/>
                    <a:pt x="276" y="2787"/>
                    <a:pt x="427" y="2636"/>
                  </a:cubicBezTo>
                  <a:lnTo>
                    <a:pt x="2432" y="456"/>
                  </a:lnTo>
                  <a:cubicBezTo>
                    <a:pt x="2582" y="280"/>
                    <a:pt x="2783" y="205"/>
                    <a:pt x="3008" y="180"/>
                  </a:cubicBezTo>
                  <a:close/>
                  <a:moveTo>
                    <a:pt x="3067" y="1"/>
                  </a:moveTo>
                  <a:cubicBezTo>
                    <a:pt x="3039" y="1"/>
                    <a:pt x="3011" y="2"/>
                    <a:pt x="2983" y="5"/>
                  </a:cubicBezTo>
                  <a:cubicBezTo>
                    <a:pt x="2733" y="5"/>
                    <a:pt x="2482" y="130"/>
                    <a:pt x="2281" y="330"/>
                  </a:cubicBezTo>
                  <a:lnTo>
                    <a:pt x="302" y="2511"/>
                  </a:lnTo>
                  <a:cubicBezTo>
                    <a:pt x="101" y="2711"/>
                    <a:pt x="1" y="2962"/>
                    <a:pt x="26" y="3238"/>
                  </a:cubicBezTo>
                  <a:cubicBezTo>
                    <a:pt x="26" y="3513"/>
                    <a:pt x="151" y="3764"/>
                    <a:pt x="352" y="3939"/>
                  </a:cubicBezTo>
                  <a:lnTo>
                    <a:pt x="502" y="4065"/>
                  </a:lnTo>
                  <a:cubicBezTo>
                    <a:pt x="677" y="4240"/>
                    <a:pt x="928" y="4340"/>
                    <a:pt x="1179" y="4340"/>
                  </a:cubicBezTo>
                  <a:lnTo>
                    <a:pt x="1229" y="4340"/>
                  </a:lnTo>
                  <a:cubicBezTo>
                    <a:pt x="1479" y="4315"/>
                    <a:pt x="1730" y="4215"/>
                    <a:pt x="1931" y="4015"/>
                  </a:cubicBezTo>
                  <a:lnTo>
                    <a:pt x="3936" y="1809"/>
                  </a:lnTo>
                  <a:cubicBezTo>
                    <a:pt x="4312" y="1408"/>
                    <a:pt x="4287" y="756"/>
                    <a:pt x="3860" y="380"/>
                  </a:cubicBezTo>
                  <a:lnTo>
                    <a:pt x="3710" y="255"/>
                  </a:lnTo>
                  <a:cubicBezTo>
                    <a:pt x="3530" y="98"/>
                    <a:pt x="3310" y="1"/>
                    <a:pt x="30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g14704226861_0_3"/>
            <p:cNvSpPr/>
            <p:nvPr/>
          </p:nvSpPr>
          <p:spPr>
            <a:xfrm flipH="1">
              <a:off x="5617293" y="3659664"/>
              <a:ext cx="202494" cy="203708"/>
            </a:xfrm>
            <a:custGeom>
              <a:rect b="b" l="l" r="r" t="t"/>
              <a:pathLst>
                <a:path extrusionOk="0" h="4867" w="4838">
                  <a:moveTo>
                    <a:pt x="3409" y="180"/>
                  </a:moveTo>
                  <a:cubicBezTo>
                    <a:pt x="3634" y="180"/>
                    <a:pt x="3860" y="280"/>
                    <a:pt x="4060" y="431"/>
                  </a:cubicBezTo>
                  <a:lnTo>
                    <a:pt x="4211" y="581"/>
                  </a:lnTo>
                  <a:cubicBezTo>
                    <a:pt x="4587" y="932"/>
                    <a:pt x="4612" y="1534"/>
                    <a:pt x="4261" y="1909"/>
                  </a:cubicBezTo>
                  <a:lnTo>
                    <a:pt x="2005" y="4391"/>
                  </a:lnTo>
                  <a:cubicBezTo>
                    <a:pt x="1821" y="4588"/>
                    <a:pt x="1567" y="4689"/>
                    <a:pt x="1313" y="4689"/>
                  </a:cubicBezTo>
                  <a:cubicBezTo>
                    <a:pt x="1084" y="4689"/>
                    <a:pt x="855" y="4607"/>
                    <a:pt x="677" y="4441"/>
                  </a:cubicBezTo>
                  <a:lnTo>
                    <a:pt x="526" y="4290"/>
                  </a:lnTo>
                  <a:cubicBezTo>
                    <a:pt x="326" y="4115"/>
                    <a:pt x="226" y="3889"/>
                    <a:pt x="226" y="3639"/>
                  </a:cubicBezTo>
                  <a:cubicBezTo>
                    <a:pt x="201" y="3388"/>
                    <a:pt x="301" y="3138"/>
                    <a:pt x="451" y="2962"/>
                  </a:cubicBezTo>
                  <a:lnTo>
                    <a:pt x="2732" y="481"/>
                  </a:lnTo>
                  <a:cubicBezTo>
                    <a:pt x="2907" y="280"/>
                    <a:pt x="3158" y="180"/>
                    <a:pt x="3409" y="180"/>
                  </a:cubicBezTo>
                  <a:close/>
                  <a:moveTo>
                    <a:pt x="3402" y="1"/>
                  </a:moveTo>
                  <a:cubicBezTo>
                    <a:pt x="3101" y="1"/>
                    <a:pt x="2804" y="120"/>
                    <a:pt x="2582" y="356"/>
                  </a:cubicBezTo>
                  <a:lnTo>
                    <a:pt x="326" y="2837"/>
                  </a:lnTo>
                  <a:cubicBezTo>
                    <a:pt x="125" y="3062"/>
                    <a:pt x="0" y="3338"/>
                    <a:pt x="25" y="3639"/>
                  </a:cubicBezTo>
                  <a:cubicBezTo>
                    <a:pt x="25" y="3940"/>
                    <a:pt x="176" y="4215"/>
                    <a:pt x="376" y="4416"/>
                  </a:cubicBezTo>
                  <a:lnTo>
                    <a:pt x="552" y="4566"/>
                  </a:lnTo>
                  <a:cubicBezTo>
                    <a:pt x="777" y="4767"/>
                    <a:pt x="1053" y="4867"/>
                    <a:pt x="1303" y="4867"/>
                  </a:cubicBezTo>
                  <a:cubicBezTo>
                    <a:pt x="1629" y="4867"/>
                    <a:pt x="1930" y="4742"/>
                    <a:pt x="2156" y="4516"/>
                  </a:cubicBezTo>
                  <a:lnTo>
                    <a:pt x="4411" y="2035"/>
                  </a:lnTo>
                  <a:cubicBezTo>
                    <a:pt x="4837" y="1584"/>
                    <a:pt x="4812" y="857"/>
                    <a:pt x="4336" y="456"/>
                  </a:cubicBezTo>
                  <a:lnTo>
                    <a:pt x="4186" y="305"/>
                  </a:lnTo>
                  <a:cubicBezTo>
                    <a:pt x="3958" y="102"/>
                    <a:pt x="3678" y="1"/>
                    <a:pt x="34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g14704226861_0_3"/>
            <p:cNvSpPr/>
            <p:nvPr/>
          </p:nvSpPr>
          <p:spPr>
            <a:xfrm flipH="1">
              <a:off x="5566940" y="3734796"/>
              <a:ext cx="180479" cy="186297"/>
            </a:xfrm>
            <a:custGeom>
              <a:rect b="b" l="l" r="r" t="t"/>
              <a:pathLst>
                <a:path extrusionOk="0" h="4451" w="4312">
                  <a:moveTo>
                    <a:pt x="3108" y="190"/>
                  </a:moveTo>
                  <a:cubicBezTo>
                    <a:pt x="3309" y="190"/>
                    <a:pt x="3509" y="265"/>
                    <a:pt x="3685" y="415"/>
                  </a:cubicBezTo>
                  <a:lnTo>
                    <a:pt x="3835" y="541"/>
                  </a:lnTo>
                  <a:cubicBezTo>
                    <a:pt x="3985" y="691"/>
                    <a:pt x="4086" y="916"/>
                    <a:pt x="4111" y="1142"/>
                  </a:cubicBezTo>
                  <a:cubicBezTo>
                    <a:pt x="4111" y="1368"/>
                    <a:pt x="4036" y="1568"/>
                    <a:pt x="3885" y="1744"/>
                  </a:cubicBezTo>
                  <a:lnTo>
                    <a:pt x="1830" y="3974"/>
                  </a:lnTo>
                  <a:cubicBezTo>
                    <a:pt x="1658" y="4159"/>
                    <a:pt x="1430" y="4254"/>
                    <a:pt x="1202" y="4254"/>
                  </a:cubicBezTo>
                  <a:cubicBezTo>
                    <a:pt x="998" y="4254"/>
                    <a:pt x="793" y="4178"/>
                    <a:pt x="627" y="4024"/>
                  </a:cubicBezTo>
                  <a:lnTo>
                    <a:pt x="477" y="3899"/>
                  </a:lnTo>
                  <a:cubicBezTo>
                    <a:pt x="326" y="3749"/>
                    <a:pt x="226" y="3548"/>
                    <a:pt x="201" y="3323"/>
                  </a:cubicBezTo>
                  <a:cubicBezTo>
                    <a:pt x="201" y="3097"/>
                    <a:pt x="276" y="2871"/>
                    <a:pt x="427" y="2696"/>
                  </a:cubicBezTo>
                  <a:lnTo>
                    <a:pt x="2482" y="465"/>
                  </a:lnTo>
                  <a:cubicBezTo>
                    <a:pt x="2657" y="290"/>
                    <a:pt x="2883" y="190"/>
                    <a:pt x="3108" y="190"/>
                  </a:cubicBezTo>
                  <a:close/>
                  <a:moveTo>
                    <a:pt x="3114" y="1"/>
                  </a:moveTo>
                  <a:cubicBezTo>
                    <a:pt x="2834" y="1"/>
                    <a:pt x="2556" y="114"/>
                    <a:pt x="2356" y="340"/>
                  </a:cubicBezTo>
                  <a:lnTo>
                    <a:pt x="301" y="2571"/>
                  </a:lnTo>
                  <a:cubicBezTo>
                    <a:pt x="101" y="2771"/>
                    <a:pt x="0" y="3047"/>
                    <a:pt x="26" y="3323"/>
                  </a:cubicBezTo>
                  <a:cubicBezTo>
                    <a:pt x="26" y="3598"/>
                    <a:pt x="151" y="3849"/>
                    <a:pt x="351" y="4049"/>
                  </a:cubicBezTo>
                  <a:lnTo>
                    <a:pt x="502" y="4175"/>
                  </a:lnTo>
                  <a:cubicBezTo>
                    <a:pt x="702" y="4350"/>
                    <a:pt x="953" y="4450"/>
                    <a:pt x="1203" y="4450"/>
                  </a:cubicBezTo>
                  <a:cubicBezTo>
                    <a:pt x="1479" y="4450"/>
                    <a:pt x="1755" y="4325"/>
                    <a:pt x="1955" y="4125"/>
                  </a:cubicBezTo>
                  <a:lnTo>
                    <a:pt x="4036" y="1869"/>
                  </a:lnTo>
                  <a:cubicBezTo>
                    <a:pt x="4211" y="1668"/>
                    <a:pt x="4311" y="1393"/>
                    <a:pt x="4286" y="1117"/>
                  </a:cubicBezTo>
                  <a:cubicBezTo>
                    <a:pt x="4286" y="841"/>
                    <a:pt x="4161" y="591"/>
                    <a:pt x="3960" y="415"/>
                  </a:cubicBezTo>
                  <a:lnTo>
                    <a:pt x="3810" y="265"/>
                  </a:lnTo>
                  <a:cubicBezTo>
                    <a:pt x="3610" y="89"/>
                    <a:pt x="3361" y="1"/>
                    <a:pt x="31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727" name="Google Shape;727;g14704226861_0_3"/>
          <p:cNvPicPr preferRelativeResize="0"/>
          <p:nvPr/>
        </p:nvPicPr>
        <p:blipFill rotWithShape="1">
          <a:blip r:embed="rId4">
            <a:alphaModFix/>
          </a:blip>
          <a:srcRect b="0" l="0" r="0" t="0"/>
          <a:stretch/>
        </p:blipFill>
        <p:spPr>
          <a:xfrm>
            <a:off x="388766" y="359624"/>
            <a:ext cx="638322" cy="602644"/>
          </a:xfrm>
          <a:prstGeom prst="rect">
            <a:avLst/>
          </a:prstGeom>
          <a:noFill/>
          <a:ln>
            <a:noFill/>
          </a:ln>
        </p:spPr>
      </p:pic>
      <p:sp>
        <p:nvSpPr>
          <p:cNvPr id="728" name="Google Shape;728;g14704226861_0_3"/>
          <p:cNvSpPr txBox="1"/>
          <p:nvPr/>
        </p:nvSpPr>
        <p:spPr>
          <a:xfrm>
            <a:off x="388775" y="918675"/>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400" u="none" cap="none" strike="noStrike">
                <a:solidFill>
                  <a:srgbClr val="202426"/>
                </a:solidFill>
                <a:latin typeface="Raleway Black"/>
                <a:ea typeface="Raleway Black"/>
                <a:cs typeface="Raleway Black"/>
                <a:sym typeface="Raleway Black"/>
              </a:rPr>
              <a:t>2 mins</a:t>
            </a:r>
            <a:endParaRPr b="0" i="0" sz="1400" u="none" cap="none" strike="noStrike">
              <a:solidFill>
                <a:srgbClr val="202426"/>
              </a:solidFill>
              <a:latin typeface="Raleway Black"/>
              <a:ea typeface="Raleway Black"/>
              <a:cs typeface="Raleway Black"/>
              <a:sym typeface="Raleway Black"/>
            </a:endParaRPr>
          </a:p>
        </p:txBody>
      </p:sp>
      <p:sp>
        <p:nvSpPr>
          <p:cNvPr id="729" name="Google Shape;729;g14704226861_0_3"/>
          <p:cNvSpPr txBox="1"/>
          <p:nvPr/>
        </p:nvSpPr>
        <p:spPr>
          <a:xfrm>
            <a:off x="116325" y="0"/>
            <a:ext cx="13053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202426"/>
                </a:solidFill>
                <a:latin typeface="Raleway Black"/>
                <a:ea typeface="Raleway Black"/>
                <a:cs typeface="Raleway Black"/>
                <a:sym typeface="Raleway Black"/>
              </a:rPr>
              <a:t>Activity </a:t>
            </a:r>
            <a:endParaRPr b="0" i="0" sz="1400" u="none" cap="none" strike="noStrike">
              <a:solidFill>
                <a:srgbClr val="000000"/>
              </a:solidFill>
              <a:latin typeface="Arial"/>
              <a:ea typeface="Arial"/>
              <a:cs typeface="Arial"/>
              <a:sym typeface="Arial"/>
            </a:endParaRPr>
          </a:p>
        </p:txBody>
      </p:sp>
      <p:sp>
        <p:nvSpPr>
          <p:cNvPr id="730" name="Google Shape;730;g14704226861_0_3"/>
          <p:cNvSpPr txBox="1"/>
          <p:nvPr/>
        </p:nvSpPr>
        <p:spPr>
          <a:xfrm>
            <a:off x="1781350" y="272175"/>
            <a:ext cx="47895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202124"/>
                </a:solidFill>
                <a:latin typeface="Sigmar One"/>
                <a:ea typeface="Sigmar One"/>
                <a:cs typeface="Sigmar One"/>
                <a:sym typeface="Sigmar One"/>
              </a:rPr>
              <a:t>Thought bubble!</a:t>
            </a:r>
            <a:endParaRPr b="0" i="0" sz="1400" u="none" cap="none" strike="noStrike">
              <a:solidFill>
                <a:srgbClr val="000000"/>
              </a:solidFill>
              <a:latin typeface="Arial"/>
              <a:ea typeface="Arial"/>
              <a:cs typeface="Arial"/>
              <a:sym typeface="Arial"/>
            </a:endParaRPr>
          </a:p>
        </p:txBody>
      </p:sp>
      <p:sp>
        <p:nvSpPr>
          <p:cNvPr id="731" name="Google Shape;731;g14704226861_0_3"/>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pic>
        <p:nvPicPr>
          <p:cNvPr id="736" name="Google Shape;736;g13a622d72ec_0_99"/>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sp>
        <p:nvSpPr>
          <p:cNvPr id="737" name="Google Shape;737;g13a622d72ec_0_99"/>
          <p:cNvSpPr txBox="1"/>
          <p:nvPr/>
        </p:nvSpPr>
        <p:spPr>
          <a:xfrm>
            <a:off x="1508450" y="126438"/>
            <a:ext cx="6211500" cy="1200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300"/>
              <a:buFont typeface="Arial"/>
              <a:buNone/>
            </a:pPr>
            <a:r>
              <a:rPr b="0" i="0" lang="en" sz="3300" u="none" cap="none" strike="noStrike">
                <a:solidFill>
                  <a:schemeClr val="dk1"/>
                </a:solidFill>
                <a:latin typeface="Sigmar One"/>
                <a:ea typeface="Sigmar One"/>
                <a:cs typeface="Sigmar One"/>
                <a:sym typeface="Sigmar One"/>
              </a:rPr>
              <a:t>Write your Affirmative case!  </a:t>
            </a:r>
            <a:endParaRPr b="0" i="0" sz="800" u="none" cap="none" strike="noStrike">
              <a:solidFill>
                <a:srgbClr val="000000"/>
              </a:solidFill>
              <a:latin typeface="Arial"/>
              <a:ea typeface="Arial"/>
              <a:cs typeface="Arial"/>
              <a:sym typeface="Arial"/>
            </a:endParaRPr>
          </a:p>
        </p:txBody>
      </p:sp>
      <p:sp>
        <p:nvSpPr>
          <p:cNvPr id="738" name="Google Shape;738;g13a622d72ec_0_99"/>
          <p:cNvSpPr/>
          <p:nvPr/>
        </p:nvSpPr>
        <p:spPr>
          <a:xfrm>
            <a:off x="3445575" y="2735800"/>
            <a:ext cx="5445000" cy="1200600"/>
          </a:xfrm>
          <a:prstGeom prst="roundRect">
            <a:avLst>
              <a:gd fmla="val 16667" name="adj"/>
            </a:avLst>
          </a:prstGeom>
          <a:solidFill>
            <a:srgbClr val="E7E6E6"/>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0" i="1" lang="en" sz="2000" u="none" cap="none" strike="noStrike">
                <a:solidFill>
                  <a:srgbClr val="202124"/>
                </a:solidFill>
                <a:latin typeface="Lexend Deca"/>
                <a:ea typeface="Lexend Deca"/>
                <a:cs typeface="Lexend Deca"/>
                <a:sym typeface="Lexend Deca"/>
              </a:rPr>
              <a:t>Write</a:t>
            </a:r>
            <a:r>
              <a:rPr b="0" i="1" lang="en" sz="2000" u="none" cap="none" strike="noStrike">
                <a:solidFill>
                  <a:srgbClr val="202124"/>
                </a:solidFill>
                <a:latin typeface="Lexend Deca"/>
                <a:ea typeface="Lexend Deca"/>
                <a:cs typeface="Lexend Deca"/>
                <a:sym typeface="Lexend Deca"/>
                <a:extLst>
                  <a:ext uri="http://customooxmlschemas.google.com/">
                    <go:slidesCustomData xmlns:go="http://customooxmlschemas.google.com/" textRoundtripDataId="8"/>
                  </a:ext>
                </a:extLst>
              </a:rPr>
              <a:t> 2 p</a:t>
            </a:r>
            <a:r>
              <a:rPr b="0" i="1" lang="en" sz="2000" u="none" cap="none" strike="noStrike">
                <a:solidFill>
                  <a:srgbClr val="202124"/>
                </a:solidFill>
                <a:latin typeface="Lexend Deca"/>
                <a:ea typeface="Lexend Deca"/>
                <a:cs typeface="Lexend Deca"/>
                <a:sym typeface="Lexend Deca"/>
              </a:rPr>
              <a:t>oints to support your side.</a:t>
            </a:r>
            <a:endParaRPr b="0" i="1" sz="2000" u="none" cap="none" strike="noStrike">
              <a:solidFill>
                <a:schemeClr val="dk1"/>
              </a:solidFill>
              <a:latin typeface="Lexend Deca"/>
              <a:ea typeface="Lexend Deca"/>
              <a:cs typeface="Lexend Deca"/>
              <a:sym typeface="Lexend Deca"/>
            </a:endParaRPr>
          </a:p>
        </p:txBody>
      </p:sp>
      <p:pic>
        <p:nvPicPr>
          <p:cNvPr id="739" name="Google Shape;739;g13a622d72ec_0_99"/>
          <p:cNvPicPr preferRelativeResize="0"/>
          <p:nvPr/>
        </p:nvPicPr>
        <p:blipFill rotWithShape="1">
          <a:blip r:embed="rId4">
            <a:alphaModFix/>
          </a:blip>
          <a:srcRect b="0" l="0" r="0" t="0"/>
          <a:stretch/>
        </p:blipFill>
        <p:spPr>
          <a:xfrm>
            <a:off x="116328" y="359624"/>
            <a:ext cx="638322" cy="602644"/>
          </a:xfrm>
          <a:prstGeom prst="rect">
            <a:avLst/>
          </a:prstGeom>
          <a:noFill/>
          <a:ln>
            <a:noFill/>
          </a:ln>
        </p:spPr>
      </p:pic>
      <p:sp>
        <p:nvSpPr>
          <p:cNvPr id="740" name="Google Shape;740;g13a622d72ec_0_99"/>
          <p:cNvSpPr txBox="1"/>
          <p:nvPr/>
        </p:nvSpPr>
        <p:spPr>
          <a:xfrm>
            <a:off x="116325" y="962275"/>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n">
                <a:solidFill>
                  <a:srgbClr val="202426"/>
                </a:solidFill>
                <a:latin typeface="Raleway Black"/>
                <a:ea typeface="Raleway Black"/>
                <a:cs typeface="Raleway Black"/>
                <a:sym typeface="Raleway Black"/>
              </a:rPr>
              <a:t>5</a:t>
            </a:r>
            <a:r>
              <a:rPr b="0" i="0" lang="en" sz="1400" u="none" cap="none" strike="noStrike">
                <a:solidFill>
                  <a:srgbClr val="202426"/>
                </a:solidFill>
                <a:latin typeface="Raleway Black"/>
                <a:ea typeface="Raleway Black"/>
                <a:cs typeface="Raleway Black"/>
                <a:sym typeface="Raleway Black"/>
              </a:rPr>
              <a:t> mins</a:t>
            </a:r>
            <a:endParaRPr b="0" i="0" sz="1400" u="none" cap="none" strike="noStrike">
              <a:solidFill>
                <a:srgbClr val="202426"/>
              </a:solidFill>
              <a:latin typeface="Raleway Black"/>
              <a:ea typeface="Raleway Black"/>
              <a:cs typeface="Raleway Black"/>
              <a:sym typeface="Raleway Black"/>
            </a:endParaRPr>
          </a:p>
        </p:txBody>
      </p:sp>
      <p:sp>
        <p:nvSpPr>
          <p:cNvPr id="741" name="Google Shape;741;g13a622d72ec_0_99"/>
          <p:cNvSpPr txBox="1"/>
          <p:nvPr/>
        </p:nvSpPr>
        <p:spPr>
          <a:xfrm>
            <a:off x="116325"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202426"/>
                </a:solidFill>
                <a:latin typeface="Raleway Black"/>
                <a:ea typeface="Raleway Black"/>
                <a:cs typeface="Raleway Black"/>
                <a:sym typeface="Raleway Black"/>
              </a:rPr>
              <a:t>Student Template</a:t>
            </a:r>
            <a:endParaRPr b="0" i="0" sz="1400" u="none" cap="none" strike="noStrike">
              <a:solidFill>
                <a:srgbClr val="000000"/>
              </a:solidFill>
              <a:latin typeface="Arial"/>
              <a:ea typeface="Arial"/>
              <a:cs typeface="Arial"/>
              <a:sym typeface="Arial"/>
            </a:endParaRPr>
          </a:p>
        </p:txBody>
      </p:sp>
      <p:sp>
        <p:nvSpPr>
          <p:cNvPr id="742" name="Google Shape;742;g13a622d72ec_0_99"/>
          <p:cNvSpPr txBox="1"/>
          <p:nvPr/>
        </p:nvSpPr>
        <p:spPr>
          <a:xfrm>
            <a:off x="3195375" y="1489450"/>
            <a:ext cx="5695200" cy="780300"/>
          </a:xfrm>
          <a:prstGeom prst="rect">
            <a:avLst/>
          </a:prstGeom>
          <a:solidFill>
            <a:srgbClr val="EAD1DC"/>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chemeClr val="dk1"/>
              </a:buClr>
              <a:buSzPts val="1100"/>
              <a:buFont typeface="Arial"/>
              <a:buNone/>
            </a:pPr>
            <a:r>
              <a:rPr b="1" i="1" lang="en" sz="1800" u="none" cap="none" strike="noStrike">
                <a:solidFill>
                  <a:srgbClr val="202124"/>
                </a:solidFill>
                <a:latin typeface="Lexend Deca"/>
                <a:ea typeface="Lexend Deca"/>
                <a:cs typeface="Lexend Deca"/>
                <a:sym typeface="Lexend Deca"/>
              </a:rPr>
              <a:t>Topic: </a:t>
            </a:r>
            <a:r>
              <a:rPr b="1" i="1" lang="en" sz="1800" u="none" cap="none" strike="noStrike">
                <a:solidFill>
                  <a:srgbClr val="1D1C1D"/>
                </a:solidFill>
                <a:latin typeface="Lexend Deca"/>
                <a:ea typeface="Lexend Deca"/>
                <a:cs typeface="Lexend Deca"/>
                <a:sym typeface="Lexend Deca"/>
              </a:rPr>
              <a:t>Students spend too much time on social media, think of a policy that could help.</a:t>
            </a:r>
            <a:endParaRPr b="1" i="1" sz="1800" u="none" cap="none" strike="noStrike">
              <a:solidFill>
                <a:srgbClr val="333333"/>
              </a:solidFill>
              <a:latin typeface="Lexend Deca"/>
              <a:ea typeface="Lexend Deca"/>
              <a:cs typeface="Lexend Deca"/>
              <a:sym typeface="Lexend Deca"/>
            </a:endParaRPr>
          </a:p>
        </p:txBody>
      </p:sp>
      <p:grpSp>
        <p:nvGrpSpPr>
          <p:cNvPr id="743" name="Google Shape;743;g13a622d72ec_0_99"/>
          <p:cNvGrpSpPr/>
          <p:nvPr/>
        </p:nvGrpSpPr>
        <p:grpSpPr>
          <a:xfrm>
            <a:off x="-8" y="1802700"/>
            <a:ext cx="3445595" cy="3271476"/>
            <a:chOff x="5256167" y="1468700"/>
            <a:chExt cx="3445595" cy="3271476"/>
          </a:xfrm>
        </p:grpSpPr>
        <p:sp>
          <p:nvSpPr>
            <p:cNvPr id="744" name="Google Shape;744;g13a622d72ec_0_99"/>
            <p:cNvSpPr/>
            <p:nvPr/>
          </p:nvSpPr>
          <p:spPr>
            <a:xfrm>
              <a:off x="6521525" y="4531625"/>
              <a:ext cx="1274700" cy="1974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g13a622d72ec_0_99"/>
            <p:cNvSpPr/>
            <p:nvPr/>
          </p:nvSpPr>
          <p:spPr>
            <a:xfrm flipH="1">
              <a:off x="5256167" y="1468700"/>
              <a:ext cx="3445595" cy="3271415"/>
            </a:xfrm>
            <a:custGeom>
              <a:rect b="b" l="l" r="r" t="t"/>
              <a:pathLst>
                <a:path extrusionOk="0" h="77238" w="78698">
                  <a:moveTo>
                    <a:pt x="33895" y="1"/>
                  </a:moveTo>
                  <a:cubicBezTo>
                    <a:pt x="33525" y="1"/>
                    <a:pt x="33154" y="7"/>
                    <a:pt x="32783" y="19"/>
                  </a:cubicBezTo>
                  <a:cubicBezTo>
                    <a:pt x="25665" y="219"/>
                    <a:pt x="18547" y="2725"/>
                    <a:pt x="13509" y="7462"/>
                  </a:cubicBezTo>
                  <a:cubicBezTo>
                    <a:pt x="8447" y="12199"/>
                    <a:pt x="5715" y="19242"/>
                    <a:pt x="7018" y="25858"/>
                  </a:cubicBezTo>
                  <a:cubicBezTo>
                    <a:pt x="7670" y="29192"/>
                    <a:pt x="5865" y="33828"/>
                    <a:pt x="6918" y="37061"/>
                  </a:cubicBezTo>
                  <a:cubicBezTo>
                    <a:pt x="7945" y="40320"/>
                    <a:pt x="8397" y="43954"/>
                    <a:pt x="6818" y="46986"/>
                  </a:cubicBezTo>
                  <a:cubicBezTo>
                    <a:pt x="5915" y="48691"/>
                    <a:pt x="4462" y="50069"/>
                    <a:pt x="3484" y="51698"/>
                  </a:cubicBezTo>
                  <a:cubicBezTo>
                    <a:pt x="1" y="57387"/>
                    <a:pt x="3083" y="65031"/>
                    <a:pt x="8497" y="69192"/>
                  </a:cubicBezTo>
                  <a:cubicBezTo>
                    <a:pt x="13885" y="73327"/>
                    <a:pt x="20978" y="74806"/>
                    <a:pt x="27770" y="76184"/>
                  </a:cubicBezTo>
                  <a:lnTo>
                    <a:pt x="30828" y="77237"/>
                  </a:lnTo>
                  <a:cubicBezTo>
                    <a:pt x="38021" y="76184"/>
                    <a:pt x="45214" y="75132"/>
                    <a:pt x="52407" y="74079"/>
                  </a:cubicBezTo>
                  <a:cubicBezTo>
                    <a:pt x="59149" y="73102"/>
                    <a:pt x="63710" y="71247"/>
                    <a:pt x="69324" y="67588"/>
                  </a:cubicBezTo>
                  <a:cubicBezTo>
                    <a:pt x="74938" y="63929"/>
                    <a:pt x="78698" y="56861"/>
                    <a:pt x="76141" y="50871"/>
                  </a:cubicBezTo>
                  <a:cubicBezTo>
                    <a:pt x="73510" y="44756"/>
                    <a:pt x="68021" y="42726"/>
                    <a:pt x="65114" y="36736"/>
                  </a:cubicBezTo>
                  <a:cubicBezTo>
                    <a:pt x="62683" y="31723"/>
                    <a:pt x="64387" y="25758"/>
                    <a:pt x="62983" y="20395"/>
                  </a:cubicBezTo>
                  <a:cubicBezTo>
                    <a:pt x="61354" y="14179"/>
                    <a:pt x="59149" y="8014"/>
                    <a:pt x="53184" y="4956"/>
                  </a:cubicBezTo>
                  <a:cubicBezTo>
                    <a:pt x="47270" y="1916"/>
                    <a:pt x="40613" y="1"/>
                    <a:pt x="33895" y="1"/>
                  </a:cubicBezTo>
                  <a:close/>
                </a:path>
              </a:pathLst>
            </a:custGeom>
            <a:solidFill>
              <a:srgbClr val="6275EE">
                <a:alpha val="1411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g13a622d72ec_0_99"/>
            <p:cNvSpPr/>
            <p:nvPr/>
          </p:nvSpPr>
          <p:spPr>
            <a:xfrm flipH="1">
              <a:off x="5760004" y="3477296"/>
              <a:ext cx="1075255" cy="923531"/>
            </a:xfrm>
            <a:custGeom>
              <a:rect b="b" l="l" r="r" t="t"/>
              <a:pathLst>
                <a:path extrusionOk="0" h="22065" w="25690">
                  <a:moveTo>
                    <a:pt x="9864" y="12466"/>
                  </a:moveTo>
                  <a:lnTo>
                    <a:pt x="9574" y="12632"/>
                  </a:lnTo>
                  <a:cubicBezTo>
                    <a:pt x="9660" y="12558"/>
                    <a:pt x="9757" y="12505"/>
                    <a:pt x="9864" y="12466"/>
                  </a:cubicBezTo>
                  <a:close/>
                  <a:moveTo>
                    <a:pt x="7795" y="1"/>
                  </a:moveTo>
                  <a:cubicBezTo>
                    <a:pt x="7795" y="1"/>
                    <a:pt x="0" y="4086"/>
                    <a:pt x="50" y="4863"/>
                  </a:cubicBezTo>
                  <a:cubicBezTo>
                    <a:pt x="251" y="8322"/>
                    <a:pt x="3058" y="15891"/>
                    <a:pt x="4662" y="18447"/>
                  </a:cubicBezTo>
                  <a:cubicBezTo>
                    <a:pt x="6301" y="21114"/>
                    <a:pt x="9028" y="22065"/>
                    <a:pt x="10745" y="22065"/>
                  </a:cubicBezTo>
                  <a:cubicBezTo>
                    <a:pt x="10997" y="22065"/>
                    <a:pt x="11227" y="22044"/>
                    <a:pt x="11429" y="22006"/>
                  </a:cubicBezTo>
                  <a:cubicBezTo>
                    <a:pt x="14687" y="21404"/>
                    <a:pt x="22707" y="14587"/>
                    <a:pt x="25690" y="11881"/>
                  </a:cubicBezTo>
                  <a:cubicBezTo>
                    <a:pt x="23484" y="9951"/>
                    <a:pt x="22883" y="8672"/>
                    <a:pt x="20777" y="6517"/>
                  </a:cubicBezTo>
                  <a:cubicBezTo>
                    <a:pt x="20452" y="6667"/>
                    <a:pt x="14036" y="10076"/>
                    <a:pt x="14036" y="10076"/>
                  </a:cubicBezTo>
                  <a:lnTo>
                    <a:pt x="12894" y="10730"/>
                  </a:lnTo>
                  <a:lnTo>
                    <a:pt x="12894" y="10730"/>
                  </a:lnTo>
                  <a:lnTo>
                    <a:pt x="7795" y="1"/>
                  </a:ln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g13a622d72ec_0_99"/>
            <p:cNvSpPr/>
            <p:nvPr/>
          </p:nvSpPr>
          <p:spPr>
            <a:xfrm flipH="1">
              <a:off x="5600516" y="3567287"/>
              <a:ext cx="483635" cy="439980"/>
            </a:xfrm>
            <a:custGeom>
              <a:rect b="b" l="l" r="r" t="t"/>
              <a:pathLst>
                <a:path extrusionOk="0" h="10512" w="11555">
                  <a:moveTo>
                    <a:pt x="4321" y="0"/>
                  </a:moveTo>
                  <a:cubicBezTo>
                    <a:pt x="3968" y="0"/>
                    <a:pt x="3621" y="185"/>
                    <a:pt x="3434" y="507"/>
                  </a:cubicBezTo>
                  <a:cubicBezTo>
                    <a:pt x="3434" y="507"/>
                    <a:pt x="0" y="4517"/>
                    <a:pt x="1103" y="5746"/>
                  </a:cubicBezTo>
                  <a:lnTo>
                    <a:pt x="6291" y="10482"/>
                  </a:lnTo>
                  <a:cubicBezTo>
                    <a:pt x="6417" y="10502"/>
                    <a:pt x="6543" y="10512"/>
                    <a:pt x="6668" y="10512"/>
                  </a:cubicBezTo>
                  <a:cubicBezTo>
                    <a:pt x="7339" y="10512"/>
                    <a:pt x="7986" y="10230"/>
                    <a:pt x="8472" y="9680"/>
                  </a:cubicBezTo>
                  <a:lnTo>
                    <a:pt x="10677" y="7149"/>
                  </a:lnTo>
                  <a:cubicBezTo>
                    <a:pt x="11554" y="6147"/>
                    <a:pt x="11454" y="4618"/>
                    <a:pt x="10451" y="3741"/>
                  </a:cubicBezTo>
                  <a:lnTo>
                    <a:pt x="7294" y="959"/>
                  </a:lnTo>
                  <a:cubicBezTo>
                    <a:pt x="6816" y="561"/>
                    <a:pt x="6229" y="368"/>
                    <a:pt x="5656" y="368"/>
                  </a:cubicBezTo>
                  <a:cubicBezTo>
                    <a:pt x="5506" y="368"/>
                    <a:pt x="5358" y="381"/>
                    <a:pt x="5213" y="407"/>
                  </a:cubicBezTo>
                  <a:cubicBezTo>
                    <a:pt x="5138" y="357"/>
                    <a:pt x="5088" y="307"/>
                    <a:pt x="5013" y="257"/>
                  </a:cubicBezTo>
                  <a:lnTo>
                    <a:pt x="4812" y="131"/>
                  </a:lnTo>
                  <a:cubicBezTo>
                    <a:pt x="4659" y="42"/>
                    <a:pt x="4489" y="0"/>
                    <a:pt x="4321"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g13a622d72ec_0_99"/>
            <p:cNvSpPr/>
            <p:nvPr/>
          </p:nvSpPr>
          <p:spPr>
            <a:xfrm flipH="1">
              <a:off x="5681292" y="3829433"/>
              <a:ext cx="246568" cy="66466"/>
            </a:xfrm>
            <a:custGeom>
              <a:rect b="b" l="l" r="r" t="t"/>
              <a:pathLst>
                <a:path extrusionOk="0" h="1588" w="5891">
                  <a:moveTo>
                    <a:pt x="4003" y="0"/>
                  </a:moveTo>
                  <a:cubicBezTo>
                    <a:pt x="1989" y="0"/>
                    <a:pt x="89" y="1393"/>
                    <a:pt x="51" y="1412"/>
                  </a:cubicBezTo>
                  <a:cubicBezTo>
                    <a:pt x="26" y="1437"/>
                    <a:pt x="1" y="1513"/>
                    <a:pt x="51" y="1538"/>
                  </a:cubicBezTo>
                  <a:cubicBezTo>
                    <a:pt x="51" y="1563"/>
                    <a:pt x="101" y="1588"/>
                    <a:pt x="126" y="1588"/>
                  </a:cubicBezTo>
                  <a:cubicBezTo>
                    <a:pt x="151" y="1588"/>
                    <a:pt x="151" y="1588"/>
                    <a:pt x="176" y="1563"/>
                  </a:cubicBezTo>
                  <a:cubicBezTo>
                    <a:pt x="195" y="1544"/>
                    <a:pt x="2049" y="193"/>
                    <a:pt x="3998" y="193"/>
                  </a:cubicBezTo>
                  <a:cubicBezTo>
                    <a:pt x="4586" y="193"/>
                    <a:pt x="5182" y="316"/>
                    <a:pt x="5740" y="635"/>
                  </a:cubicBezTo>
                  <a:cubicBezTo>
                    <a:pt x="5747" y="643"/>
                    <a:pt x="5759" y="646"/>
                    <a:pt x="5772" y="646"/>
                  </a:cubicBezTo>
                  <a:cubicBezTo>
                    <a:pt x="5805" y="646"/>
                    <a:pt x="5848" y="628"/>
                    <a:pt x="5865" y="610"/>
                  </a:cubicBezTo>
                  <a:cubicBezTo>
                    <a:pt x="5890" y="560"/>
                    <a:pt x="5865" y="485"/>
                    <a:pt x="5815" y="460"/>
                  </a:cubicBezTo>
                  <a:cubicBezTo>
                    <a:pt x="5233" y="128"/>
                    <a:pt x="4613" y="0"/>
                    <a:pt x="400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g13a622d72ec_0_99"/>
            <p:cNvSpPr/>
            <p:nvPr/>
          </p:nvSpPr>
          <p:spPr>
            <a:xfrm flipH="1">
              <a:off x="5945650" y="3719644"/>
              <a:ext cx="26243" cy="90239"/>
            </a:xfrm>
            <a:custGeom>
              <a:rect b="b" l="l" r="r" t="t"/>
              <a:pathLst>
                <a:path extrusionOk="0" h="2156" w="627">
                  <a:moveTo>
                    <a:pt x="551" y="0"/>
                  </a:moveTo>
                  <a:cubicBezTo>
                    <a:pt x="476" y="0"/>
                    <a:pt x="451" y="50"/>
                    <a:pt x="451" y="101"/>
                  </a:cubicBezTo>
                  <a:cubicBezTo>
                    <a:pt x="451" y="101"/>
                    <a:pt x="426" y="1103"/>
                    <a:pt x="25" y="2030"/>
                  </a:cubicBezTo>
                  <a:cubicBezTo>
                    <a:pt x="0" y="2080"/>
                    <a:pt x="25" y="2131"/>
                    <a:pt x="75" y="2156"/>
                  </a:cubicBezTo>
                  <a:lnTo>
                    <a:pt x="125" y="2156"/>
                  </a:lnTo>
                  <a:cubicBezTo>
                    <a:pt x="150" y="2156"/>
                    <a:pt x="175" y="2156"/>
                    <a:pt x="201" y="2106"/>
                  </a:cubicBezTo>
                  <a:cubicBezTo>
                    <a:pt x="627" y="1128"/>
                    <a:pt x="627" y="126"/>
                    <a:pt x="627" y="101"/>
                  </a:cubicBezTo>
                  <a:cubicBezTo>
                    <a:pt x="627" y="50"/>
                    <a:pt x="602" y="0"/>
                    <a:pt x="55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g13a622d72ec_0_99"/>
            <p:cNvSpPr/>
            <p:nvPr/>
          </p:nvSpPr>
          <p:spPr>
            <a:xfrm flipH="1">
              <a:off x="6457632" y="3169276"/>
              <a:ext cx="1552528" cy="1563912"/>
            </a:xfrm>
            <a:custGeom>
              <a:rect b="b" l="l" r="r" t="t"/>
              <a:pathLst>
                <a:path extrusionOk="0" h="37365" w="37093">
                  <a:moveTo>
                    <a:pt x="19260" y="0"/>
                  </a:moveTo>
                  <a:cubicBezTo>
                    <a:pt x="13041" y="0"/>
                    <a:pt x="7012" y="580"/>
                    <a:pt x="5489" y="1595"/>
                  </a:cubicBezTo>
                  <a:cubicBezTo>
                    <a:pt x="2682" y="3450"/>
                    <a:pt x="952" y="10417"/>
                    <a:pt x="877" y="12222"/>
                  </a:cubicBezTo>
                  <a:cubicBezTo>
                    <a:pt x="877" y="12222"/>
                    <a:pt x="0" y="14077"/>
                    <a:pt x="5639" y="14854"/>
                  </a:cubicBezTo>
                  <a:lnTo>
                    <a:pt x="1779" y="33550"/>
                  </a:lnTo>
                  <a:cubicBezTo>
                    <a:pt x="1779" y="33550"/>
                    <a:pt x="9385" y="37365"/>
                    <a:pt x="20444" y="37365"/>
                  </a:cubicBezTo>
                  <a:cubicBezTo>
                    <a:pt x="25420" y="37365"/>
                    <a:pt x="31096" y="36592"/>
                    <a:pt x="37093" y="34352"/>
                  </a:cubicBezTo>
                  <a:lnTo>
                    <a:pt x="35539" y="16332"/>
                  </a:lnTo>
                  <a:lnTo>
                    <a:pt x="30827" y="843"/>
                  </a:lnTo>
                  <a:cubicBezTo>
                    <a:pt x="27780" y="266"/>
                    <a:pt x="23476" y="0"/>
                    <a:pt x="19260"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g13a622d72ec_0_99"/>
            <p:cNvSpPr/>
            <p:nvPr/>
          </p:nvSpPr>
          <p:spPr>
            <a:xfrm flipH="1">
              <a:off x="6254057" y="3204561"/>
              <a:ext cx="465804" cy="648334"/>
            </a:xfrm>
            <a:custGeom>
              <a:rect b="b" l="l" r="r" t="t"/>
              <a:pathLst>
                <a:path extrusionOk="0" h="15490" w="11129">
                  <a:moveTo>
                    <a:pt x="0" y="0"/>
                  </a:moveTo>
                  <a:lnTo>
                    <a:pt x="4712" y="15489"/>
                  </a:lnTo>
                  <a:cubicBezTo>
                    <a:pt x="4712" y="15489"/>
                    <a:pt x="9875" y="14963"/>
                    <a:pt x="11128" y="10752"/>
                  </a:cubicBezTo>
                  <a:cubicBezTo>
                    <a:pt x="11128" y="10752"/>
                    <a:pt x="7519" y="1454"/>
                    <a:pt x="0"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g13a622d72ec_0_99"/>
            <p:cNvSpPr/>
            <p:nvPr/>
          </p:nvSpPr>
          <p:spPr>
            <a:xfrm flipH="1">
              <a:off x="6518418" y="3246501"/>
              <a:ext cx="393437" cy="570735"/>
            </a:xfrm>
            <a:custGeom>
              <a:rect b="b" l="l" r="r" t="t"/>
              <a:pathLst>
                <a:path extrusionOk="0" h="13636" w="9400">
                  <a:moveTo>
                    <a:pt x="126" y="1"/>
                  </a:moveTo>
                  <a:lnTo>
                    <a:pt x="1" y="176"/>
                  </a:lnTo>
                  <a:cubicBezTo>
                    <a:pt x="51" y="201"/>
                    <a:pt x="5089" y="4237"/>
                    <a:pt x="6642" y="6567"/>
                  </a:cubicBezTo>
                  <a:cubicBezTo>
                    <a:pt x="8196" y="8898"/>
                    <a:pt x="9174" y="13610"/>
                    <a:pt x="9174" y="13635"/>
                  </a:cubicBezTo>
                  <a:lnTo>
                    <a:pt x="9399" y="13610"/>
                  </a:lnTo>
                  <a:cubicBezTo>
                    <a:pt x="9374" y="13560"/>
                    <a:pt x="8397" y="8798"/>
                    <a:pt x="6818" y="6442"/>
                  </a:cubicBezTo>
                  <a:cubicBezTo>
                    <a:pt x="5239" y="4086"/>
                    <a:pt x="176" y="51"/>
                    <a:pt x="12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g13a622d72ec_0_99"/>
            <p:cNvSpPr/>
            <p:nvPr/>
          </p:nvSpPr>
          <p:spPr>
            <a:xfrm flipH="1">
              <a:off x="7053421" y="2966441"/>
              <a:ext cx="314750" cy="121421"/>
            </a:xfrm>
            <a:custGeom>
              <a:rect b="b" l="l" r="r" t="t"/>
              <a:pathLst>
                <a:path extrusionOk="0" h="2901" w="7520">
                  <a:moveTo>
                    <a:pt x="226" y="0"/>
                  </a:moveTo>
                  <a:lnTo>
                    <a:pt x="0" y="2882"/>
                  </a:lnTo>
                  <a:cubicBezTo>
                    <a:pt x="217" y="2894"/>
                    <a:pt x="433" y="2900"/>
                    <a:pt x="648" y="2900"/>
                  </a:cubicBezTo>
                  <a:cubicBezTo>
                    <a:pt x="3121" y="2900"/>
                    <a:pt x="5490" y="2115"/>
                    <a:pt x="7519" y="777"/>
                  </a:cubicBezTo>
                  <a:lnTo>
                    <a:pt x="22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g13a622d72ec_0_99"/>
            <p:cNvSpPr/>
            <p:nvPr/>
          </p:nvSpPr>
          <p:spPr>
            <a:xfrm flipH="1">
              <a:off x="6938027" y="2998964"/>
              <a:ext cx="441696" cy="279591"/>
            </a:xfrm>
            <a:custGeom>
              <a:rect b="b" l="l" r="r" t="t"/>
              <a:pathLst>
                <a:path extrusionOk="0" h="6680" w="10553">
                  <a:moveTo>
                    <a:pt x="7795" y="0"/>
                  </a:moveTo>
                  <a:cubicBezTo>
                    <a:pt x="5766" y="1338"/>
                    <a:pt x="3397" y="2123"/>
                    <a:pt x="924" y="2123"/>
                  </a:cubicBezTo>
                  <a:cubicBezTo>
                    <a:pt x="709" y="2123"/>
                    <a:pt x="493" y="2117"/>
                    <a:pt x="276" y="2105"/>
                  </a:cubicBezTo>
                  <a:lnTo>
                    <a:pt x="1" y="5664"/>
                  </a:lnTo>
                  <a:cubicBezTo>
                    <a:pt x="1" y="5664"/>
                    <a:pt x="3347" y="6680"/>
                    <a:pt x="6615" y="6680"/>
                  </a:cubicBezTo>
                  <a:cubicBezTo>
                    <a:pt x="7673" y="6680"/>
                    <a:pt x="8724" y="6573"/>
                    <a:pt x="9650" y="6291"/>
                  </a:cubicBezTo>
                  <a:lnTo>
                    <a:pt x="10001" y="3684"/>
                  </a:lnTo>
                  <a:lnTo>
                    <a:pt x="10552" y="276"/>
                  </a:lnTo>
                  <a:lnTo>
                    <a:pt x="10502" y="276"/>
                  </a:lnTo>
                  <a:lnTo>
                    <a:pt x="7795" y="0"/>
                  </a:ln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g13a622d72ec_0_99"/>
            <p:cNvSpPr/>
            <p:nvPr/>
          </p:nvSpPr>
          <p:spPr>
            <a:xfrm flipH="1">
              <a:off x="6633836" y="1792332"/>
              <a:ext cx="1179139" cy="1220492"/>
            </a:xfrm>
            <a:custGeom>
              <a:rect b="b" l="l" r="r" t="t"/>
              <a:pathLst>
                <a:path extrusionOk="0" h="29160" w="28172">
                  <a:moveTo>
                    <a:pt x="15141" y="0"/>
                  </a:moveTo>
                  <a:cubicBezTo>
                    <a:pt x="7819" y="0"/>
                    <a:pt x="473" y="6481"/>
                    <a:pt x="251" y="14367"/>
                  </a:cubicBezTo>
                  <a:cubicBezTo>
                    <a:pt x="1" y="22387"/>
                    <a:pt x="6592" y="28953"/>
                    <a:pt x="14011" y="29154"/>
                  </a:cubicBezTo>
                  <a:cubicBezTo>
                    <a:pt x="14140" y="29158"/>
                    <a:pt x="14269" y="29160"/>
                    <a:pt x="14397" y="29160"/>
                  </a:cubicBezTo>
                  <a:cubicBezTo>
                    <a:pt x="21668" y="29160"/>
                    <a:pt x="27674" y="22925"/>
                    <a:pt x="27921" y="15044"/>
                  </a:cubicBezTo>
                  <a:cubicBezTo>
                    <a:pt x="28171" y="7024"/>
                    <a:pt x="22958" y="231"/>
                    <a:pt x="15515" y="6"/>
                  </a:cubicBezTo>
                  <a:cubicBezTo>
                    <a:pt x="15390" y="2"/>
                    <a:pt x="15266" y="0"/>
                    <a:pt x="151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g13a622d72ec_0_99"/>
            <p:cNvSpPr/>
            <p:nvPr/>
          </p:nvSpPr>
          <p:spPr>
            <a:xfrm flipH="1">
              <a:off x="6511113" y="1884625"/>
              <a:ext cx="1146576" cy="1163904"/>
            </a:xfrm>
            <a:custGeom>
              <a:rect b="b" l="l" r="r" t="t"/>
              <a:pathLst>
                <a:path extrusionOk="0" h="27808" w="27394">
                  <a:moveTo>
                    <a:pt x="13708" y="0"/>
                  </a:moveTo>
                  <a:cubicBezTo>
                    <a:pt x="6469" y="0"/>
                    <a:pt x="472" y="5960"/>
                    <a:pt x="251" y="13490"/>
                  </a:cubicBezTo>
                  <a:cubicBezTo>
                    <a:pt x="0" y="21159"/>
                    <a:pt x="5840" y="27576"/>
                    <a:pt x="13283" y="27801"/>
                  </a:cubicBezTo>
                  <a:cubicBezTo>
                    <a:pt x="13418" y="27805"/>
                    <a:pt x="13552" y="27807"/>
                    <a:pt x="13685" y="27807"/>
                  </a:cubicBezTo>
                  <a:cubicBezTo>
                    <a:pt x="20925" y="27807"/>
                    <a:pt x="26922" y="21848"/>
                    <a:pt x="27168" y="14317"/>
                  </a:cubicBezTo>
                  <a:cubicBezTo>
                    <a:pt x="27394" y="6623"/>
                    <a:pt x="21554" y="232"/>
                    <a:pt x="14110" y="6"/>
                  </a:cubicBezTo>
                  <a:cubicBezTo>
                    <a:pt x="13976" y="2"/>
                    <a:pt x="13842" y="0"/>
                    <a:pt x="13708"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g13a622d72ec_0_99"/>
            <p:cNvSpPr/>
            <p:nvPr/>
          </p:nvSpPr>
          <p:spPr>
            <a:xfrm flipH="1">
              <a:off x="6660055" y="2333743"/>
              <a:ext cx="218232" cy="133517"/>
            </a:xfrm>
            <a:custGeom>
              <a:rect b="b" l="l" r="r" t="t"/>
              <a:pathLst>
                <a:path extrusionOk="0" h="3190" w="5214">
                  <a:moveTo>
                    <a:pt x="881" y="0"/>
                  </a:moveTo>
                  <a:cubicBezTo>
                    <a:pt x="558" y="0"/>
                    <a:pt x="248" y="192"/>
                    <a:pt x="101" y="505"/>
                  </a:cubicBezTo>
                  <a:cubicBezTo>
                    <a:pt x="1" y="755"/>
                    <a:pt x="26" y="1031"/>
                    <a:pt x="151" y="1256"/>
                  </a:cubicBezTo>
                  <a:cubicBezTo>
                    <a:pt x="226" y="1432"/>
                    <a:pt x="377" y="1557"/>
                    <a:pt x="552" y="1632"/>
                  </a:cubicBezTo>
                  <a:lnTo>
                    <a:pt x="3885" y="3111"/>
                  </a:lnTo>
                  <a:cubicBezTo>
                    <a:pt x="3999" y="3164"/>
                    <a:pt x="4117" y="3189"/>
                    <a:pt x="4234" y="3189"/>
                  </a:cubicBezTo>
                  <a:cubicBezTo>
                    <a:pt x="4556" y="3189"/>
                    <a:pt x="4866" y="2998"/>
                    <a:pt x="5013" y="2685"/>
                  </a:cubicBezTo>
                  <a:cubicBezTo>
                    <a:pt x="5214" y="2259"/>
                    <a:pt x="5013" y="1758"/>
                    <a:pt x="4587" y="1582"/>
                  </a:cubicBezTo>
                  <a:lnTo>
                    <a:pt x="1229" y="79"/>
                  </a:lnTo>
                  <a:cubicBezTo>
                    <a:pt x="1116" y="25"/>
                    <a:pt x="997" y="0"/>
                    <a:pt x="88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8" name="Google Shape;758;g13a622d72ec_0_99"/>
            <p:cNvSpPr/>
            <p:nvPr/>
          </p:nvSpPr>
          <p:spPr>
            <a:xfrm flipH="1">
              <a:off x="7147845" y="2366809"/>
              <a:ext cx="202494" cy="164323"/>
            </a:xfrm>
            <a:custGeom>
              <a:rect b="b" l="l" r="r" t="t"/>
              <a:pathLst>
                <a:path extrusionOk="0" h="3926" w="4838">
                  <a:moveTo>
                    <a:pt x="3862" y="0"/>
                  </a:moveTo>
                  <a:cubicBezTo>
                    <a:pt x="3688" y="0"/>
                    <a:pt x="3511" y="54"/>
                    <a:pt x="3359" y="166"/>
                  </a:cubicBezTo>
                  <a:lnTo>
                    <a:pt x="452" y="2396"/>
                  </a:lnTo>
                  <a:cubicBezTo>
                    <a:pt x="76" y="2697"/>
                    <a:pt x="1" y="3223"/>
                    <a:pt x="276" y="3599"/>
                  </a:cubicBezTo>
                  <a:cubicBezTo>
                    <a:pt x="452" y="3825"/>
                    <a:pt x="702" y="3925"/>
                    <a:pt x="953" y="3925"/>
                  </a:cubicBezTo>
                  <a:cubicBezTo>
                    <a:pt x="1153" y="3925"/>
                    <a:pt x="1329" y="3875"/>
                    <a:pt x="1479" y="3750"/>
                  </a:cubicBezTo>
                  <a:lnTo>
                    <a:pt x="4386" y="1519"/>
                  </a:lnTo>
                  <a:cubicBezTo>
                    <a:pt x="4762" y="1243"/>
                    <a:pt x="4838" y="692"/>
                    <a:pt x="4537" y="341"/>
                  </a:cubicBezTo>
                  <a:cubicBezTo>
                    <a:pt x="4373" y="117"/>
                    <a:pt x="4120" y="0"/>
                    <a:pt x="38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g13a622d72ec_0_99"/>
            <p:cNvSpPr/>
            <p:nvPr/>
          </p:nvSpPr>
          <p:spPr>
            <a:xfrm flipH="1">
              <a:off x="6527522" y="1861772"/>
              <a:ext cx="1189980" cy="725389"/>
            </a:xfrm>
            <a:custGeom>
              <a:rect b="b" l="l" r="r" t="t"/>
              <a:pathLst>
                <a:path extrusionOk="0" h="17331" w="28431">
                  <a:moveTo>
                    <a:pt x="15165" y="1"/>
                  </a:moveTo>
                  <a:cubicBezTo>
                    <a:pt x="11258" y="1"/>
                    <a:pt x="6501" y="993"/>
                    <a:pt x="3284" y="6041"/>
                  </a:cubicBezTo>
                  <a:cubicBezTo>
                    <a:pt x="1" y="11154"/>
                    <a:pt x="1329" y="16893"/>
                    <a:pt x="1329" y="16893"/>
                  </a:cubicBezTo>
                  <a:cubicBezTo>
                    <a:pt x="1729" y="17193"/>
                    <a:pt x="2203" y="17331"/>
                    <a:pt x="2704" y="17331"/>
                  </a:cubicBezTo>
                  <a:cubicBezTo>
                    <a:pt x="4713" y="17331"/>
                    <a:pt x="7154" y="15120"/>
                    <a:pt x="6993" y="12332"/>
                  </a:cubicBezTo>
                  <a:cubicBezTo>
                    <a:pt x="6827" y="9019"/>
                    <a:pt x="8360" y="7225"/>
                    <a:pt x="10282" y="7225"/>
                  </a:cubicBezTo>
                  <a:cubicBezTo>
                    <a:pt x="10396" y="7225"/>
                    <a:pt x="10511" y="7232"/>
                    <a:pt x="10627" y="7244"/>
                  </a:cubicBezTo>
                  <a:cubicBezTo>
                    <a:pt x="12930" y="7487"/>
                    <a:pt x="13076" y="9230"/>
                    <a:pt x="16237" y="9230"/>
                  </a:cubicBezTo>
                  <a:cubicBezTo>
                    <a:pt x="16343" y="9230"/>
                    <a:pt x="16453" y="9228"/>
                    <a:pt x="16567" y="9224"/>
                  </a:cubicBezTo>
                  <a:cubicBezTo>
                    <a:pt x="19667" y="9136"/>
                    <a:pt x="19206" y="6307"/>
                    <a:pt x="21322" y="6307"/>
                  </a:cubicBezTo>
                  <a:cubicBezTo>
                    <a:pt x="21601" y="6307"/>
                    <a:pt x="21924" y="6356"/>
                    <a:pt x="22306" y="6467"/>
                  </a:cubicBezTo>
                  <a:cubicBezTo>
                    <a:pt x="25565" y="7420"/>
                    <a:pt x="26918" y="11730"/>
                    <a:pt x="27695" y="11981"/>
                  </a:cubicBezTo>
                  <a:cubicBezTo>
                    <a:pt x="27756" y="11999"/>
                    <a:pt x="27810" y="12007"/>
                    <a:pt x="27859" y="12007"/>
                  </a:cubicBezTo>
                  <a:cubicBezTo>
                    <a:pt x="28430" y="12007"/>
                    <a:pt x="28196" y="10878"/>
                    <a:pt x="28196" y="10878"/>
                  </a:cubicBezTo>
                  <a:cubicBezTo>
                    <a:pt x="26843" y="3309"/>
                    <a:pt x="19249" y="1"/>
                    <a:pt x="15314" y="1"/>
                  </a:cubicBezTo>
                  <a:cubicBezTo>
                    <a:pt x="15264" y="1"/>
                    <a:pt x="15215" y="1"/>
                    <a:pt x="151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g13a622d72ec_0_99"/>
            <p:cNvSpPr/>
            <p:nvPr/>
          </p:nvSpPr>
          <p:spPr>
            <a:xfrm flipH="1">
              <a:off x="7435275" y="2485513"/>
              <a:ext cx="339904" cy="392098"/>
            </a:xfrm>
            <a:custGeom>
              <a:rect b="b" l="l" r="r" t="t"/>
              <a:pathLst>
                <a:path extrusionOk="0" h="9368" w="8121">
                  <a:moveTo>
                    <a:pt x="4841" y="0"/>
                  </a:moveTo>
                  <a:cubicBezTo>
                    <a:pt x="2399" y="0"/>
                    <a:pt x="344" y="1899"/>
                    <a:pt x="176" y="4372"/>
                  </a:cubicBezTo>
                  <a:cubicBezTo>
                    <a:pt x="0" y="6954"/>
                    <a:pt x="1955" y="9184"/>
                    <a:pt x="4536" y="9360"/>
                  </a:cubicBezTo>
                  <a:cubicBezTo>
                    <a:pt x="4627" y="9365"/>
                    <a:pt x="4718" y="9367"/>
                    <a:pt x="4807" y="9367"/>
                  </a:cubicBezTo>
                  <a:cubicBezTo>
                    <a:pt x="6082" y="9367"/>
                    <a:pt x="7254" y="8874"/>
                    <a:pt x="8120" y="8032"/>
                  </a:cubicBezTo>
                  <a:lnTo>
                    <a:pt x="6942" y="488"/>
                  </a:lnTo>
                  <a:cubicBezTo>
                    <a:pt x="6416" y="212"/>
                    <a:pt x="5815" y="36"/>
                    <a:pt x="5163" y="11"/>
                  </a:cubicBezTo>
                  <a:cubicBezTo>
                    <a:pt x="5055" y="4"/>
                    <a:pt x="4948" y="0"/>
                    <a:pt x="4841"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g13a622d72ec_0_99"/>
            <p:cNvSpPr/>
            <p:nvPr/>
          </p:nvSpPr>
          <p:spPr>
            <a:xfrm flipH="1">
              <a:off x="7503453" y="2599153"/>
              <a:ext cx="153189" cy="183743"/>
            </a:xfrm>
            <a:custGeom>
              <a:rect b="b" l="l" r="r" t="t"/>
              <a:pathLst>
                <a:path extrusionOk="0" h="4390" w="3660">
                  <a:moveTo>
                    <a:pt x="233" y="0"/>
                  </a:moveTo>
                  <a:cubicBezTo>
                    <a:pt x="156" y="0"/>
                    <a:pt x="109" y="3"/>
                    <a:pt x="100" y="3"/>
                  </a:cubicBezTo>
                  <a:cubicBezTo>
                    <a:pt x="25" y="3"/>
                    <a:pt x="0" y="53"/>
                    <a:pt x="0" y="103"/>
                  </a:cubicBezTo>
                  <a:cubicBezTo>
                    <a:pt x="0" y="154"/>
                    <a:pt x="50" y="204"/>
                    <a:pt x="100" y="204"/>
                  </a:cubicBezTo>
                  <a:cubicBezTo>
                    <a:pt x="105" y="204"/>
                    <a:pt x="151" y="200"/>
                    <a:pt x="230" y="200"/>
                  </a:cubicBezTo>
                  <a:cubicBezTo>
                    <a:pt x="573" y="200"/>
                    <a:pt x="1531" y="267"/>
                    <a:pt x="2306" y="981"/>
                  </a:cubicBezTo>
                  <a:cubicBezTo>
                    <a:pt x="3058" y="1682"/>
                    <a:pt x="3459" y="2785"/>
                    <a:pt x="3459" y="4289"/>
                  </a:cubicBezTo>
                  <a:cubicBezTo>
                    <a:pt x="3459" y="4339"/>
                    <a:pt x="3509" y="4389"/>
                    <a:pt x="3559" y="4389"/>
                  </a:cubicBezTo>
                  <a:cubicBezTo>
                    <a:pt x="3609" y="4389"/>
                    <a:pt x="3659" y="4339"/>
                    <a:pt x="3659" y="4289"/>
                  </a:cubicBezTo>
                  <a:cubicBezTo>
                    <a:pt x="3659" y="2735"/>
                    <a:pt x="3233" y="1557"/>
                    <a:pt x="2431" y="830"/>
                  </a:cubicBezTo>
                  <a:cubicBezTo>
                    <a:pt x="1586" y="68"/>
                    <a:pt x="589" y="0"/>
                    <a:pt x="2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g13a622d72ec_0_99"/>
            <p:cNvSpPr/>
            <p:nvPr/>
          </p:nvSpPr>
          <p:spPr>
            <a:xfrm flipH="1">
              <a:off x="7507638" y="2685126"/>
              <a:ext cx="116482" cy="52654"/>
            </a:xfrm>
            <a:custGeom>
              <a:rect b="b" l="l" r="r" t="t"/>
              <a:pathLst>
                <a:path extrusionOk="0" h="1258" w="2783">
                  <a:moveTo>
                    <a:pt x="17" y="1"/>
                  </a:moveTo>
                  <a:cubicBezTo>
                    <a:pt x="9" y="1"/>
                    <a:pt x="3" y="2"/>
                    <a:pt x="0" y="4"/>
                  </a:cubicBezTo>
                  <a:lnTo>
                    <a:pt x="50" y="80"/>
                  </a:lnTo>
                  <a:lnTo>
                    <a:pt x="25" y="180"/>
                  </a:lnTo>
                  <a:cubicBezTo>
                    <a:pt x="125" y="205"/>
                    <a:pt x="2456" y="1157"/>
                    <a:pt x="2607" y="1232"/>
                  </a:cubicBezTo>
                  <a:cubicBezTo>
                    <a:pt x="2632" y="1232"/>
                    <a:pt x="2657" y="1258"/>
                    <a:pt x="2657" y="1258"/>
                  </a:cubicBezTo>
                  <a:cubicBezTo>
                    <a:pt x="2682" y="1258"/>
                    <a:pt x="2707" y="1232"/>
                    <a:pt x="2732" y="1232"/>
                  </a:cubicBezTo>
                  <a:cubicBezTo>
                    <a:pt x="2757" y="1207"/>
                    <a:pt x="2782" y="1132"/>
                    <a:pt x="2732" y="1082"/>
                  </a:cubicBezTo>
                  <a:cubicBezTo>
                    <a:pt x="2732" y="1082"/>
                    <a:pt x="264" y="1"/>
                    <a:pt x="1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g13a622d72ec_0_99"/>
            <p:cNvSpPr/>
            <p:nvPr/>
          </p:nvSpPr>
          <p:spPr>
            <a:xfrm flipH="1">
              <a:off x="6909724" y="2365344"/>
              <a:ext cx="138498" cy="283275"/>
            </a:xfrm>
            <a:custGeom>
              <a:rect b="b" l="l" r="r" t="t"/>
              <a:pathLst>
                <a:path extrusionOk="0" h="6768" w="3309">
                  <a:moveTo>
                    <a:pt x="201" y="0"/>
                  </a:moveTo>
                  <a:lnTo>
                    <a:pt x="1" y="25"/>
                  </a:lnTo>
                  <a:cubicBezTo>
                    <a:pt x="1" y="25"/>
                    <a:pt x="452" y="3258"/>
                    <a:pt x="577" y="4261"/>
                  </a:cubicBezTo>
                  <a:cubicBezTo>
                    <a:pt x="577" y="4361"/>
                    <a:pt x="652" y="4436"/>
                    <a:pt x="727" y="4512"/>
                  </a:cubicBezTo>
                  <a:cubicBezTo>
                    <a:pt x="803" y="4562"/>
                    <a:pt x="903" y="4587"/>
                    <a:pt x="1003" y="4587"/>
                  </a:cubicBezTo>
                  <a:lnTo>
                    <a:pt x="3008" y="4286"/>
                  </a:lnTo>
                  <a:cubicBezTo>
                    <a:pt x="3058" y="4286"/>
                    <a:pt x="3058" y="4311"/>
                    <a:pt x="3083" y="4311"/>
                  </a:cubicBezTo>
                  <a:cubicBezTo>
                    <a:pt x="3083" y="4336"/>
                    <a:pt x="3108" y="4361"/>
                    <a:pt x="3083" y="4386"/>
                  </a:cubicBezTo>
                  <a:lnTo>
                    <a:pt x="2156" y="6642"/>
                  </a:lnTo>
                  <a:cubicBezTo>
                    <a:pt x="2131" y="6692"/>
                    <a:pt x="2156" y="6742"/>
                    <a:pt x="2206" y="6767"/>
                  </a:cubicBezTo>
                  <a:lnTo>
                    <a:pt x="2231" y="6767"/>
                  </a:lnTo>
                  <a:cubicBezTo>
                    <a:pt x="2281" y="6767"/>
                    <a:pt x="2306" y="6742"/>
                    <a:pt x="2331" y="6717"/>
                  </a:cubicBezTo>
                  <a:lnTo>
                    <a:pt x="3259" y="4461"/>
                  </a:lnTo>
                  <a:cubicBezTo>
                    <a:pt x="3309" y="4386"/>
                    <a:pt x="3284" y="4286"/>
                    <a:pt x="3234" y="4211"/>
                  </a:cubicBezTo>
                  <a:cubicBezTo>
                    <a:pt x="3192" y="4149"/>
                    <a:pt x="3117" y="4104"/>
                    <a:pt x="3036" y="4104"/>
                  </a:cubicBezTo>
                  <a:cubicBezTo>
                    <a:pt x="3019" y="4104"/>
                    <a:pt x="3001" y="4106"/>
                    <a:pt x="2983" y="4111"/>
                  </a:cubicBezTo>
                  <a:lnTo>
                    <a:pt x="978" y="4386"/>
                  </a:lnTo>
                  <a:cubicBezTo>
                    <a:pt x="928" y="4386"/>
                    <a:pt x="878" y="4386"/>
                    <a:pt x="828" y="4361"/>
                  </a:cubicBezTo>
                  <a:cubicBezTo>
                    <a:pt x="803" y="4311"/>
                    <a:pt x="778" y="4286"/>
                    <a:pt x="778" y="4236"/>
                  </a:cubicBezTo>
                  <a:cubicBezTo>
                    <a:pt x="627" y="3233"/>
                    <a:pt x="201" y="0"/>
                    <a:pt x="2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g13a622d72ec_0_99"/>
            <p:cNvSpPr/>
            <p:nvPr/>
          </p:nvSpPr>
          <p:spPr>
            <a:xfrm flipH="1">
              <a:off x="6962169" y="2775912"/>
              <a:ext cx="119622" cy="40599"/>
            </a:xfrm>
            <a:custGeom>
              <a:rect b="b" l="l" r="r" t="t"/>
              <a:pathLst>
                <a:path extrusionOk="0" h="970" w="2858">
                  <a:moveTo>
                    <a:pt x="1269" y="1"/>
                  </a:moveTo>
                  <a:cubicBezTo>
                    <a:pt x="835" y="1"/>
                    <a:pt x="410" y="87"/>
                    <a:pt x="1" y="292"/>
                  </a:cubicBezTo>
                  <a:cubicBezTo>
                    <a:pt x="251" y="642"/>
                    <a:pt x="702" y="968"/>
                    <a:pt x="1454" y="968"/>
                  </a:cubicBezTo>
                  <a:cubicBezTo>
                    <a:pt x="1479" y="969"/>
                    <a:pt x="1503" y="970"/>
                    <a:pt x="1527" y="970"/>
                  </a:cubicBezTo>
                  <a:cubicBezTo>
                    <a:pt x="2162" y="970"/>
                    <a:pt x="2568" y="655"/>
                    <a:pt x="2858" y="317"/>
                  </a:cubicBezTo>
                  <a:cubicBezTo>
                    <a:pt x="2324" y="125"/>
                    <a:pt x="1790" y="1"/>
                    <a:pt x="126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g13a622d72ec_0_99"/>
            <p:cNvSpPr/>
            <p:nvPr/>
          </p:nvSpPr>
          <p:spPr>
            <a:xfrm flipH="1">
              <a:off x="6943293" y="2746152"/>
              <a:ext cx="153189" cy="43027"/>
            </a:xfrm>
            <a:custGeom>
              <a:rect b="b" l="l" r="r" t="t"/>
              <a:pathLst>
                <a:path extrusionOk="0" h="1028" w="3660">
                  <a:moveTo>
                    <a:pt x="3635" y="0"/>
                  </a:moveTo>
                  <a:lnTo>
                    <a:pt x="1" y="226"/>
                  </a:lnTo>
                  <a:cubicBezTo>
                    <a:pt x="1" y="226"/>
                    <a:pt x="51" y="627"/>
                    <a:pt x="352" y="1003"/>
                  </a:cubicBezTo>
                  <a:cubicBezTo>
                    <a:pt x="761" y="798"/>
                    <a:pt x="1186" y="712"/>
                    <a:pt x="1620" y="712"/>
                  </a:cubicBezTo>
                  <a:cubicBezTo>
                    <a:pt x="2141" y="712"/>
                    <a:pt x="2675" y="836"/>
                    <a:pt x="3209" y="1028"/>
                  </a:cubicBezTo>
                  <a:cubicBezTo>
                    <a:pt x="3560" y="551"/>
                    <a:pt x="3660" y="25"/>
                    <a:pt x="36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g13a622d72ec_0_99"/>
            <p:cNvSpPr/>
            <p:nvPr/>
          </p:nvSpPr>
          <p:spPr>
            <a:xfrm flipH="1">
              <a:off x="7185596" y="2598902"/>
              <a:ext cx="68224" cy="84505"/>
            </a:xfrm>
            <a:custGeom>
              <a:rect b="b" l="l" r="r" t="t"/>
              <a:pathLst>
                <a:path extrusionOk="0" h="2019" w="1630">
                  <a:moveTo>
                    <a:pt x="749" y="0"/>
                  </a:moveTo>
                  <a:cubicBezTo>
                    <a:pt x="717" y="0"/>
                    <a:pt x="684" y="3"/>
                    <a:pt x="652" y="9"/>
                  </a:cubicBezTo>
                  <a:cubicBezTo>
                    <a:pt x="251" y="59"/>
                    <a:pt x="0" y="561"/>
                    <a:pt x="75" y="1112"/>
                  </a:cubicBezTo>
                  <a:cubicBezTo>
                    <a:pt x="170" y="1632"/>
                    <a:pt x="532" y="2018"/>
                    <a:pt x="910" y="2018"/>
                  </a:cubicBezTo>
                  <a:cubicBezTo>
                    <a:pt x="932" y="2018"/>
                    <a:pt x="955" y="2017"/>
                    <a:pt x="978" y="2014"/>
                  </a:cubicBezTo>
                  <a:cubicBezTo>
                    <a:pt x="1379" y="1939"/>
                    <a:pt x="1629" y="1438"/>
                    <a:pt x="1554" y="886"/>
                  </a:cubicBezTo>
                  <a:cubicBezTo>
                    <a:pt x="1462" y="380"/>
                    <a:pt x="1116" y="0"/>
                    <a:pt x="7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g13a622d72ec_0_99"/>
            <p:cNvSpPr/>
            <p:nvPr/>
          </p:nvSpPr>
          <p:spPr>
            <a:xfrm flipH="1">
              <a:off x="6749204" y="2549595"/>
              <a:ext cx="68224" cy="84505"/>
            </a:xfrm>
            <a:custGeom>
              <a:rect b="b" l="l" r="r" t="t"/>
              <a:pathLst>
                <a:path extrusionOk="0" h="2019" w="1630">
                  <a:moveTo>
                    <a:pt x="750" y="0"/>
                  </a:moveTo>
                  <a:cubicBezTo>
                    <a:pt x="717" y="0"/>
                    <a:pt x="685" y="3"/>
                    <a:pt x="652" y="9"/>
                  </a:cubicBezTo>
                  <a:cubicBezTo>
                    <a:pt x="251" y="59"/>
                    <a:pt x="0" y="561"/>
                    <a:pt x="76" y="1137"/>
                  </a:cubicBezTo>
                  <a:cubicBezTo>
                    <a:pt x="170" y="1655"/>
                    <a:pt x="530" y="2019"/>
                    <a:pt x="906" y="2019"/>
                  </a:cubicBezTo>
                  <a:cubicBezTo>
                    <a:pt x="930" y="2019"/>
                    <a:pt x="954" y="2017"/>
                    <a:pt x="978" y="2014"/>
                  </a:cubicBezTo>
                  <a:cubicBezTo>
                    <a:pt x="1379" y="1939"/>
                    <a:pt x="1629" y="1438"/>
                    <a:pt x="1529" y="886"/>
                  </a:cubicBezTo>
                  <a:cubicBezTo>
                    <a:pt x="1460" y="380"/>
                    <a:pt x="1116" y="0"/>
                    <a:pt x="7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g13a622d72ec_0_99"/>
            <p:cNvSpPr/>
            <p:nvPr/>
          </p:nvSpPr>
          <p:spPr>
            <a:xfrm flipH="1">
              <a:off x="7524444" y="3441635"/>
              <a:ext cx="957810" cy="1055332"/>
            </a:xfrm>
            <a:custGeom>
              <a:rect b="b" l="l" r="r" t="t"/>
              <a:pathLst>
                <a:path extrusionOk="0" h="25214" w="22884">
                  <a:moveTo>
                    <a:pt x="10051" y="1"/>
                  </a:moveTo>
                  <a:cubicBezTo>
                    <a:pt x="7244" y="2507"/>
                    <a:pt x="3008" y="6993"/>
                    <a:pt x="1855" y="8848"/>
                  </a:cubicBezTo>
                  <a:cubicBezTo>
                    <a:pt x="1" y="11905"/>
                    <a:pt x="753" y="15189"/>
                    <a:pt x="1730" y="16492"/>
                  </a:cubicBezTo>
                  <a:cubicBezTo>
                    <a:pt x="3735" y="19124"/>
                    <a:pt x="13535" y="23760"/>
                    <a:pt x="17294" y="25214"/>
                  </a:cubicBezTo>
                  <a:cubicBezTo>
                    <a:pt x="18021" y="22382"/>
                    <a:pt x="21906" y="21931"/>
                    <a:pt x="22883" y="19073"/>
                  </a:cubicBezTo>
                  <a:cubicBezTo>
                    <a:pt x="22582" y="18848"/>
                    <a:pt x="16292" y="14512"/>
                    <a:pt x="15991" y="14261"/>
                  </a:cubicBezTo>
                  <a:cubicBezTo>
                    <a:pt x="15239" y="13810"/>
                    <a:pt x="14462" y="13334"/>
                    <a:pt x="13685" y="12883"/>
                  </a:cubicBezTo>
                  <a:lnTo>
                    <a:pt x="13660" y="12908"/>
                  </a:lnTo>
                  <a:lnTo>
                    <a:pt x="12482" y="12281"/>
                  </a:lnTo>
                  <a:cubicBezTo>
                    <a:pt x="12158" y="12413"/>
                    <a:pt x="11885" y="12469"/>
                    <a:pt x="11650" y="12469"/>
                  </a:cubicBezTo>
                  <a:cubicBezTo>
                    <a:pt x="10553" y="12469"/>
                    <a:pt x="10282" y="11249"/>
                    <a:pt x="9510" y="10749"/>
                  </a:cubicBezTo>
                  <a:lnTo>
                    <a:pt x="9510" y="10749"/>
                  </a:lnTo>
                  <a:lnTo>
                    <a:pt x="12482" y="12281"/>
                  </a:lnTo>
                  <a:cubicBezTo>
                    <a:pt x="12532" y="12256"/>
                    <a:pt x="12582" y="12256"/>
                    <a:pt x="12657" y="12206"/>
                  </a:cubicBezTo>
                  <a:lnTo>
                    <a:pt x="16768" y="8647"/>
                  </a:lnTo>
                  <a:cubicBezTo>
                    <a:pt x="14763" y="7670"/>
                    <a:pt x="11129" y="5264"/>
                    <a:pt x="10051"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g13a622d72ec_0_99"/>
            <p:cNvSpPr/>
            <p:nvPr/>
          </p:nvSpPr>
          <p:spPr>
            <a:xfrm flipH="1">
              <a:off x="7373380" y="3208538"/>
              <a:ext cx="741712" cy="654821"/>
            </a:xfrm>
            <a:custGeom>
              <a:rect b="b" l="l" r="r" t="t"/>
              <a:pathLst>
                <a:path extrusionOk="0" h="15645" w="17721">
                  <a:moveTo>
                    <a:pt x="11124" y="1"/>
                  </a:moveTo>
                  <a:cubicBezTo>
                    <a:pt x="4838" y="1"/>
                    <a:pt x="1" y="5319"/>
                    <a:pt x="1" y="5319"/>
                  </a:cubicBezTo>
                  <a:cubicBezTo>
                    <a:pt x="2031" y="11785"/>
                    <a:pt x="8297" y="15645"/>
                    <a:pt x="8297" y="15645"/>
                  </a:cubicBezTo>
                  <a:cubicBezTo>
                    <a:pt x="16918" y="7825"/>
                    <a:pt x="17720" y="2136"/>
                    <a:pt x="17720" y="2136"/>
                  </a:cubicBezTo>
                  <a:cubicBezTo>
                    <a:pt x="15445" y="584"/>
                    <a:pt x="13205" y="1"/>
                    <a:pt x="11124"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g13a622d72ec_0_99"/>
            <p:cNvSpPr/>
            <p:nvPr/>
          </p:nvSpPr>
          <p:spPr>
            <a:xfrm flipH="1">
              <a:off x="7399613" y="3245455"/>
              <a:ext cx="349364" cy="569647"/>
            </a:xfrm>
            <a:custGeom>
              <a:rect b="b" l="l" r="r" t="t"/>
              <a:pathLst>
                <a:path extrusionOk="0" h="13610" w="8347">
                  <a:moveTo>
                    <a:pt x="8196" y="1"/>
                  </a:moveTo>
                  <a:cubicBezTo>
                    <a:pt x="8171" y="26"/>
                    <a:pt x="4838" y="3209"/>
                    <a:pt x="3785" y="4537"/>
                  </a:cubicBezTo>
                  <a:cubicBezTo>
                    <a:pt x="2732" y="5841"/>
                    <a:pt x="101" y="13209"/>
                    <a:pt x="1" y="13535"/>
                  </a:cubicBezTo>
                  <a:lnTo>
                    <a:pt x="201" y="13610"/>
                  </a:lnTo>
                  <a:cubicBezTo>
                    <a:pt x="226" y="13510"/>
                    <a:pt x="2933" y="5941"/>
                    <a:pt x="3961" y="4663"/>
                  </a:cubicBezTo>
                  <a:cubicBezTo>
                    <a:pt x="4988" y="3359"/>
                    <a:pt x="8321" y="176"/>
                    <a:pt x="8347" y="151"/>
                  </a:cubicBezTo>
                  <a:lnTo>
                    <a:pt x="819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g13a622d72ec_0_99"/>
            <p:cNvSpPr/>
            <p:nvPr/>
          </p:nvSpPr>
          <p:spPr>
            <a:xfrm flipH="1">
              <a:off x="7321974" y="4178095"/>
              <a:ext cx="469990" cy="493387"/>
            </a:xfrm>
            <a:custGeom>
              <a:rect b="b" l="l" r="r" t="t"/>
              <a:pathLst>
                <a:path extrusionOk="0" h="11788" w="11229">
                  <a:moveTo>
                    <a:pt x="5058" y="1"/>
                  </a:moveTo>
                  <a:cubicBezTo>
                    <a:pt x="4666" y="1"/>
                    <a:pt x="4295" y="88"/>
                    <a:pt x="3960" y="300"/>
                  </a:cubicBezTo>
                  <a:cubicBezTo>
                    <a:pt x="3960" y="300"/>
                    <a:pt x="401" y="2932"/>
                    <a:pt x="0" y="6591"/>
                  </a:cubicBezTo>
                  <a:cubicBezTo>
                    <a:pt x="25" y="7418"/>
                    <a:pt x="451" y="8220"/>
                    <a:pt x="1228" y="8697"/>
                  </a:cubicBezTo>
                  <a:lnTo>
                    <a:pt x="3008" y="9774"/>
                  </a:lnTo>
                  <a:cubicBezTo>
                    <a:pt x="3058" y="9824"/>
                    <a:pt x="3108" y="9874"/>
                    <a:pt x="3183" y="9925"/>
                  </a:cubicBezTo>
                  <a:lnTo>
                    <a:pt x="5890" y="11654"/>
                  </a:lnTo>
                  <a:cubicBezTo>
                    <a:pt x="6034" y="11745"/>
                    <a:pt x="6190" y="11788"/>
                    <a:pt x="6349" y="11788"/>
                  </a:cubicBezTo>
                  <a:cubicBezTo>
                    <a:pt x="6715" y="11788"/>
                    <a:pt x="7097" y="11562"/>
                    <a:pt x="7394" y="11178"/>
                  </a:cubicBezTo>
                  <a:cubicBezTo>
                    <a:pt x="7619" y="10852"/>
                    <a:pt x="7569" y="10451"/>
                    <a:pt x="7394" y="10125"/>
                  </a:cubicBezTo>
                  <a:cubicBezTo>
                    <a:pt x="7395" y="10124"/>
                    <a:pt x="7398" y="10124"/>
                    <a:pt x="7401" y="10124"/>
                  </a:cubicBezTo>
                  <a:cubicBezTo>
                    <a:pt x="7440" y="10124"/>
                    <a:pt x="7584" y="10170"/>
                    <a:pt x="7783" y="10170"/>
                  </a:cubicBezTo>
                  <a:cubicBezTo>
                    <a:pt x="8104" y="10170"/>
                    <a:pt x="8570" y="10050"/>
                    <a:pt x="8973" y="9423"/>
                  </a:cubicBezTo>
                  <a:cubicBezTo>
                    <a:pt x="9449" y="8697"/>
                    <a:pt x="8822" y="7920"/>
                    <a:pt x="8822" y="7920"/>
                  </a:cubicBezTo>
                  <a:lnTo>
                    <a:pt x="8822" y="7920"/>
                  </a:lnTo>
                  <a:cubicBezTo>
                    <a:pt x="8934" y="7946"/>
                    <a:pt x="9056" y="7964"/>
                    <a:pt x="9182" y="7964"/>
                  </a:cubicBezTo>
                  <a:cubicBezTo>
                    <a:pt x="9537" y="7964"/>
                    <a:pt x="9923" y="7824"/>
                    <a:pt x="10201" y="7343"/>
                  </a:cubicBezTo>
                  <a:cubicBezTo>
                    <a:pt x="10577" y="6691"/>
                    <a:pt x="9875" y="5864"/>
                    <a:pt x="9900" y="5864"/>
                  </a:cubicBezTo>
                  <a:lnTo>
                    <a:pt x="9900" y="5864"/>
                  </a:lnTo>
                  <a:cubicBezTo>
                    <a:pt x="9963" y="5881"/>
                    <a:pt x="10026" y="5889"/>
                    <a:pt x="10087" y="5889"/>
                  </a:cubicBezTo>
                  <a:cubicBezTo>
                    <a:pt x="10486" y="5889"/>
                    <a:pt x="10829" y="5560"/>
                    <a:pt x="11003" y="5213"/>
                  </a:cubicBezTo>
                  <a:cubicBezTo>
                    <a:pt x="11228" y="4737"/>
                    <a:pt x="11028" y="3985"/>
                    <a:pt x="10577" y="3684"/>
                  </a:cubicBezTo>
                  <a:lnTo>
                    <a:pt x="8446" y="2431"/>
                  </a:lnTo>
                  <a:cubicBezTo>
                    <a:pt x="9098" y="1428"/>
                    <a:pt x="7644" y="777"/>
                    <a:pt x="7644" y="777"/>
                  </a:cubicBezTo>
                  <a:cubicBezTo>
                    <a:pt x="6766" y="372"/>
                    <a:pt x="5866" y="1"/>
                    <a:pt x="5058"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g13a622d72ec_0_99"/>
            <p:cNvSpPr/>
            <p:nvPr/>
          </p:nvSpPr>
          <p:spPr>
            <a:xfrm flipH="1">
              <a:off x="7665017" y="4290144"/>
              <a:ext cx="131174" cy="298133"/>
            </a:xfrm>
            <a:custGeom>
              <a:rect b="b" l="l" r="r" t="t"/>
              <a:pathLst>
                <a:path extrusionOk="0" h="7123" w="3134">
                  <a:moveTo>
                    <a:pt x="1679" y="1"/>
                  </a:moveTo>
                  <a:cubicBezTo>
                    <a:pt x="1650" y="1"/>
                    <a:pt x="1619" y="15"/>
                    <a:pt x="1605" y="29"/>
                  </a:cubicBezTo>
                  <a:cubicBezTo>
                    <a:pt x="678" y="1308"/>
                    <a:pt x="126" y="2611"/>
                    <a:pt x="1" y="3914"/>
                  </a:cubicBezTo>
                  <a:cubicBezTo>
                    <a:pt x="26" y="4816"/>
                    <a:pt x="502" y="5619"/>
                    <a:pt x="1279" y="6095"/>
                  </a:cubicBezTo>
                  <a:lnTo>
                    <a:pt x="2958" y="7122"/>
                  </a:lnTo>
                  <a:lnTo>
                    <a:pt x="3008" y="7122"/>
                  </a:lnTo>
                  <a:cubicBezTo>
                    <a:pt x="3058" y="7122"/>
                    <a:pt x="3084" y="7122"/>
                    <a:pt x="3109" y="7097"/>
                  </a:cubicBezTo>
                  <a:cubicBezTo>
                    <a:pt x="3134" y="7047"/>
                    <a:pt x="3109" y="6972"/>
                    <a:pt x="3058" y="6947"/>
                  </a:cubicBezTo>
                  <a:lnTo>
                    <a:pt x="1379" y="5944"/>
                  </a:lnTo>
                  <a:cubicBezTo>
                    <a:pt x="652" y="5493"/>
                    <a:pt x="226" y="4741"/>
                    <a:pt x="176" y="3914"/>
                  </a:cubicBezTo>
                  <a:cubicBezTo>
                    <a:pt x="327" y="2661"/>
                    <a:pt x="853" y="1408"/>
                    <a:pt x="1755" y="155"/>
                  </a:cubicBezTo>
                  <a:cubicBezTo>
                    <a:pt x="1780" y="105"/>
                    <a:pt x="1780" y="55"/>
                    <a:pt x="1730" y="29"/>
                  </a:cubicBezTo>
                  <a:cubicBezTo>
                    <a:pt x="1720" y="8"/>
                    <a:pt x="1700" y="1"/>
                    <a:pt x="16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g13a622d72ec_0_99"/>
            <p:cNvSpPr/>
            <p:nvPr/>
          </p:nvSpPr>
          <p:spPr>
            <a:xfrm flipH="1">
              <a:off x="7355534" y="4244772"/>
              <a:ext cx="153189" cy="84380"/>
            </a:xfrm>
            <a:custGeom>
              <a:rect b="b" l="l" r="r" t="t"/>
              <a:pathLst>
                <a:path extrusionOk="0" h="2016" w="3660">
                  <a:moveTo>
                    <a:pt x="111" y="1"/>
                  </a:moveTo>
                  <a:cubicBezTo>
                    <a:pt x="75" y="1"/>
                    <a:pt x="43" y="24"/>
                    <a:pt x="25" y="61"/>
                  </a:cubicBezTo>
                  <a:cubicBezTo>
                    <a:pt x="0" y="111"/>
                    <a:pt x="25" y="161"/>
                    <a:pt x="75" y="186"/>
                  </a:cubicBezTo>
                  <a:cubicBezTo>
                    <a:pt x="1980" y="988"/>
                    <a:pt x="3484" y="1991"/>
                    <a:pt x="3484" y="2016"/>
                  </a:cubicBezTo>
                  <a:lnTo>
                    <a:pt x="3534" y="2016"/>
                  </a:lnTo>
                  <a:cubicBezTo>
                    <a:pt x="3559" y="2016"/>
                    <a:pt x="3609" y="2016"/>
                    <a:pt x="3609" y="1991"/>
                  </a:cubicBezTo>
                  <a:cubicBezTo>
                    <a:pt x="3659" y="1941"/>
                    <a:pt x="3634" y="1890"/>
                    <a:pt x="3584" y="1840"/>
                  </a:cubicBezTo>
                  <a:cubicBezTo>
                    <a:pt x="3584" y="1840"/>
                    <a:pt x="2055" y="838"/>
                    <a:pt x="150" y="11"/>
                  </a:cubicBezTo>
                  <a:cubicBezTo>
                    <a:pt x="137" y="4"/>
                    <a:pt x="124" y="1"/>
                    <a:pt x="1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g13a622d72ec_0_99"/>
            <p:cNvSpPr/>
            <p:nvPr/>
          </p:nvSpPr>
          <p:spPr>
            <a:xfrm flipH="1">
              <a:off x="5635134" y="2383175"/>
              <a:ext cx="599029" cy="599029"/>
            </a:xfrm>
            <a:custGeom>
              <a:rect b="b" l="l" r="r" t="t"/>
              <a:pathLst>
                <a:path extrusionOk="0" h="14312" w="14312">
                  <a:moveTo>
                    <a:pt x="7143" y="0"/>
                  </a:moveTo>
                  <a:cubicBezTo>
                    <a:pt x="3208" y="0"/>
                    <a:pt x="0" y="3208"/>
                    <a:pt x="0" y="7168"/>
                  </a:cubicBezTo>
                  <a:cubicBezTo>
                    <a:pt x="0" y="11103"/>
                    <a:pt x="3208" y="14311"/>
                    <a:pt x="7143" y="14311"/>
                  </a:cubicBezTo>
                  <a:cubicBezTo>
                    <a:pt x="11103" y="14311"/>
                    <a:pt x="14311" y="11103"/>
                    <a:pt x="14311" y="7168"/>
                  </a:cubicBezTo>
                  <a:cubicBezTo>
                    <a:pt x="14311" y="3208"/>
                    <a:pt x="11103" y="0"/>
                    <a:pt x="7143" y="0"/>
                  </a:cubicBezTo>
                  <a:close/>
                </a:path>
              </a:pathLst>
            </a:custGeom>
            <a:solidFill>
              <a:srgbClr val="135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g13a622d72ec_0_99"/>
            <p:cNvSpPr/>
            <p:nvPr/>
          </p:nvSpPr>
          <p:spPr>
            <a:xfrm flipH="1">
              <a:off x="5714857"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6" y="1906"/>
                    <a:pt x="2456" y="1229"/>
                  </a:cubicBezTo>
                  <a:cubicBezTo>
                    <a:pt x="2456"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g13a622d72ec_0_99"/>
            <p:cNvSpPr/>
            <p:nvPr/>
          </p:nvSpPr>
          <p:spPr>
            <a:xfrm flipH="1">
              <a:off x="5880607"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6" y="1906"/>
                    <a:pt x="2456" y="1229"/>
                  </a:cubicBezTo>
                  <a:cubicBezTo>
                    <a:pt x="2456"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g13a622d72ec_0_99"/>
            <p:cNvSpPr/>
            <p:nvPr/>
          </p:nvSpPr>
          <p:spPr>
            <a:xfrm flipH="1">
              <a:off x="6046358"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7" y="1906"/>
                    <a:pt x="2457" y="1229"/>
                  </a:cubicBezTo>
                  <a:cubicBezTo>
                    <a:pt x="2457"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g13a622d72ec_0_99"/>
            <p:cNvSpPr/>
            <p:nvPr/>
          </p:nvSpPr>
          <p:spPr>
            <a:xfrm flipH="1">
              <a:off x="6133421" y="2589819"/>
              <a:ext cx="221371" cy="197263"/>
            </a:xfrm>
            <a:custGeom>
              <a:rect b="b" l="l" r="r" t="t"/>
              <a:pathLst>
                <a:path extrusionOk="0" h="4713" w="5289">
                  <a:moveTo>
                    <a:pt x="5288" y="1"/>
                  </a:moveTo>
                  <a:lnTo>
                    <a:pt x="0" y="552"/>
                  </a:lnTo>
                  <a:lnTo>
                    <a:pt x="4085" y="4712"/>
                  </a:lnTo>
                  <a:lnTo>
                    <a:pt x="5288" y="1"/>
                  </a:lnTo>
                  <a:close/>
                </a:path>
              </a:pathLst>
            </a:custGeom>
            <a:solidFill>
              <a:srgbClr val="135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g13a622d72ec_0_99"/>
            <p:cNvSpPr/>
            <p:nvPr/>
          </p:nvSpPr>
          <p:spPr>
            <a:xfrm flipH="1">
              <a:off x="5730571" y="4673700"/>
              <a:ext cx="2856608" cy="66476"/>
            </a:xfrm>
            <a:custGeom>
              <a:rect b="b" l="l" r="r" t="t"/>
              <a:pathLst>
                <a:path extrusionOk="0" h="1781" w="76518">
                  <a:moveTo>
                    <a:pt x="1" y="1"/>
                  </a:moveTo>
                  <a:lnTo>
                    <a:pt x="1" y="1780"/>
                  </a:lnTo>
                  <a:lnTo>
                    <a:pt x="76517" y="1780"/>
                  </a:lnTo>
                  <a:lnTo>
                    <a:pt x="7651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g13a622d72ec_0_99"/>
            <p:cNvSpPr/>
            <p:nvPr/>
          </p:nvSpPr>
          <p:spPr>
            <a:xfrm>
              <a:off x="7958725" y="3865950"/>
              <a:ext cx="160750" cy="122650"/>
            </a:xfrm>
            <a:custGeom>
              <a:rect b="b" l="l" r="r" t="t"/>
              <a:pathLst>
                <a:path extrusionOk="0" h="4906" w="6430">
                  <a:moveTo>
                    <a:pt x="0" y="3644"/>
                  </a:moveTo>
                  <a:lnTo>
                    <a:pt x="6430" y="0"/>
                  </a:lnTo>
                  <a:lnTo>
                    <a:pt x="4477" y="4906"/>
                  </a:lnTo>
                  <a:close/>
                </a:path>
              </a:pathLst>
            </a:custGeom>
            <a:solidFill>
              <a:srgbClr val="BC574C"/>
            </a:solidFill>
            <a:ln>
              <a:noFill/>
            </a:ln>
          </p:spPr>
        </p:sp>
        <p:grpSp>
          <p:nvGrpSpPr>
            <p:cNvPr id="781" name="Google Shape;781;g13a622d72ec_0_99"/>
            <p:cNvGrpSpPr/>
            <p:nvPr/>
          </p:nvGrpSpPr>
          <p:grpSpPr>
            <a:xfrm rot="190448">
              <a:off x="5499133" y="3376991"/>
              <a:ext cx="851062" cy="769057"/>
              <a:chOff x="3422450" y="1910675"/>
              <a:chExt cx="1386000" cy="1252450"/>
            </a:xfrm>
          </p:grpSpPr>
          <p:sp>
            <p:nvSpPr>
              <p:cNvPr id="782" name="Google Shape;782;g13a622d72ec_0_99"/>
              <p:cNvSpPr/>
              <p:nvPr/>
            </p:nvSpPr>
            <p:spPr>
              <a:xfrm>
                <a:off x="4066575" y="1910675"/>
                <a:ext cx="741875" cy="696325"/>
              </a:xfrm>
              <a:custGeom>
                <a:rect b="b" l="l" r="r" t="t"/>
                <a:pathLst>
                  <a:path extrusionOk="0" h="27853" w="29675">
                    <a:moveTo>
                      <a:pt x="15361" y="1"/>
                    </a:moveTo>
                    <a:cubicBezTo>
                      <a:pt x="11400" y="1"/>
                      <a:pt x="7522" y="1758"/>
                      <a:pt x="4862" y="4953"/>
                    </a:cubicBezTo>
                    <a:cubicBezTo>
                      <a:pt x="4838" y="4950"/>
                      <a:pt x="4813" y="4948"/>
                      <a:pt x="4787" y="4948"/>
                    </a:cubicBezTo>
                    <a:cubicBezTo>
                      <a:pt x="4607" y="4948"/>
                      <a:pt x="4415" y="5028"/>
                      <a:pt x="4261" y="5204"/>
                    </a:cubicBezTo>
                    <a:cubicBezTo>
                      <a:pt x="827" y="9289"/>
                      <a:pt x="0" y="15103"/>
                      <a:pt x="2181" y="19991"/>
                    </a:cubicBezTo>
                    <a:cubicBezTo>
                      <a:pt x="4405" y="24929"/>
                      <a:pt x="9590" y="27853"/>
                      <a:pt x="14863" y="27853"/>
                    </a:cubicBezTo>
                    <a:cubicBezTo>
                      <a:pt x="15532" y="27853"/>
                      <a:pt x="16202" y="27806"/>
                      <a:pt x="16867" y="27710"/>
                    </a:cubicBezTo>
                    <a:cubicBezTo>
                      <a:pt x="22832" y="26858"/>
                      <a:pt x="27770" y="22046"/>
                      <a:pt x="28722" y="16106"/>
                    </a:cubicBezTo>
                    <a:cubicBezTo>
                      <a:pt x="29675" y="10316"/>
                      <a:pt x="26893" y="4402"/>
                      <a:pt x="21730" y="1620"/>
                    </a:cubicBezTo>
                    <a:cubicBezTo>
                      <a:pt x="19704" y="523"/>
                      <a:pt x="17520" y="1"/>
                      <a:pt x="1536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g13a622d72ec_0_99"/>
              <p:cNvSpPr/>
              <p:nvPr/>
            </p:nvSpPr>
            <p:spPr>
              <a:xfrm>
                <a:off x="3584200" y="2260100"/>
                <a:ext cx="872625" cy="789850"/>
              </a:xfrm>
              <a:custGeom>
                <a:rect b="b" l="l" r="r" t="t"/>
                <a:pathLst>
                  <a:path extrusionOk="0" h="31594" w="34905">
                    <a:moveTo>
                      <a:pt x="23229" y="0"/>
                    </a:moveTo>
                    <a:cubicBezTo>
                      <a:pt x="23032" y="0"/>
                      <a:pt x="22830" y="73"/>
                      <a:pt x="22654" y="249"/>
                    </a:cubicBezTo>
                    <a:cubicBezTo>
                      <a:pt x="15486" y="7743"/>
                      <a:pt x="8293" y="15212"/>
                      <a:pt x="1100" y="22706"/>
                    </a:cubicBezTo>
                    <a:cubicBezTo>
                      <a:pt x="924" y="22881"/>
                      <a:pt x="874" y="23107"/>
                      <a:pt x="899" y="23282"/>
                    </a:cubicBezTo>
                    <a:cubicBezTo>
                      <a:pt x="799" y="23407"/>
                      <a:pt x="749" y="23533"/>
                      <a:pt x="699" y="23708"/>
                    </a:cubicBezTo>
                    <a:cubicBezTo>
                      <a:pt x="0" y="27921"/>
                      <a:pt x="3193" y="31594"/>
                      <a:pt x="7326" y="31594"/>
                    </a:cubicBezTo>
                    <a:cubicBezTo>
                      <a:pt x="7643" y="31594"/>
                      <a:pt x="7966" y="31572"/>
                      <a:pt x="8293" y="31528"/>
                    </a:cubicBezTo>
                    <a:cubicBezTo>
                      <a:pt x="8669" y="31477"/>
                      <a:pt x="8869" y="31227"/>
                      <a:pt x="8944" y="30951"/>
                    </a:cubicBezTo>
                    <a:cubicBezTo>
                      <a:pt x="9019" y="30926"/>
                      <a:pt x="9070" y="30876"/>
                      <a:pt x="9120" y="30851"/>
                    </a:cubicBezTo>
                    <a:cubicBezTo>
                      <a:pt x="17390" y="24410"/>
                      <a:pt x="25636" y="17994"/>
                      <a:pt x="33882" y="11553"/>
                    </a:cubicBezTo>
                    <a:cubicBezTo>
                      <a:pt x="33930" y="11560"/>
                      <a:pt x="33978" y="11564"/>
                      <a:pt x="34027" y="11564"/>
                    </a:cubicBezTo>
                    <a:cubicBezTo>
                      <a:pt x="34463" y="11564"/>
                      <a:pt x="34904" y="11264"/>
                      <a:pt x="34859" y="10700"/>
                    </a:cubicBezTo>
                    <a:cubicBezTo>
                      <a:pt x="34408" y="4710"/>
                      <a:pt x="29571" y="274"/>
                      <a:pt x="23631" y="99"/>
                    </a:cubicBezTo>
                    <a:cubicBezTo>
                      <a:pt x="23507" y="37"/>
                      <a:pt x="23369" y="0"/>
                      <a:pt x="2322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g13a622d72ec_0_99"/>
              <p:cNvSpPr/>
              <p:nvPr/>
            </p:nvSpPr>
            <p:spPr>
              <a:xfrm>
                <a:off x="3422450" y="2847550"/>
                <a:ext cx="384750" cy="313400"/>
              </a:xfrm>
              <a:custGeom>
                <a:rect b="b" l="l" r="r" t="t"/>
                <a:pathLst>
                  <a:path extrusionOk="0" h="12536" w="15390">
                    <a:moveTo>
                      <a:pt x="8019" y="0"/>
                    </a:moveTo>
                    <a:cubicBezTo>
                      <a:pt x="7897" y="0"/>
                      <a:pt x="7789" y="28"/>
                      <a:pt x="7695" y="85"/>
                    </a:cubicBezTo>
                    <a:cubicBezTo>
                      <a:pt x="7494" y="85"/>
                      <a:pt x="7319" y="185"/>
                      <a:pt x="7169" y="360"/>
                    </a:cubicBezTo>
                    <a:lnTo>
                      <a:pt x="4712" y="3468"/>
                    </a:lnTo>
                    <a:cubicBezTo>
                      <a:pt x="3134" y="5223"/>
                      <a:pt x="1655" y="7002"/>
                      <a:pt x="201" y="8857"/>
                    </a:cubicBezTo>
                    <a:cubicBezTo>
                      <a:pt x="26" y="9107"/>
                      <a:pt x="1" y="9333"/>
                      <a:pt x="76" y="9558"/>
                    </a:cubicBezTo>
                    <a:cubicBezTo>
                      <a:pt x="51" y="9659"/>
                      <a:pt x="76" y="9784"/>
                      <a:pt x="126" y="9934"/>
                    </a:cubicBezTo>
                    <a:cubicBezTo>
                      <a:pt x="527" y="11037"/>
                      <a:pt x="1354" y="11914"/>
                      <a:pt x="2432" y="12416"/>
                    </a:cubicBezTo>
                    <a:cubicBezTo>
                      <a:pt x="2457" y="12441"/>
                      <a:pt x="2507" y="12441"/>
                      <a:pt x="2532" y="12441"/>
                    </a:cubicBezTo>
                    <a:cubicBezTo>
                      <a:pt x="2648" y="12499"/>
                      <a:pt x="2770" y="12535"/>
                      <a:pt x="2894" y="12535"/>
                    </a:cubicBezTo>
                    <a:cubicBezTo>
                      <a:pt x="3038" y="12535"/>
                      <a:pt x="3186" y="12486"/>
                      <a:pt x="3334" y="12365"/>
                    </a:cubicBezTo>
                    <a:cubicBezTo>
                      <a:pt x="3635" y="12115"/>
                      <a:pt x="3961" y="11889"/>
                      <a:pt x="4261" y="11639"/>
                    </a:cubicBezTo>
                    <a:cubicBezTo>
                      <a:pt x="4412" y="11538"/>
                      <a:pt x="4587" y="11438"/>
                      <a:pt x="4738" y="11338"/>
                    </a:cubicBezTo>
                    <a:cubicBezTo>
                      <a:pt x="5690" y="10686"/>
                      <a:pt x="6642" y="9985"/>
                      <a:pt x="7570" y="9258"/>
                    </a:cubicBezTo>
                    <a:cubicBezTo>
                      <a:pt x="8422" y="9634"/>
                      <a:pt x="9324" y="9884"/>
                      <a:pt x="10251" y="10035"/>
                    </a:cubicBezTo>
                    <a:cubicBezTo>
                      <a:pt x="10348" y="10104"/>
                      <a:pt x="10467" y="10142"/>
                      <a:pt x="10600" y="10142"/>
                    </a:cubicBezTo>
                    <a:cubicBezTo>
                      <a:pt x="10710" y="10142"/>
                      <a:pt x="10829" y="10116"/>
                      <a:pt x="10953" y="10060"/>
                    </a:cubicBezTo>
                    <a:cubicBezTo>
                      <a:pt x="12357" y="9333"/>
                      <a:pt x="13660" y="8456"/>
                      <a:pt x="14838" y="7378"/>
                    </a:cubicBezTo>
                    <a:cubicBezTo>
                      <a:pt x="14863" y="7378"/>
                      <a:pt x="14863" y="7353"/>
                      <a:pt x="14888" y="7328"/>
                    </a:cubicBezTo>
                    <a:cubicBezTo>
                      <a:pt x="15189" y="7228"/>
                      <a:pt x="15389" y="6952"/>
                      <a:pt x="15314" y="6551"/>
                    </a:cubicBezTo>
                    <a:cubicBezTo>
                      <a:pt x="14913" y="4446"/>
                      <a:pt x="13760" y="2641"/>
                      <a:pt x="12081" y="1438"/>
                    </a:cubicBezTo>
                    <a:cubicBezTo>
                      <a:pt x="11053" y="411"/>
                      <a:pt x="9550" y="160"/>
                      <a:pt x="8146" y="10"/>
                    </a:cubicBezTo>
                    <a:cubicBezTo>
                      <a:pt x="8102" y="3"/>
                      <a:pt x="8060" y="0"/>
                      <a:pt x="801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g13a622d72ec_0_99"/>
              <p:cNvSpPr/>
              <p:nvPr/>
            </p:nvSpPr>
            <p:spPr>
              <a:xfrm>
                <a:off x="3423075" y="3065350"/>
                <a:ext cx="106375" cy="97775"/>
              </a:xfrm>
              <a:custGeom>
                <a:rect b="b" l="l" r="r" t="t"/>
                <a:pathLst>
                  <a:path extrusionOk="0" h="3911" w="4255">
                    <a:moveTo>
                      <a:pt x="772" y="1"/>
                    </a:moveTo>
                    <a:cubicBezTo>
                      <a:pt x="534" y="1"/>
                      <a:pt x="328" y="83"/>
                      <a:pt x="176" y="270"/>
                    </a:cubicBezTo>
                    <a:cubicBezTo>
                      <a:pt x="76" y="295"/>
                      <a:pt x="1" y="395"/>
                      <a:pt x="1" y="521"/>
                    </a:cubicBezTo>
                    <a:cubicBezTo>
                      <a:pt x="101" y="2250"/>
                      <a:pt x="1329" y="3603"/>
                      <a:pt x="3033" y="3904"/>
                    </a:cubicBezTo>
                    <a:cubicBezTo>
                      <a:pt x="3051" y="3909"/>
                      <a:pt x="3068" y="3911"/>
                      <a:pt x="3084" y="3911"/>
                    </a:cubicBezTo>
                    <a:cubicBezTo>
                      <a:pt x="3159" y="3911"/>
                      <a:pt x="3218" y="3866"/>
                      <a:pt x="3259" y="3804"/>
                    </a:cubicBezTo>
                    <a:cubicBezTo>
                      <a:pt x="3276" y="3808"/>
                      <a:pt x="3293" y="3810"/>
                      <a:pt x="3310" y="3810"/>
                    </a:cubicBezTo>
                    <a:cubicBezTo>
                      <a:pt x="3393" y="3810"/>
                      <a:pt x="3472" y="3762"/>
                      <a:pt x="3535" y="3679"/>
                    </a:cubicBezTo>
                    <a:cubicBezTo>
                      <a:pt x="4254" y="2430"/>
                      <a:pt x="2060" y="1"/>
                      <a:pt x="77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g13a622d72ec_0_99"/>
              <p:cNvSpPr/>
              <p:nvPr/>
            </p:nvSpPr>
            <p:spPr>
              <a:xfrm>
                <a:off x="4146525" y="1961650"/>
                <a:ext cx="603650" cy="618500"/>
              </a:xfrm>
              <a:custGeom>
                <a:rect b="b" l="l" r="r" t="t"/>
                <a:pathLst>
                  <a:path extrusionOk="0" h="24740" w="24146">
                    <a:moveTo>
                      <a:pt x="2873" y="1"/>
                    </a:moveTo>
                    <a:cubicBezTo>
                      <a:pt x="2303" y="1"/>
                      <a:pt x="1745" y="114"/>
                      <a:pt x="1213" y="383"/>
                    </a:cubicBezTo>
                    <a:cubicBezTo>
                      <a:pt x="1" y="1032"/>
                      <a:pt x="528" y="2861"/>
                      <a:pt x="1616" y="2861"/>
                    </a:cubicBezTo>
                    <a:cubicBezTo>
                      <a:pt x="1787" y="2861"/>
                      <a:pt x="1971" y="2816"/>
                      <a:pt x="2166" y="2714"/>
                    </a:cubicBezTo>
                    <a:cubicBezTo>
                      <a:pt x="2407" y="2588"/>
                      <a:pt x="2682" y="2532"/>
                      <a:pt x="2980" y="2532"/>
                    </a:cubicBezTo>
                    <a:cubicBezTo>
                      <a:pt x="4819" y="2532"/>
                      <a:pt x="7543" y="4647"/>
                      <a:pt x="8707" y="5445"/>
                    </a:cubicBezTo>
                    <a:cubicBezTo>
                      <a:pt x="10637" y="6799"/>
                      <a:pt x="12416" y="8378"/>
                      <a:pt x="13995" y="10132"/>
                    </a:cubicBezTo>
                    <a:cubicBezTo>
                      <a:pt x="15574" y="11887"/>
                      <a:pt x="16978" y="13841"/>
                      <a:pt x="18081" y="15922"/>
                    </a:cubicBezTo>
                    <a:cubicBezTo>
                      <a:pt x="18532" y="16724"/>
                      <a:pt x="21264" y="21736"/>
                      <a:pt x="20436" y="22438"/>
                    </a:cubicBezTo>
                    <a:cubicBezTo>
                      <a:pt x="19451" y="23282"/>
                      <a:pt x="20224" y="24740"/>
                      <a:pt x="21202" y="24740"/>
                    </a:cubicBezTo>
                    <a:cubicBezTo>
                      <a:pt x="21444" y="24740"/>
                      <a:pt x="21697" y="24651"/>
                      <a:pt x="21940" y="24443"/>
                    </a:cubicBezTo>
                    <a:cubicBezTo>
                      <a:pt x="24146" y="22588"/>
                      <a:pt x="22416" y="19330"/>
                      <a:pt x="21489" y="17175"/>
                    </a:cubicBezTo>
                    <a:cubicBezTo>
                      <a:pt x="20161" y="14167"/>
                      <a:pt x="18381" y="11335"/>
                      <a:pt x="16201" y="8854"/>
                    </a:cubicBezTo>
                    <a:cubicBezTo>
                      <a:pt x="14096" y="6448"/>
                      <a:pt x="11690" y="4343"/>
                      <a:pt x="8958" y="2638"/>
                    </a:cubicBezTo>
                    <a:cubicBezTo>
                      <a:pt x="7314" y="1609"/>
                      <a:pt x="5014" y="1"/>
                      <a:pt x="28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87" name="Google Shape;787;g13a622d72ec_0_99"/>
            <p:cNvSpPr/>
            <p:nvPr/>
          </p:nvSpPr>
          <p:spPr>
            <a:xfrm flipH="1">
              <a:off x="5699122" y="3605753"/>
              <a:ext cx="198309" cy="196300"/>
            </a:xfrm>
            <a:custGeom>
              <a:rect b="b" l="l" r="r" t="t"/>
              <a:pathLst>
                <a:path extrusionOk="0" h="4690" w="4738">
                  <a:moveTo>
                    <a:pt x="3415" y="1"/>
                  </a:moveTo>
                  <a:cubicBezTo>
                    <a:pt x="3134" y="1"/>
                    <a:pt x="2857" y="114"/>
                    <a:pt x="2657" y="340"/>
                  </a:cubicBezTo>
                  <a:lnTo>
                    <a:pt x="401" y="2822"/>
                  </a:lnTo>
                  <a:cubicBezTo>
                    <a:pt x="0" y="3223"/>
                    <a:pt x="26" y="3874"/>
                    <a:pt x="452" y="4275"/>
                  </a:cubicBezTo>
                  <a:lnTo>
                    <a:pt x="627" y="4426"/>
                  </a:lnTo>
                  <a:cubicBezTo>
                    <a:pt x="815" y="4602"/>
                    <a:pt x="1058" y="4690"/>
                    <a:pt x="1305" y="4690"/>
                  </a:cubicBezTo>
                  <a:cubicBezTo>
                    <a:pt x="1584" y="4690"/>
                    <a:pt x="1868" y="4577"/>
                    <a:pt x="2081" y="4350"/>
                  </a:cubicBezTo>
                  <a:lnTo>
                    <a:pt x="4336" y="1894"/>
                  </a:lnTo>
                  <a:cubicBezTo>
                    <a:pt x="4737" y="1468"/>
                    <a:pt x="4687" y="817"/>
                    <a:pt x="4286" y="415"/>
                  </a:cubicBezTo>
                  <a:lnTo>
                    <a:pt x="4111" y="265"/>
                  </a:lnTo>
                  <a:cubicBezTo>
                    <a:pt x="3911" y="89"/>
                    <a:pt x="3662" y="1"/>
                    <a:pt x="3415"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g13a622d72ec_0_99"/>
            <p:cNvSpPr/>
            <p:nvPr/>
          </p:nvSpPr>
          <p:spPr>
            <a:xfrm flipH="1">
              <a:off x="5784089" y="3560297"/>
              <a:ext cx="174201" cy="173949"/>
            </a:xfrm>
            <a:custGeom>
              <a:rect b="b" l="l" r="r" t="t"/>
              <a:pathLst>
                <a:path extrusionOk="0" h="4156" w="4162">
                  <a:moveTo>
                    <a:pt x="3010" y="0"/>
                  </a:moveTo>
                  <a:cubicBezTo>
                    <a:pt x="2763" y="0"/>
                    <a:pt x="2516" y="101"/>
                    <a:pt x="2332" y="298"/>
                  </a:cubicBezTo>
                  <a:lnTo>
                    <a:pt x="327" y="2479"/>
                  </a:lnTo>
                  <a:cubicBezTo>
                    <a:pt x="1" y="2855"/>
                    <a:pt x="26" y="3431"/>
                    <a:pt x="402" y="3782"/>
                  </a:cubicBezTo>
                  <a:lnTo>
                    <a:pt x="527" y="3908"/>
                  </a:lnTo>
                  <a:cubicBezTo>
                    <a:pt x="705" y="4074"/>
                    <a:pt x="929" y="4156"/>
                    <a:pt x="1152" y="4156"/>
                  </a:cubicBezTo>
                  <a:cubicBezTo>
                    <a:pt x="1399" y="4156"/>
                    <a:pt x="1646" y="4055"/>
                    <a:pt x="1830" y="3857"/>
                  </a:cubicBezTo>
                  <a:lnTo>
                    <a:pt x="3835" y="1677"/>
                  </a:lnTo>
                  <a:cubicBezTo>
                    <a:pt x="4161" y="1301"/>
                    <a:pt x="4136" y="725"/>
                    <a:pt x="3785" y="374"/>
                  </a:cubicBezTo>
                  <a:lnTo>
                    <a:pt x="3635" y="248"/>
                  </a:lnTo>
                  <a:cubicBezTo>
                    <a:pt x="3457" y="82"/>
                    <a:pt x="3233" y="0"/>
                    <a:pt x="3010"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g13a622d72ec_0_99"/>
            <p:cNvSpPr/>
            <p:nvPr/>
          </p:nvSpPr>
          <p:spPr>
            <a:xfrm flipH="1">
              <a:off x="5621521" y="3663473"/>
              <a:ext cx="198267" cy="196300"/>
            </a:xfrm>
            <a:custGeom>
              <a:rect b="b" l="l" r="r" t="t"/>
              <a:pathLst>
                <a:path extrusionOk="0" h="4690" w="4737">
                  <a:moveTo>
                    <a:pt x="3414" y="0"/>
                  </a:moveTo>
                  <a:cubicBezTo>
                    <a:pt x="3134" y="0"/>
                    <a:pt x="2857" y="113"/>
                    <a:pt x="2657" y="340"/>
                  </a:cubicBezTo>
                  <a:lnTo>
                    <a:pt x="401" y="2796"/>
                  </a:lnTo>
                  <a:cubicBezTo>
                    <a:pt x="0" y="3222"/>
                    <a:pt x="25" y="3874"/>
                    <a:pt x="451" y="4275"/>
                  </a:cubicBezTo>
                  <a:lnTo>
                    <a:pt x="627" y="4425"/>
                  </a:lnTo>
                  <a:cubicBezTo>
                    <a:pt x="815" y="4601"/>
                    <a:pt x="1058" y="4689"/>
                    <a:pt x="1304" y="4689"/>
                  </a:cubicBezTo>
                  <a:cubicBezTo>
                    <a:pt x="1584" y="4689"/>
                    <a:pt x="1867" y="4576"/>
                    <a:pt x="2080" y="4350"/>
                  </a:cubicBezTo>
                  <a:lnTo>
                    <a:pt x="4336" y="1894"/>
                  </a:lnTo>
                  <a:cubicBezTo>
                    <a:pt x="4737" y="1468"/>
                    <a:pt x="4687" y="816"/>
                    <a:pt x="4286" y="415"/>
                  </a:cubicBezTo>
                  <a:lnTo>
                    <a:pt x="4110" y="265"/>
                  </a:lnTo>
                  <a:cubicBezTo>
                    <a:pt x="3911" y="88"/>
                    <a:pt x="3661" y="0"/>
                    <a:pt x="3414"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g13a622d72ec_0_99"/>
            <p:cNvSpPr/>
            <p:nvPr/>
          </p:nvSpPr>
          <p:spPr>
            <a:xfrm flipH="1">
              <a:off x="5566940" y="3738605"/>
              <a:ext cx="180479" cy="178177"/>
            </a:xfrm>
            <a:custGeom>
              <a:rect b="b" l="l" r="r" t="t"/>
              <a:pathLst>
                <a:path extrusionOk="0" h="4257" w="4312">
                  <a:moveTo>
                    <a:pt x="3110" y="1"/>
                  </a:moveTo>
                  <a:cubicBezTo>
                    <a:pt x="2863" y="1"/>
                    <a:pt x="2616" y="101"/>
                    <a:pt x="2432" y="299"/>
                  </a:cubicBezTo>
                  <a:lnTo>
                    <a:pt x="351" y="2555"/>
                  </a:lnTo>
                  <a:cubicBezTo>
                    <a:pt x="0" y="2931"/>
                    <a:pt x="26" y="3532"/>
                    <a:pt x="427" y="3883"/>
                  </a:cubicBezTo>
                  <a:lnTo>
                    <a:pt x="577" y="4008"/>
                  </a:lnTo>
                  <a:cubicBezTo>
                    <a:pt x="755" y="4175"/>
                    <a:pt x="984" y="4257"/>
                    <a:pt x="1213" y="4257"/>
                  </a:cubicBezTo>
                  <a:cubicBezTo>
                    <a:pt x="1467" y="4257"/>
                    <a:pt x="1721" y="4156"/>
                    <a:pt x="1905" y="3958"/>
                  </a:cubicBezTo>
                  <a:lnTo>
                    <a:pt x="3960" y="1703"/>
                  </a:lnTo>
                  <a:cubicBezTo>
                    <a:pt x="4311" y="1327"/>
                    <a:pt x="4286" y="725"/>
                    <a:pt x="3885" y="374"/>
                  </a:cubicBezTo>
                  <a:lnTo>
                    <a:pt x="3735" y="249"/>
                  </a:lnTo>
                  <a:cubicBezTo>
                    <a:pt x="3557" y="83"/>
                    <a:pt x="3333" y="1"/>
                    <a:pt x="3110"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g13a622d72ec_0_99"/>
            <p:cNvSpPr/>
            <p:nvPr/>
          </p:nvSpPr>
          <p:spPr>
            <a:xfrm flipH="1">
              <a:off x="5700168" y="3601986"/>
              <a:ext cx="197263" cy="203708"/>
            </a:xfrm>
            <a:custGeom>
              <a:rect b="b" l="l" r="r" t="t"/>
              <a:pathLst>
                <a:path extrusionOk="0" h="4867" w="4713">
                  <a:moveTo>
                    <a:pt x="3425" y="185"/>
                  </a:moveTo>
                  <a:cubicBezTo>
                    <a:pt x="3648" y="185"/>
                    <a:pt x="3874" y="267"/>
                    <a:pt x="4061" y="430"/>
                  </a:cubicBezTo>
                  <a:lnTo>
                    <a:pt x="4211" y="581"/>
                  </a:lnTo>
                  <a:cubicBezTo>
                    <a:pt x="4386" y="756"/>
                    <a:pt x="4512" y="982"/>
                    <a:pt x="4512" y="1232"/>
                  </a:cubicBezTo>
                  <a:cubicBezTo>
                    <a:pt x="4537" y="1483"/>
                    <a:pt x="4437" y="1734"/>
                    <a:pt x="4261" y="1909"/>
                  </a:cubicBezTo>
                  <a:lnTo>
                    <a:pt x="2006" y="4390"/>
                  </a:lnTo>
                  <a:cubicBezTo>
                    <a:pt x="1821" y="4588"/>
                    <a:pt x="1567" y="4689"/>
                    <a:pt x="1313" y="4689"/>
                  </a:cubicBezTo>
                  <a:cubicBezTo>
                    <a:pt x="1084" y="4689"/>
                    <a:pt x="855" y="4607"/>
                    <a:pt x="677" y="4440"/>
                  </a:cubicBezTo>
                  <a:lnTo>
                    <a:pt x="527" y="4290"/>
                  </a:lnTo>
                  <a:cubicBezTo>
                    <a:pt x="326" y="4115"/>
                    <a:pt x="226" y="3889"/>
                    <a:pt x="226" y="3638"/>
                  </a:cubicBezTo>
                  <a:cubicBezTo>
                    <a:pt x="201" y="3388"/>
                    <a:pt x="301" y="3137"/>
                    <a:pt x="452" y="2962"/>
                  </a:cubicBezTo>
                  <a:lnTo>
                    <a:pt x="2732" y="505"/>
                  </a:lnTo>
                  <a:cubicBezTo>
                    <a:pt x="2919" y="292"/>
                    <a:pt x="3171" y="185"/>
                    <a:pt x="3425" y="185"/>
                  </a:cubicBezTo>
                  <a:close/>
                  <a:moveTo>
                    <a:pt x="3402" y="1"/>
                  </a:moveTo>
                  <a:cubicBezTo>
                    <a:pt x="3101" y="1"/>
                    <a:pt x="2804" y="120"/>
                    <a:pt x="2582" y="355"/>
                  </a:cubicBezTo>
                  <a:lnTo>
                    <a:pt x="326" y="2836"/>
                  </a:lnTo>
                  <a:cubicBezTo>
                    <a:pt x="126" y="3062"/>
                    <a:pt x="0" y="3338"/>
                    <a:pt x="26" y="3638"/>
                  </a:cubicBezTo>
                  <a:cubicBezTo>
                    <a:pt x="26" y="3939"/>
                    <a:pt x="176" y="4215"/>
                    <a:pt x="376" y="4440"/>
                  </a:cubicBezTo>
                  <a:lnTo>
                    <a:pt x="552" y="4591"/>
                  </a:lnTo>
                  <a:cubicBezTo>
                    <a:pt x="777" y="4766"/>
                    <a:pt x="1053" y="4866"/>
                    <a:pt x="1304" y="4866"/>
                  </a:cubicBezTo>
                  <a:cubicBezTo>
                    <a:pt x="1630" y="4866"/>
                    <a:pt x="1930" y="4741"/>
                    <a:pt x="2156" y="4516"/>
                  </a:cubicBezTo>
                  <a:lnTo>
                    <a:pt x="4412" y="2034"/>
                  </a:lnTo>
                  <a:cubicBezTo>
                    <a:pt x="4612" y="1809"/>
                    <a:pt x="4712" y="1533"/>
                    <a:pt x="4712" y="1232"/>
                  </a:cubicBezTo>
                  <a:cubicBezTo>
                    <a:pt x="4687" y="932"/>
                    <a:pt x="4562" y="656"/>
                    <a:pt x="4336" y="455"/>
                  </a:cubicBezTo>
                  <a:lnTo>
                    <a:pt x="4186" y="305"/>
                  </a:lnTo>
                  <a:cubicBezTo>
                    <a:pt x="3958" y="101"/>
                    <a:pt x="3679" y="1"/>
                    <a:pt x="34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g13a622d72ec_0_99"/>
            <p:cNvSpPr/>
            <p:nvPr/>
          </p:nvSpPr>
          <p:spPr>
            <a:xfrm flipH="1">
              <a:off x="5778857" y="3556865"/>
              <a:ext cx="180479" cy="181693"/>
            </a:xfrm>
            <a:custGeom>
              <a:rect b="b" l="l" r="r" t="t"/>
              <a:pathLst>
                <a:path extrusionOk="0" h="4341" w="4312">
                  <a:moveTo>
                    <a:pt x="3033" y="180"/>
                  </a:moveTo>
                  <a:cubicBezTo>
                    <a:pt x="3234" y="180"/>
                    <a:pt x="3434" y="255"/>
                    <a:pt x="3585" y="406"/>
                  </a:cubicBezTo>
                  <a:lnTo>
                    <a:pt x="3735" y="531"/>
                  </a:lnTo>
                  <a:cubicBezTo>
                    <a:pt x="4061" y="832"/>
                    <a:pt x="4086" y="1358"/>
                    <a:pt x="3785" y="1684"/>
                  </a:cubicBezTo>
                  <a:lnTo>
                    <a:pt x="1780" y="3864"/>
                  </a:lnTo>
                  <a:cubicBezTo>
                    <a:pt x="1630" y="4040"/>
                    <a:pt x="1429" y="4140"/>
                    <a:pt x="1204" y="4140"/>
                  </a:cubicBezTo>
                  <a:cubicBezTo>
                    <a:pt x="1183" y="4142"/>
                    <a:pt x="1162" y="4144"/>
                    <a:pt x="1141" y="4144"/>
                  </a:cubicBezTo>
                  <a:cubicBezTo>
                    <a:pt x="958" y="4144"/>
                    <a:pt x="762" y="4049"/>
                    <a:pt x="627" y="3914"/>
                  </a:cubicBezTo>
                  <a:lnTo>
                    <a:pt x="477" y="3789"/>
                  </a:lnTo>
                  <a:cubicBezTo>
                    <a:pt x="327" y="3639"/>
                    <a:pt x="226" y="3438"/>
                    <a:pt x="226" y="3213"/>
                  </a:cubicBezTo>
                  <a:cubicBezTo>
                    <a:pt x="201" y="3012"/>
                    <a:pt x="276" y="2787"/>
                    <a:pt x="427" y="2636"/>
                  </a:cubicBezTo>
                  <a:lnTo>
                    <a:pt x="2432" y="456"/>
                  </a:lnTo>
                  <a:cubicBezTo>
                    <a:pt x="2582" y="280"/>
                    <a:pt x="2783" y="205"/>
                    <a:pt x="3008" y="180"/>
                  </a:cubicBezTo>
                  <a:close/>
                  <a:moveTo>
                    <a:pt x="3067" y="1"/>
                  </a:moveTo>
                  <a:cubicBezTo>
                    <a:pt x="3039" y="1"/>
                    <a:pt x="3011" y="2"/>
                    <a:pt x="2983" y="5"/>
                  </a:cubicBezTo>
                  <a:cubicBezTo>
                    <a:pt x="2733" y="5"/>
                    <a:pt x="2482" y="130"/>
                    <a:pt x="2281" y="330"/>
                  </a:cubicBezTo>
                  <a:lnTo>
                    <a:pt x="302" y="2511"/>
                  </a:lnTo>
                  <a:cubicBezTo>
                    <a:pt x="101" y="2711"/>
                    <a:pt x="1" y="2962"/>
                    <a:pt x="26" y="3238"/>
                  </a:cubicBezTo>
                  <a:cubicBezTo>
                    <a:pt x="26" y="3513"/>
                    <a:pt x="151" y="3764"/>
                    <a:pt x="352" y="3939"/>
                  </a:cubicBezTo>
                  <a:lnTo>
                    <a:pt x="502" y="4065"/>
                  </a:lnTo>
                  <a:cubicBezTo>
                    <a:pt x="677" y="4240"/>
                    <a:pt x="928" y="4340"/>
                    <a:pt x="1179" y="4340"/>
                  </a:cubicBezTo>
                  <a:lnTo>
                    <a:pt x="1229" y="4340"/>
                  </a:lnTo>
                  <a:cubicBezTo>
                    <a:pt x="1479" y="4315"/>
                    <a:pt x="1730" y="4215"/>
                    <a:pt x="1931" y="4015"/>
                  </a:cubicBezTo>
                  <a:lnTo>
                    <a:pt x="3936" y="1809"/>
                  </a:lnTo>
                  <a:cubicBezTo>
                    <a:pt x="4312" y="1408"/>
                    <a:pt x="4287" y="756"/>
                    <a:pt x="3860" y="380"/>
                  </a:cubicBezTo>
                  <a:lnTo>
                    <a:pt x="3710" y="255"/>
                  </a:lnTo>
                  <a:cubicBezTo>
                    <a:pt x="3530" y="98"/>
                    <a:pt x="3310" y="1"/>
                    <a:pt x="30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g13a622d72ec_0_99"/>
            <p:cNvSpPr/>
            <p:nvPr/>
          </p:nvSpPr>
          <p:spPr>
            <a:xfrm flipH="1">
              <a:off x="5617293" y="3659664"/>
              <a:ext cx="202494" cy="203708"/>
            </a:xfrm>
            <a:custGeom>
              <a:rect b="b" l="l" r="r" t="t"/>
              <a:pathLst>
                <a:path extrusionOk="0" h="4867" w="4838">
                  <a:moveTo>
                    <a:pt x="3409" y="180"/>
                  </a:moveTo>
                  <a:cubicBezTo>
                    <a:pt x="3634" y="180"/>
                    <a:pt x="3860" y="280"/>
                    <a:pt x="4060" y="431"/>
                  </a:cubicBezTo>
                  <a:lnTo>
                    <a:pt x="4211" y="581"/>
                  </a:lnTo>
                  <a:cubicBezTo>
                    <a:pt x="4587" y="932"/>
                    <a:pt x="4612" y="1534"/>
                    <a:pt x="4261" y="1909"/>
                  </a:cubicBezTo>
                  <a:lnTo>
                    <a:pt x="2005" y="4391"/>
                  </a:lnTo>
                  <a:cubicBezTo>
                    <a:pt x="1821" y="4588"/>
                    <a:pt x="1567" y="4689"/>
                    <a:pt x="1313" y="4689"/>
                  </a:cubicBezTo>
                  <a:cubicBezTo>
                    <a:pt x="1084" y="4689"/>
                    <a:pt x="855" y="4607"/>
                    <a:pt x="677" y="4441"/>
                  </a:cubicBezTo>
                  <a:lnTo>
                    <a:pt x="526" y="4290"/>
                  </a:lnTo>
                  <a:cubicBezTo>
                    <a:pt x="326" y="4115"/>
                    <a:pt x="226" y="3889"/>
                    <a:pt x="226" y="3639"/>
                  </a:cubicBezTo>
                  <a:cubicBezTo>
                    <a:pt x="201" y="3388"/>
                    <a:pt x="301" y="3138"/>
                    <a:pt x="451" y="2962"/>
                  </a:cubicBezTo>
                  <a:lnTo>
                    <a:pt x="2732" y="481"/>
                  </a:lnTo>
                  <a:cubicBezTo>
                    <a:pt x="2907" y="280"/>
                    <a:pt x="3158" y="180"/>
                    <a:pt x="3409" y="180"/>
                  </a:cubicBezTo>
                  <a:close/>
                  <a:moveTo>
                    <a:pt x="3402" y="1"/>
                  </a:moveTo>
                  <a:cubicBezTo>
                    <a:pt x="3101" y="1"/>
                    <a:pt x="2804" y="120"/>
                    <a:pt x="2582" y="356"/>
                  </a:cubicBezTo>
                  <a:lnTo>
                    <a:pt x="326" y="2837"/>
                  </a:lnTo>
                  <a:cubicBezTo>
                    <a:pt x="125" y="3062"/>
                    <a:pt x="0" y="3338"/>
                    <a:pt x="25" y="3639"/>
                  </a:cubicBezTo>
                  <a:cubicBezTo>
                    <a:pt x="25" y="3940"/>
                    <a:pt x="176" y="4215"/>
                    <a:pt x="376" y="4416"/>
                  </a:cubicBezTo>
                  <a:lnTo>
                    <a:pt x="552" y="4566"/>
                  </a:lnTo>
                  <a:cubicBezTo>
                    <a:pt x="777" y="4767"/>
                    <a:pt x="1053" y="4867"/>
                    <a:pt x="1303" y="4867"/>
                  </a:cubicBezTo>
                  <a:cubicBezTo>
                    <a:pt x="1629" y="4867"/>
                    <a:pt x="1930" y="4742"/>
                    <a:pt x="2156" y="4516"/>
                  </a:cubicBezTo>
                  <a:lnTo>
                    <a:pt x="4411" y="2035"/>
                  </a:lnTo>
                  <a:cubicBezTo>
                    <a:pt x="4837" y="1584"/>
                    <a:pt x="4812" y="857"/>
                    <a:pt x="4336" y="456"/>
                  </a:cubicBezTo>
                  <a:lnTo>
                    <a:pt x="4186" y="305"/>
                  </a:lnTo>
                  <a:cubicBezTo>
                    <a:pt x="3958" y="102"/>
                    <a:pt x="3678" y="1"/>
                    <a:pt x="34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g13a622d72ec_0_99"/>
            <p:cNvSpPr/>
            <p:nvPr/>
          </p:nvSpPr>
          <p:spPr>
            <a:xfrm flipH="1">
              <a:off x="5566940" y="3734796"/>
              <a:ext cx="180479" cy="186297"/>
            </a:xfrm>
            <a:custGeom>
              <a:rect b="b" l="l" r="r" t="t"/>
              <a:pathLst>
                <a:path extrusionOk="0" h="4451" w="4312">
                  <a:moveTo>
                    <a:pt x="3108" y="190"/>
                  </a:moveTo>
                  <a:cubicBezTo>
                    <a:pt x="3309" y="190"/>
                    <a:pt x="3509" y="265"/>
                    <a:pt x="3685" y="415"/>
                  </a:cubicBezTo>
                  <a:lnTo>
                    <a:pt x="3835" y="541"/>
                  </a:lnTo>
                  <a:cubicBezTo>
                    <a:pt x="3985" y="691"/>
                    <a:pt x="4086" y="916"/>
                    <a:pt x="4111" y="1142"/>
                  </a:cubicBezTo>
                  <a:cubicBezTo>
                    <a:pt x="4111" y="1368"/>
                    <a:pt x="4036" y="1568"/>
                    <a:pt x="3885" y="1744"/>
                  </a:cubicBezTo>
                  <a:lnTo>
                    <a:pt x="1830" y="3974"/>
                  </a:lnTo>
                  <a:cubicBezTo>
                    <a:pt x="1658" y="4159"/>
                    <a:pt x="1430" y="4254"/>
                    <a:pt x="1202" y="4254"/>
                  </a:cubicBezTo>
                  <a:cubicBezTo>
                    <a:pt x="998" y="4254"/>
                    <a:pt x="793" y="4178"/>
                    <a:pt x="627" y="4024"/>
                  </a:cubicBezTo>
                  <a:lnTo>
                    <a:pt x="477" y="3899"/>
                  </a:lnTo>
                  <a:cubicBezTo>
                    <a:pt x="326" y="3749"/>
                    <a:pt x="226" y="3548"/>
                    <a:pt x="201" y="3323"/>
                  </a:cubicBezTo>
                  <a:cubicBezTo>
                    <a:pt x="201" y="3097"/>
                    <a:pt x="276" y="2871"/>
                    <a:pt x="427" y="2696"/>
                  </a:cubicBezTo>
                  <a:lnTo>
                    <a:pt x="2482" y="465"/>
                  </a:lnTo>
                  <a:cubicBezTo>
                    <a:pt x="2657" y="290"/>
                    <a:pt x="2883" y="190"/>
                    <a:pt x="3108" y="190"/>
                  </a:cubicBezTo>
                  <a:close/>
                  <a:moveTo>
                    <a:pt x="3114" y="1"/>
                  </a:moveTo>
                  <a:cubicBezTo>
                    <a:pt x="2834" y="1"/>
                    <a:pt x="2556" y="114"/>
                    <a:pt x="2356" y="340"/>
                  </a:cubicBezTo>
                  <a:lnTo>
                    <a:pt x="301" y="2571"/>
                  </a:lnTo>
                  <a:cubicBezTo>
                    <a:pt x="101" y="2771"/>
                    <a:pt x="0" y="3047"/>
                    <a:pt x="26" y="3323"/>
                  </a:cubicBezTo>
                  <a:cubicBezTo>
                    <a:pt x="26" y="3598"/>
                    <a:pt x="151" y="3849"/>
                    <a:pt x="351" y="4049"/>
                  </a:cubicBezTo>
                  <a:lnTo>
                    <a:pt x="502" y="4175"/>
                  </a:lnTo>
                  <a:cubicBezTo>
                    <a:pt x="702" y="4350"/>
                    <a:pt x="953" y="4450"/>
                    <a:pt x="1203" y="4450"/>
                  </a:cubicBezTo>
                  <a:cubicBezTo>
                    <a:pt x="1479" y="4450"/>
                    <a:pt x="1755" y="4325"/>
                    <a:pt x="1955" y="4125"/>
                  </a:cubicBezTo>
                  <a:lnTo>
                    <a:pt x="4036" y="1869"/>
                  </a:lnTo>
                  <a:cubicBezTo>
                    <a:pt x="4211" y="1668"/>
                    <a:pt x="4311" y="1393"/>
                    <a:pt x="4286" y="1117"/>
                  </a:cubicBezTo>
                  <a:cubicBezTo>
                    <a:pt x="4286" y="841"/>
                    <a:pt x="4161" y="591"/>
                    <a:pt x="3960" y="415"/>
                  </a:cubicBezTo>
                  <a:lnTo>
                    <a:pt x="3810" y="265"/>
                  </a:lnTo>
                  <a:cubicBezTo>
                    <a:pt x="3610" y="89"/>
                    <a:pt x="3361" y="1"/>
                    <a:pt x="31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95" name="Google Shape;795;g13a622d72ec_0_99"/>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pic>
        <p:nvPicPr>
          <p:cNvPr id="800" name="Google Shape;800;g14704226861_0_116"/>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pic>
        <p:nvPicPr>
          <p:cNvPr id="801" name="Google Shape;801;g14704226861_0_116"/>
          <p:cNvPicPr preferRelativeResize="0"/>
          <p:nvPr/>
        </p:nvPicPr>
        <p:blipFill rotWithShape="1">
          <a:blip r:embed="rId4">
            <a:alphaModFix/>
          </a:blip>
          <a:srcRect b="0" l="0" r="0" t="0"/>
          <a:stretch/>
        </p:blipFill>
        <p:spPr>
          <a:xfrm>
            <a:off x="153353" y="409574"/>
            <a:ext cx="638322" cy="602644"/>
          </a:xfrm>
          <a:prstGeom prst="rect">
            <a:avLst/>
          </a:prstGeom>
          <a:noFill/>
          <a:ln>
            <a:noFill/>
          </a:ln>
        </p:spPr>
      </p:pic>
      <p:sp>
        <p:nvSpPr>
          <p:cNvPr id="802" name="Google Shape;802;g14704226861_0_116"/>
          <p:cNvSpPr txBox="1"/>
          <p:nvPr/>
        </p:nvSpPr>
        <p:spPr>
          <a:xfrm>
            <a:off x="153350" y="1012225"/>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400" u="none" cap="none" strike="noStrike">
                <a:solidFill>
                  <a:srgbClr val="202426"/>
                </a:solidFill>
                <a:latin typeface="Raleway Black"/>
                <a:ea typeface="Raleway Black"/>
                <a:cs typeface="Raleway Black"/>
                <a:sym typeface="Raleway Black"/>
              </a:rPr>
              <a:t>20 secs</a:t>
            </a:r>
            <a:endParaRPr b="0" i="0" sz="1400" u="none" cap="none" strike="noStrike">
              <a:solidFill>
                <a:srgbClr val="202426"/>
              </a:solidFill>
              <a:latin typeface="Raleway Black"/>
              <a:ea typeface="Raleway Black"/>
              <a:cs typeface="Raleway Black"/>
              <a:sym typeface="Raleway Black"/>
            </a:endParaRPr>
          </a:p>
        </p:txBody>
      </p:sp>
      <p:sp>
        <p:nvSpPr>
          <p:cNvPr id="803" name="Google Shape;803;g14704226861_0_116"/>
          <p:cNvSpPr txBox="1"/>
          <p:nvPr/>
        </p:nvSpPr>
        <p:spPr>
          <a:xfrm>
            <a:off x="153350" y="-206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g14704226861_0_116"/>
          <p:cNvSpPr txBox="1"/>
          <p:nvPr/>
        </p:nvSpPr>
        <p:spPr>
          <a:xfrm>
            <a:off x="1663400" y="106850"/>
            <a:ext cx="5379600" cy="1108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202124"/>
                </a:solidFill>
                <a:latin typeface="Sigmar One"/>
                <a:ea typeface="Sigmar One"/>
                <a:cs typeface="Sigmar One"/>
                <a:sym typeface="Sigmar One"/>
              </a:rPr>
              <a:t>Cross Examinia Role-play!</a:t>
            </a:r>
            <a:endParaRPr b="0" i="0" sz="3000" u="none" cap="none" strike="noStrike">
              <a:solidFill>
                <a:schemeClr val="dk1"/>
              </a:solidFill>
              <a:latin typeface="Sigmar One"/>
              <a:ea typeface="Sigmar One"/>
              <a:cs typeface="Sigmar One"/>
              <a:sym typeface="Sigmar One"/>
            </a:endParaRPr>
          </a:p>
        </p:txBody>
      </p:sp>
      <p:sp>
        <p:nvSpPr>
          <p:cNvPr id="805" name="Google Shape;805;g14704226861_0_116"/>
          <p:cNvSpPr/>
          <p:nvPr/>
        </p:nvSpPr>
        <p:spPr>
          <a:xfrm>
            <a:off x="668075" y="1464525"/>
            <a:ext cx="5726700" cy="2535900"/>
          </a:xfrm>
          <a:prstGeom prst="roundRect">
            <a:avLst>
              <a:gd fmla="val 16667" name="adj"/>
            </a:avLst>
          </a:prstGeom>
          <a:solidFill>
            <a:srgbClr val="E7E6E6"/>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chemeClr val="dk1"/>
              </a:buClr>
              <a:buSzPts val="2900"/>
              <a:buFont typeface="Arial"/>
              <a:buNone/>
            </a:pPr>
            <a:r>
              <a:rPr b="0" i="1" lang="en" sz="2000" u="none" cap="none" strike="noStrike">
                <a:solidFill>
                  <a:srgbClr val="000000"/>
                </a:solidFill>
                <a:latin typeface="Lexend Deca"/>
                <a:ea typeface="Lexend Deca"/>
                <a:cs typeface="Lexend Deca"/>
                <a:sym typeface="Lexend Deca"/>
              </a:rPr>
              <a:t>Let’s play Cross-Examinia Role-Play. </a:t>
            </a:r>
            <a:endParaRPr b="0" i="1" sz="700" u="none" cap="none" strike="noStrike">
              <a:solidFill>
                <a:srgbClr val="000000"/>
              </a:solidFill>
              <a:latin typeface="Lexend Deca"/>
              <a:ea typeface="Lexend Deca"/>
              <a:cs typeface="Lexend Deca"/>
              <a:sym typeface="Lexend Deca"/>
            </a:endParaRPr>
          </a:p>
          <a:p>
            <a:pPr indent="0" lvl="0" marL="0" marR="0" rtl="0" algn="l">
              <a:lnSpc>
                <a:spcPct val="115000"/>
              </a:lnSpc>
              <a:spcBef>
                <a:spcPts val="0"/>
              </a:spcBef>
              <a:spcAft>
                <a:spcPts val="0"/>
              </a:spcAft>
              <a:buClr>
                <a:schemeClr val="dk1"/>
              </a:buClr>
              <a:buSzPts val="2900"/>
              <a:buFont typeface="Arial"/>
              <a:buNone/>
            </a:pPr>
            <a:r>
              <a:t/>
            </a:r>
            <a:endParaRPr b="0" i="1" sz="700" u="none" cap="none" strike="noStrike">
              <a:solidFill>
                <a:srgbClr val="000000"/>
              </a:solidFill>
              <a:latin typeface="Lexend Deca"/>
              <a:ea typeface="Lexend Deca"/>
              <a:cs typeface="Lexend Deca"/>
              <a:sym typeface="Lexend Deca"/>
            </a:endParaRPr>
          </a:p>
          <a:p>
            <a:pPr indent="-355600" lvl="0" marL="457200" marR="0" rtl="0" algn="l">
              <a:lnSpc>
                <a:spcPct val="115000"/>
              </a:lnSpc>
              <a:spcBef>
                <a:spcPts val="0"/>
              </a:spcBef>
              <a:spcAft>
                <a:spcPts val="0"/>
              </a:spcAft>
              <a:buClr>
                <a:srgbClr val="000000"/>
              </a:buClr>
              <a:buSzPts val="2000"/>
              <a:buFont typeface="Lexend Deca"/>
              <a:buChar char="●"/>
            </a:pPr>
            <a:r>
              <a:rPr b="0" i="1" lang="en" sz="2000" u="none" cap="none" strike="noStrike">
                <a:solidFill>
                  <a:srgbClr val="000000"/>
                </a:solidFill>
                <a:latin typeface="Lexend Deca"/>
                <a:ea typeface="Lexend Deca"/>
                <a:cs typeface="Lexend Deca"/>
                <a:sym typeface="Lexend Deca"/>
              </a:rPr>
              <a:t>Teacher reads an argument. You have to cross- examine to get more clarity on the argument. </a:t>
            </a:r>
            <a:endParaRPr b="0" i="1" sz="2000" u="none" cap="none" strike="noStrike">
              <a:solidFill>
                <a:srgbClr val="000000"/>
              </a:solidFill>
              <a:latin typeface="Lexend Deca"/>
              <a:ea typeface="Lexend Deca"/>
              <a:cs typeface="Lexend Deca"/>
              <a:sym typeface="Lexend Deca"/>
            </a:endParaRPr>
          </a:p>
          <a:p>
            <a:pPr indent="-355600" lvl="0" marL="457200" marR="0" rtl="0" algn="l">
              <a:lnSpc>
                <a:spcPct val="115000"/>
              </a:lnSpc>
              <a:spcBef>
                <a:spcPts val="0"/>
              </a:spcBef>
              <a:spcAft>
                <a:spcPts val="0"/>
              </a:spcAft>
              <a:buClr>
                <a:srgbClr val="000000"/>
              </a:buClr>
              <a:buSzPts val="2000"/>
              <a:buFont typeface="Lexend Deca"/>
              <a:buChar char="●"/>
            </a:pPr>
            <a:r>
              <a:rPr b="0" i="1" lang="en" sz="2000" u="none" cap="none" strike="noStrike">
                <a:solidFill>
                  <a:srgbClr val="000000"/>
                </a:solidFill>
                <a:latin typeface="Lexend Deca"/>
                <a:ea typeface="Lexend Deca"/>
                <a:cs typeface="Lexend Deca"/>
                <a:sym typeface="Lexend Deca"/>
              </a:rPr>
              <a:t>You will get 2 mins to cross examine.</a:t>
            </a:r>
            <a:endParaRPr b="0" i="1" sz="2000" u="none" cap="none" strike="noStrike">
              <a:solidFill>
                <a:srgbClr val="000000"/>
              </a:solidFill>
              <a:latin typeface="Lexend Deca"/>
              <a:ea typeface="Lexend Deca"/>
              <a:cs typeface="Lexend Deca"/>
              <a:sym typeface="Lexend Deca"/>
            </a:endParaRPr>
          </a:p>
        </p:txBody>
      </p:sp>
      <p:grpSp>
        <p:nvGrpSpPr>
          <p:cNvPr id="806" name="Google Shape;806;g14704226861_0_116"/>
          <p:cNvGrpSpPr/>
          <p:nvPr/>
        </p:nvGrpSpPr>
        <p:grpSpPr>
          <a:xfrm flipH="1">
            <a:off x="6509019" y="648267"/>
            <a:ext cx="2216743" cy="5867983"/>
            <a:chOff x="3428900" y="1914450"/>
            <a:chExt cx="1059325" cy="2804025"/>
          </a:xfrm>
        </p:grpSpPr>
        <p:sp>
          <p:nvSpPr>
            <p:cNvPr id="807" name="Google Shape;807;g14704226861_0_116"/>
            <p:cNvSpPr/>
            <p:nvPr/>
          </p:nvSpPr>
          <p:spPr>
            <a:xfrm>
              <a:off x="3558075" y="3106700"/>
              <a:ext cx="281950" cy="901975"/>
            </a:xfrm>
            <a:custGeom>
              <a:rect b="b" l="l" r="r" t="t"/>
              <a:pathLst>
                <a:path extrusionOk="0" h="36079" w="11278">
                  <a:moveTo>
                    <a:pt x="4012" y="1"/>
                  </a:moveTo>
                  <a:cubicBezTo>
                    <a:pt x="3278" y="1"/>
                    <a:pt x="2530" y="25"/>
                    <a:pt x="1855" y="457"/>
                  </a:cubicBezTo>
                  <a:cubicBezTo>
                    <a:pt x="1" y="1643"/>
                    <a:pt x="1095" y="29546"/>
                    <a:pt x="609" y="31643"/>
                  </a:cubicBezTo>
                  <a:cubicBezTo>
                    <a:pt x="279" y="33161"/>
                    <a:pt x="2925" y="36079"/>
                    <a:pt x="4851" y="36079"/>
                  </a:cubicBezTo>
                  <a:cubicBezTo>
                    <a:pt x="5586" y="36079"/>
                    <a:pt x="6217" y="35653"/>
                    <a:pt x="6536" y="34561"/>
                  </a:cubicBezTo>
                  <a:cubicBezTo>
                    <a:pt x="8542" y="27631"/>
                    <a:pt x="11278" y="3193"/>
                    <a:pt x="11278" y="3193"/>
                  </a:cubicBezTo>
                  <a:cubicBezTo>
                    <a:pt x="10183" y="2129"/>
                    <a:pt x="7661" y="32"/>
                    <a:pt x="4287" y="1"/>
                  </a:cubicBezTo>
                  <a:cubicBezTo>
                    <a:pt x="4195" y="1"/>
                    <a:pt x="4104" y="1"/>
                    <a:pt x="4012"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g14704226861_0_116"/>
            <p:cNvSpPr/>
            <p:nvPr/>
          </p:nvSpPr>
          <p:spPr>
            <a:xfrm>
              <a:off x="3530725" y="3804575"/>
              <a:ext cx="210525" cy="709925"/>
            </a:xfrm>
            <a:custGeom>
              <a:rect b="b" l="l" r="r" t="t"/>
              <a:pathLst>
                <a:path extrusionOk="0" h="28397" w="8421">
                  <a:moveTo>
                    <a:pt x="5222" y="0"/>
                  </a:moveTo>
                  <a:cubicBezTo>
                    <a:pt x="4374" y="0"/>
                    <a:pt x="3543" y="240"/>
                    <a:pt x="3131" y="688"/>
                  </a:cubicBezTo>
                  <a:cubicBezTo>
                    <a:pt x="2037" y="1935"/>
                    <a:pt x="1064" y="5065"/>
                    <a:pt x="517" y="8409"/>
                  </a:cubicBezTo>
                  <a:cubicBezTo>
                    <a:pt x="1" y="11783"/>
                    <a:pt x="365" y="22999"/>
                    <a:pt x="365" y="24367"/>
                  </a:cubicBezTo>
                  <a:cubicBezTo>
                    <a:pt x="365" y="25734"/>
                    <a:pt x="31" y="26920"/>
                    <a:pt x="548" y="27832"/>
                  </a:cubicBezTo>
                  <a:cubicBezTo>
                    <a:pt x="548" y="27832"/>
                    <a:pt x="1158" y="28396"/>
                    <a:pt x="2144" y="28396"/>
                  </a:cubicBezTo>
                  <a:cubicBezTo>
                    <a:pt x="2302" y="28396"/>
                    <a:pt x="2469" y="28382"/>
                    <a:pt x="2645" y="28348"/>
                  </a:cubicBezTo>
                  <a:cubicBezTo>
                    <a:pt x="3952" y="28136"/>
                    <a:pt x="3678" y="27528"/>
                    <a:pt x="3830" y="25795"/>
                  </a:cubicBezTo>
                  <a:cubicBezTo>
                    <a:pt x="4165" y="22361"/>
                    <a:pt x="8420" y="5521"/>
                    <a:pt x="7782" y="1570"/>
                  </a:cubicBezTo>
                  <a:cubicBezTo>
                    <a:pt x="7692" y="494"/>
                    <a:pt x="6440" y="0"/>
                    <a:pt x="5222"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g14704226861_0_116"/>
            <p:cNvSpPr/>
            <p:nvPr/>
          </p:nvSpPr>
          <p:spPr>
            <a:xfrm>
              <a:off x="3510200" y="4447025"/>
              <a:ext cx="142900" cy="271450"/>
            </a:xfrm>
            <a:custGeom>
              <a:rect b="b" l="l" r="r" t="t"/>
              <a:pathLst>
                <a:path extrusionOk="0" h="10858" w="5716">
                  <a:moveTo>
                    <a:pt x="2575" y="0"/>
                  </a:moveTo>
                  <a:cubicBezTo>
                    <a:pt x="2528" y="0"/>
                    <a:pt x="2481" y="2"/>
                    <a:pt x="2433" y="6"/>
                  </a:cubicBezTo>
                  <a:cubicBezTo>
                    <a:pt x="1004" y="158"/>
                    <a:pt x="1" y="2650"/>
                    <a:pt x="244" y="5660"/>
                  </a:cubicBezTo>
                  <a:cubicBezTo>
                    <a:pt x="518" y="8669"/>
                    <a:pt x="1885" y="10857"/>
                    <a:pt x="3344" y="10857"/>
                  </a:cubicBezTo>
                  <a:cubicBezTo>
                    <a:pt x="5715" y="10857"/>
                    <a:pt x="5320" y="7635"/>
                    <a:pt x="5077" y="4626"/>
                  </a:cubicBezTo>
                  <a:cubicBezTo>
                    <a:pt x="4812" y="1716"/>
                    <a:pt x="3951" y="0"/>
                    <a:pt x="2575" y="0"/>
                  </a:cubicBezTo>
                  <a:close/>
                </a:path>
              </a:pathLst>
            </a:custGeom>
            <a:solidFill>
              <a:srgbClr val="0F394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g14704226861_0_116"/>
            <p:cNvSpPr/>
            <p:nvPr/>
          </p:nvSpPr>
          <p:spPr>
            <a:xfrm>
              <a:off x="3524650" y="4433375"/>
              <a:ext cx="109450" cy="201250"/>
            </a:xfrm>
            <a:custGeom>
              <a:rect b="b" l="l" r="r" t="t"/>
              <a:pathLst>
                <a:path extrusionOk="0" h="8050" w="4378">
                  <a:moveTo>
                    <a:pt x="1629" y="0"/>
                  </a:moveTo>
                  <a:cubicBezTo>
                    <a:pt x="1170" y="0"/>
                    <a:pt x="772" y="229"/>
                    <a:pt x="578" y="886"/>
                  </a:cubicBezTo>
                  <a:cubicBezTo>
                    <a:pt x="0" y="3044"/>
                    <a:pt x="31" y="5871"/>
                    <a:pt x="274" y="6510"/>
                  </a:cubicBezTo>
                  <a:cubicBezTo>
                    <a:pt x="680" y="7557"/>
                    <a:pt x="1690" y="8049"/>
                    <a:pt x="2595" y="8049"/>
                  </a:cubicBezTo>
                  <a:cubicBezTo>
                    <a:pt x="3450" y="8049"/>
                    <a:pt x="4212" y="7610"/>
                    <a:pt x="4286" y="6783"/>
                  </a:cubicBezTo>
                  <a:cubicBezTo>
                    <a:pt x="4377" y="5962"/>
                    <a:pt x="3921" y="3166"/>
                    <a:pt x="4043" y="1190"/>
                  </a:cubicBezTo>
                  <a:cubicBezTo>
                    <a:pt x="4043" y="1190"/>
                    <a:pt x="2677" y="0"/>
                    <a:pt x="1629"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g14704226861_0_116"/>
            <p:cNvSpPr/>
            <p:nvPr/>
          </p:nvSpPr>
          <p:spPr>
            <a:xfrm>
              <a:off x="3528450" y="3102875"/>
              <a:ext cx="317650" cy="1296300"/>
            </a:xfrm>
            <a:custGeom>
              <a:rect b="b" l="l" r="r" t="t"/>
              <a:pathLst>
                <a:path extrusionOk="0" h="51852" w="12706">
                  <a:moveTo>
                    <a:pt x="5140" y="0"/>
                  </a:moveTo>
                  <a:cubicBezTo>
                    <a:pt x="4454" y="0"/>
                    <a:pt x="3742" y="41"/>
                    <a:pt x="3070" y="489"/>
                  </a:cubicBezTo>
                  <a:cubicBezTo>
                    <a:pt x="1885" y="1248"/>
                    <a:pt x="1824" y="11005"/>
                    <a:pt x="1855" y="22769"/>
                  </a:cubicBezTo>
                  <a:cubicBezTo>
                    <a:pt x="1794" y="26720"/>
                    <a:pt x="1824" y="30155"/>
                    <a:pt x="1703" y="31371"/>
                  </a:cubicBezTo>
                  <a:cubicBezTo>
                    <a:pt x="1186" y="32829"/>
                    <a:pt x="760" y="34562"/>
                    <a:pt x="456" y="36447"/>
                  </a:cubicBezTo>
                  <a:cubicBezTo>
                    <a:pt x="0" y="39334"/>
                    <a:pt x="183" y="46690"/>
                    <a:pt x="274" y="49973"/>
                  </a:cubicBezTo>
                  <a:cubicBezTo>
                    <a:pt x="274" y="50003"/>
                    <a:pt x="274" y="50641"/>
                    <a:pt x="304" y="51067"/>
                  </a:cubicBezTo>
                  <a:cubicBezTo>
                    <a:pt x="304" y="51249"/>
                    <a:pt x="426" y="51432"/>
                    <a:pt x="639" y="51523"/>
                  </a:cubicBezTo>
                  <a:cubicBezTo>
                    <a:pt x="1295" y="51742"/>
                    <a:pt x="2017" y="51851"/>
                    <a:pt x="2746" y="51851"/>
                  </a:cubicBezTo>
                  <a:cubicBezTo>
                    <a:pt x="3232" y="51851"/>
                    <a:pt x="3721" y="51802"/>
                    <a:pt x="4195" y="51705"/>
                  </a:cubicBezTo>
                  <a:cubicBezTo>
                    <a:pt x="4377" y="51675"/>
                    <a:pt x="4529" y="51523"/>
                    <a:pt x="4560" y="51340"/>
                  </a:cubicBezTo>
                  <a:cubicBezTo>
                    <a:pt x="4833" y="50033"/>
                    <a:pt x="5137" y="48453"/>
                    <a:pt x="5502" y="46720"/>
                  </a:cubicBezTo>
                  <a:cubicBezTo>
                    <a:pt x="6262" y="43012"/>
                    <a:pt x="7174" y="38787"/>
                    <a:pt x="7721" y="35322"/>
                  </a:cubicBezTo>
                  <a:lnTo>
                    <a:pt x="7934" y="34775"/>
                  </a:lnTo>
                  <a:cubicBezTo>
                    <a:pt x="9909" y="27875"/>
                    <a:pt x="12645" y="3589"/>
                    <a:pt x="12706" y="3346"/>
                  </a:cubicBezTo>
                  <a:lnTo>
                    <a:pt x="12706" y="3255"/>
                  </a:lnTo>
                  <a:lnTo>
                    <a:pt x="12645" y="3224"/>
                  </a:lnTo>
                  <a:cubicBezTo>
                    <a:pt x="11186" y="1765"/>
                    <a:pt x="8694" y="33"/>
                    <a:pt x="5593" y="2"/>
                  </a:cubicBezTo>
                  <a:cubicBezTo>
                    <a:pt x="5444" y="2"/>
                    <a:pt x="5293" y="0"/>
                    <a:pt x="5140" y="0"/>
                  </a:cubicBezTo>
                  <a:close/>
                </a:path>
              </a:pathLst>
            </a:custGeom>
            <a:solidFill>
              <a:srgbClr val="83C1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g14704226861_0_116"/>
            <p:cNvSpPr/>
            <p:nvPr/>
          </p:nvSpPr>
          <p:spPr>
            <a:xfrm>
              <a:off x="3843050" y="3060150"/>
              <a:ext cx="262950" cy="898750"/>
            </a:xfrm>
            <a:custGeom>
              <a:rect b="b" l="l" r="r" t="t"/>
              <a:pathLst>
                <a:path extrusionOk="0" h="35950" w="10518">
                  <a:moveTo>
                    <a:pt x="6786" y="0"/>
                  </a:moveTo>
                  <a:cubicBezTo>
                    <a:pt x="3626" y="0"/>
                    <a:pt x="1139" y="1748"/>
                    <a:pt x="0" y="2654"/>
                  </a:cubicBezTo>
                  <a:cubicBezTo>
                    <a:pt x="0" y="2654"/>
                    <a:pt x="760" y="27244"/>
                    <a:pt x="2250" y="34295"/>
                  </a:cubicBezTo>
                  <a:cubicBezTo>
                    <a:pt x="2492" y="35490"/>
                    <a:pt x="3154" y="35950"/>
                    <a:pt x="3958" y="35950"/>
                  </a:cubicBezTo>
                  <a:cubicBezTo>
                    <a:pt x="5874" y="35950"/>
                    <a:pt x="8595" y="33341"/>
                    <a:pt x="8359" y="31864"/>
                  </a:cubicBezTo>
                  <a:cubicBezTo>
                    <a:pt x="8055" y="29797"/>
                    <a:pt x="10517" y="2137"/>
                    <a:pt x="8785" y="799"/>
                  </a:cubicBezTo>
                  <a:cubicBezTo>
                    <a:pt x="8055" y="252"/>
                    <a:pt x="8025" y="70"/>
                    <a:pt x="7174" y="9"/>
                  </a:cubicBezTo>
                  <a:cubicBezTo>
                    <a:pt x="7043" y="3"/>
                    <a:pt x="6914" y="0"/>
                    <a:pt x="6786"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g14704226861_0_116"/>
            <p:cNvSpPr/>
            <p:nvPr/>
          </p:nvSpPr>
          <p:spPr>
            <a:xfrm>
              <a:off x="3881050" y="3757275"/>
              <a:ext cx="197575" cy="713450"/>
            </a:xfrm>
            <a:custGeom>
              <a:rect b="b" l="l" r="r" t="t"/>
              <a:pathLst>
                <a:path extrusionOk="0" h="28538" w="7903">
                  <a:moveTo>
                    <a:pt x="3273" y="0"/>
                  </a:moveTo>
                  <a:cubicBezTo>
                    <a:pt x="2173" y="0"/>
                    <a:pt x="1104" y="413"/>
                    <a:pt x="942" y="1365"/>
                  </a:cubicBezTo>
                  <a:cubicBezTo>
                    <a:pt x="0" y="5286"/>
                    <a:pt x="2918" y="22368"/>
                    <a:pt x="2948" y="25833"/>
                  </a:cubicBezTo>
                  <a:cubicBezTo>
                    <a:pt x="3009" y="27535"/>
                    <a:pt x="2644" y="28113"/>
                    <a:pt x="3921" y="28447"/>
                  </a:cubicBezTo>
                  <a:cubicBezTo>
                    <a:pt x="4162" y="28512"/>
                    <a:pt x="4388" y="28538"/>
                    <a:pt x="4598" y="28538"/>
                  </a:cubicBezTo>
                  <a:cubicBezTo>
                    <a:pt x="5475" y="28538"/>
                    <a:pt x="6049" y="28082"/>
                    <a:pt x="6049" y="28082"/>
                  </a:cubicBezTo>
                  <a:cubicBezTo>
                    <a:pt x="6657" y="27201"/>
                    <a:pt x="6383" y="25985"/>
                    <a:pt x="6505" y="24648"/>
                  </a:cubicBezTo>
                  <a:cubicBezTo>
                    <a:pt x="6657" y="23341"/>
                    <a:pt x="7903" y="12155"/>
                    <a:pt x="7660" y="8781"/>
                  </a:cubicBezTo>
                  <a:cubicBezTo>
                    <a:pt x="7417" y="5407"/>
                    <a:pt x="6687" y="2216"/>
                    <a:pt x="5654" y="878"/>
                  </a:cubicBezTo>
                  <a:cubicBezTo>
                    <a:pt x="5240" y="322"/>
                    <a:pt x="4245" y="0"/>
                    <a:pt x="3273"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g14704226861_0_116"/>
            <p:cNvSpPr/>
            <p:nvPr/>
          </p:nvSpPr>
          <p:spPr>
            <a:xfrm>
              <a:off x="3908400" y="4404775"/>
              <a:ext cx="158075" cy="268975"/>
            </a:xfrm>
            <a:custGeom>
              <a:rect b="b" l="l" r="r" t="t"/>
              <a:pathLst>
                <a:path extrusionOk="0" h="10759" w="6323">
                  <a:moveTo>
                    <a:pt x="3834" y="1"/>
                  </a:moveTo>
                  <a:cubicBezTo>
                    <a:pt x="2545" y="1"/>
                    <a:pt x="1610" y="1644"/>
                    <a:pt x="1155" y="4432"/>
                  </a:cubicBezTo>
                  <a:cubicBezTo>
                    <a:pt x="639" y="7380"/>
                    <a:pt x="0" y="10572"/>
                    <a:pt x="2371" y="10754"/>
                  </a:cubicBezTo>
                  <a:cubicBezTo>
                    <a:pt x="2411" y="10757"/>
                    <a:pt x="2450" y="10759"/>
                    <a:pt x="2490" y="10759"/>
                  </a:cubicBezTo>
                  <a:cubicBezTo>
                    <a:pt x="3885" y="10759"/>
                    <a:pt x="5364" y="8697"/>
                    <a:pt x="5867" y="5830"/>
                  </a:cubicBezTo>
                  <a:cubicBezTo>
                    <a:pt x="6323" y="2851"/>
                    <a:pt x="5563" y="267"/>
                    <a:pt x="4104" y="24"/>
                  </a:cubicBezTo>
                  <a:cubicBezTo>
                    <a:pt x="4012" y="9"/>
                    <a:pt x="3922" y="1"/>
                    <a:pt x="3834" y="1"/>
                  </a:cubicBezTo>
                  <a:close/>
                </a:path>
              </a:pathLst>
            </a:custGeom>
            <a:solidFill>
              <a:srgbClr val="0F394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g14704226861_0_116"/>
            <p:cNvSpPr/>
            <p:nvPr/>
          </p:nvSpPr>
          <p:spPr>
            <a:xfrm>
              <a:off x="3937275" y="4383725"/>
              <a:ext cx="114000" cy="206300"/>
            </a:xfrm>
            <a:custGeom>
              <a:rect b="b" l="l" r="r" t="t"/>
              <a:pathLst>
                <a:path extrusionOk="0" h="8252" w="4560">
                  <a:moveTo>
                    <a:pt x="2673" y="0"/>
                  </a:moveTo>
                  <a:cubicBezTo>
                    <a:pt x="2144" y="0"/>
                    <a:pt x="1591" y="203"/>
                    <a:pt x="1216" y="471"/>
                  </a:cubicBezTo>
                  <a:cubicBezTo>
                    <a:pt x="943" y="654"/>
                    <a:pt x="699" y="1383"/>
                    <a:pt x="699" y="1687"/>
                  </a:cubicBezTo>
                  <a:cubicBezTo>
                    <a:pt x="608" y="3602"/>
                    <a:pt x="0" y="6125"/>
                    <a:pt x="0" y="6854"/>
                  </a:cubicBezTo>
                  <a:cubicBezTo>
                    <a:pt x="0" y="7744"/>
                    <a:pt x="847" y="8251"/>
                    <a:pt x="1786" y="8251"/>
                  </a:cubicBezTo>
                  <a:cubicBezTo>
                    <a:pt x="2643" y="8251"/>
                    <a:pt x="3577" y="7828"/>
                    <a:pt x="4013" y="6885"/>
                  </a:cubicBezTo>
                  <a:cubicBezTo>
                    <a:pt x="4316" y="6246"/>
                    <a:pt x="4560" y="3480"/>
                    <a:pt x="4164" y="1261"/>
                  </a:cubicBezTo>
                  <a:cubicBezTo>
                    <a:pt x="3978" y="327"/>
                    <a:pt x="3344" y="0"/>
                    <a:pt x="2673"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g14704226861_0_116"/>
            <p:cNvSpPr/>
            <p:nvPr/>
          </p:nvSpPr>
          <p:spPr>
            <a:xfrm>
              <a:off x="3839250" y="3064475"/>
              <a:ext cx="246975" cy="1292350"/>
            </a:xfrm>
            <a:custGeom>
              <a:rect b="b" l="l" r="r" t="t"/>
              <a:pathLst>
                <a:path extrusionOk="0" h="51694" w="9879">
                  <a:moveTo>
                    <a:pt x="3887" y="0"/>
                  </a:moveTo>
                  <a:cubicBezTo>
                    <a:pt x="1400" y="0"/>
                    <a:pt x="1564" y="1140"/>
                    <a:pt x="61" y="2359"/>
                  </a:cubicBezTo>
                  <a:lnTo>
                    <a:pt x="0" y="2420"/>
                  </a:lnTo>
                  <a:lnTo>
                    <a:pt x="0" y="2481"/>
                  </a:lnTo>
                  <a:cubicBezTo>
                    <a:pt x="0" y="2754"/>
                    <a:pt x="791" y="27131"/>
                    <a:pt x="2250" y="34183"/>
                  </a:cubicBezTo>
                  <a:cubicBezTo>
                    <a:pt x="2280" y="34396"/>
                    <a:pt x="2341" y="34578"/>
                    <a:pt x="2432" y="34791"/>
                  </a:cubicBezTo>
                  <a:cubicBezTo>
                    <a:pt x="2705" y="38287"/>
                    <a:pt x="3222" y="42572"/>
                    <a:pt x="3709" y="46341"/>
                  </a:cubicBezTo>
                  <a:cubicBezTo>
                    <a:pt x="3952" y="48074"/>
                    <a:pt x="4134" y="49685"/>
                    <a:pt x="4286" y="50961"/>
                  </a:cubicBezTo>
                  <a:cubicBezTo>
                    <a:pt x="4286" y="51144"/>
                    <a:pt x="4438" y="51357"/>
                    <a:pt x="4620" y="51387"/>
                  </a:cubicBezTo>
                  <a:cubicBezTo>
                    <a:pt x="5292" y="51582"/>
                    <a:pt x="5995" y="51694"/>
                    <a:pt x="6693" y="51694"/>
                  </a:cubicBezTo>
                  <a:cubicBezTo>
                    <a:pt x="7195" y="51694"/>
                    <a:pt x="7694" y="51636"/>
                    <a:pt x="8177" y="51509"/>
                  </a:cubicBezTo>
                  <a:cubicBezTo>
                    <a:pt x="8359" y="51448"/>
                    <a:pt x="8450" y="51265"/>
                    <a:pt x="8511" y="51083"/>
                  </a:cubicBezTo>
                  <a:cubicBezTo>
                    <a:pt x="8541" y="50658"/>
                    <a:pt x="8602" y="50019"/>
                    <a:pt x="8602" y="49989"/>
                  </a:cubicBezTo>
                  <a:cubicBezTo>
                    <a:pt x="8967" y="46706"/>
                    <a:pt x="9727" y="39411"/>
                    <a:pt x="9484" y="36493"/>
                  </a:cubicBezTo>
                  <a:cubicBezTo>
                    <a:pt x="9332" y="34578"/>
                    <a:pt x="9089" y="32815"/>
                    <a:pt x="8663" y="31326"/>
                  </a:cubicBezTo>
                  <a:cubicBezTo>
                    <a:pt x="8633" y="30110"/>
                    <a:pt x="8937" y="26645"/>
                    <a:pt x="9210" y="22694"/>
                  </a:cubicBezTo>
                  <a:lnTo>
                    <a:pt x="9210" y="22633"/>
                  </a:lnTo>
                  <a:lnTo>
                    <a:pt x="9453" y="19532"/>
                  </a:lnTo>
                  <a:cubicBezTo>
                    <a:pt x="9514" y="18560"/>
                    <a:pt x="9605" y="17557"/>
                    <a:pt x="9636" y="16584"/>
                  </a:cubicBezTo>
                  <a:cubicBezTo>
                    <a:pt x="9696" y="15642"/>
                    <a:pt x="9727" y="14730"/>
                    <a:pt x="9757" y="13757"/>
                  </a:cubicBezTo>
                  <a:cubicBezTo>
                    <a:pt x="9788" y="12906"/>
                    <a:pt x="9818" y="12025"/>
                    <a:pt x="9818" y="11143"/>
                  </a:cubicBezTo>
                  <a:cubicBezTo>
                    <a:pt x="9879" y="10353"/>
                    <a:pt x="9879" y="9563"/>
                    <a:pt x="9879" y="8742"/>
                  </a:cubicBezTo>
                  <a:cubicBezTo>
                    <a:pt x="9879" y="8043"/>
                    <a:pt x="9879" y="7344"/>
                    <a:pt x="9818" y="6614"/>
                  </a:cubicBezTo>
                  <a:cubicBezTo>
                    <a:pt x="9818" y="6006"/>
                    <a:pt x="9788" y="5368"/>
                    <a:pt x="9757" y="4760"/>
                  </a:cubicBezTo>
                  <a:cubicBezTo>
                    <a:pt x="9727" y="4487"/>
                    <a:pt x="9727" y="4243"/>
                    <a:pt x="9696" y="3970"/>
                  </a:cubicBezTo>
                  <a:cubicBezTo>
                    <a:pt x="9636" y="3666"/>
                    <a:pt x="9696" y="3332"/>
                    <a:pt x="9484" y="3088"/>
                  </a:cubicBezTo>
                  <a:cubicBezTo>
                    <a:pt x="9453" y="3028"/>
                    <a:pt x="9332" y="2906"/>
                    <a:pt x="9332" y="2784"/>
                  </a:cubicBezTo>
                  <a:cubicBezTo>
                    <a:pt x="9332" y="2663"/>
                    <a:pt x="9362" y="2511"/>
                    <a:pt x="9423" y="2389"/>
                  </a:cubicBezTo>
                  <a:cubicBezTo>
                    <a:pt x="9484" y="2025"/>
                    <a:pt x="9393" y="1629"/>
                    <a:pt x="9271" y="1295"/>
                  </a:cubicBezTo>
                  <a:cubicBezTo>
                    <a:pt x="9180" y="1082"/>
                    <a:pt x="9119" y="809"/>
                    <a:pt x="8937" y="657"/>
                  </a:cubicBezTo>
                  <a:cubicBezTo>
                    <a:pt x="8177" y="49"/>
                    <a:pt x="5289" y="49"/>
                    <a:pt x="4468" y="18"/>
                  </a:cubicBezTo>
                  <a:cubicBezTo>
                    <a:pt x="4260" y="6"/>
                    <a:pt x="4066" y="0"/>
                    <a:pt x="3887" y="0"/>
                  </a:cubicBezTo>
                  <a:close/>
                </a:path>
              </a:pathLst>
            </a:custGeom>
            <a:solidFill>
              <a:srgbClr val="83C1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g14704226861_0_116"/>
            <p:cNvSpPr/>
            <p:nvPr/>
          </p:nvSpPr>
          <p:spPr>
            <a:xfrm>
              <a:off x="3554275" y="2998050"/>
              <a:ext cx="532725" cy="351850"/>
            </a:xfrm>
            <a:custGeom>
              <a:rect b="b" l="l" r="r" t="t"/>
              <a:pathLst>
                <a:path extrusionOk="0" h="14074" w="21309">
                  <a:moveTo>
                    <a:pt x="19211" y="1"/>
                  </a:moveTo>
                  <a:cubicBezTo>
                    <a:pt x="17041" y="387"/>
                    <a:pt x="14028" y="1035"/>
                    <a:pt x="11167" y="1035"/>
                  </a:cubicBezTo>
                  <a:cubicBezTo>
                    <a:pt x="11103" y="1035"/>
                    <a:pt x="11038" y="1035"/>
                    <a:pt x="10974" y="1034"/>
                  </a:cubicBezTo>
                  <a:cubicBezTo>
                    <a:pt x="7965" y="1004"/>
                    <a:pt x="5350" y="730"/>
                    <a:pt x="3101" y="365"/>
                  </a:cubicBezTo>
                  <a:cubicBezTo>
                    <a:pt x="3080" y="351"/>
                    <a:pt x="3057" y="345"/>
                    <a:pt x="3033" y="345"/>
                  </a:cubicBezTo>
                  <a:cubicBezTo>
                    <a:pt x="2955" y="345"/>
                    <a:pt x="2867" y="410"/>
                    <a:pt x="2797" y="457"/>
                  </a:cubicBezTo>
                  <a:cubicBezTo>
                    <a:pt x="2189" y="1125"/>
                    <a:pt x="1" y="4317"/>
                    <a:pt x="1369" y="14074"/>
                  </a:cubicBezTo>
                  <a:lnTo>
                    <a:pt x="21156" y="13891"/>
                  </a:lnTo>
                  <a:lnTo>
                    <a:pt x="21156" y="13679"/>
                  </a:lnTo>
                  <a:cubicBezTo>
                    <a:pt x="21247" y="12828"/>
                    <a:pt x="21278" y="11946"/>
                    <a:pt x="21278" y="11065"/>
                  </a:cubicBezTo>
                  <a:cubicBezTo>
                    <a:pt x="21308" y="10092"/>
                    <a:pt x="21308" y="9089"/>
                    <a:pt x="21278" y="8147"/>
                  </a:cubicBezTo>
                  <a:cubicBezTo>
                    <a:pt x="21247" y="7660"/>
                    <a:pt x="21247" y="7113"/>
                    <a:pt x="21187" y="6627"/>
                  </a:cubicBezTo>
                  <a:cubicBezTo>
                    <a:pt x="21187" y="6505"/>
                    <a:pt x="21156" y="6353"/>
                    <a:pt x="21156" y="6232"/>
                  </a:cubicBezTo>
                  <a:cubicBezTo>
                    <a:pt x="21156" y="6141"/>
                    <a:pt x="21156" y="6019"/>
                    <a:pt x="21126" y="5928"/>
                  </a:cubicBezTo>
                  <a:cubicBezTo>
                    <a:pt x="21035" y="5745"/>
                    <a:pt x="20883" y="5593"/>
                    <a:pt x="20822" y="5411"/>
                  </a:cubicBezTo>
                  <a:cubicBezTo>
                    <a:pt x="20731" y="5229"/>
                    <a:pt x="20761" y="4986"/>
                    <a:pt x="20822" y="4773"/>
                  </a:cubicBezTo>
                  <a:cubicBezTo>
                    <a:pt x="20852" y="4560"/>
                    <a:pt x="20883" y="4408"/>
                    <a:pt x="20852" y="4226"/>
                  </a:cubicBezTo>
                  <a:cubicBezTo>
                    <a:pt x="20822" y="4074"/>
                    <a:pt x="20822" y="3922"/>
                    <a:pt x="20792" y="3739"/>
                  </a:cubicBezTo>
                  <a:lnTo>
                    <a:pt x="20548" y="2706"/>
                  </a:lnTo>
                  <a:cubicBezTo>
                    <a:pt x="20336" y="1824"/>
                    <a:pt x="20032" y="1004"/>
                    <a:pt x="19606" y="213"/>
                  </a:cubicBezTo>
                  <a:cubicBezTo>
                    <a:pt x="19515" y="61"/>
                    <a:pt x="19363" y="1"/>
                    <a:pt x="19211" y="1"/>
                  </a:cubicBezTo>
                  <a:close/>
                </a:path>
              </a:pathLst>
            </a:custGeom>
            <a:solidFill>
              <a:srgbClr val="83C1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g14704226861_0_116"/>
            <p:cNvSpPr/>
            <p:nvPr/>
          </p:nvSpPr>
          <p:spPr>
            <a:xfrm>
              <a:off x="3640900" y="3353675"/>
              <a:ext cx="183175" cy="1031200"/>
            </a:xfrm>
            <a:custGeom>
              <a:rect b="b" l="l" r="r" t="t"/>
              <a:pathLst>
                <a:path extrusionOk="0" fill="none" h="41248" w="7327">
                  <a:moveTo>
                    <a:pt x="7326" y="1"/>
                  </a:moveTo>
                  <a:cubicBezTo>
                    <a:pt x="6384" y="7782"/>
                    <a:pt x="4712" y="20092"/>
                    <a:pt x="3375" y="24682"/>
                  </a:cubicBezTo>
                  <a:cubicBezTo>
                    <a:pt x="3284" y="24925"/>
                    <a:pt x="3223" y="25108"/>
                    <a:pt x="3132" y="25260"/>
                  </a:cubicBezTo>
                  <a:cubicBezTo>
                    <a:pt x="2615" y="28725"/>
                    <a:pt x="1734" y="32950"/>
                    <a:pt x="943" y="36658"/>
                  </a:cubicBezTo>
                  <a:cubicBezTo>
                    <a:pt x="609" y="38360"/>
                    <a:pt x="244" y="39971"/>
                    <a:pt x="1" y="41248"/>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g14704226861_0_116"/>
            <p:cNvSpPr/>
            <p:nvPr/>
          </p:nvSpPr>
          <p:spPr>
            <a:xfrm>
              <a:off x="3839250" y="3114325"/>
              <a:ext cx="31925" cy="221900"/>
            </a:xfrm>
            <a:custGeom>
              <a:rect b="b" l="l" r="r" t="t"/>
              <a:pathLst>
                <a:path extrusionOk="0" fill="none" h="8876" w="1277">
                  <a:moveTo>
                    <a:pt x="1094" y="0"/>
                  </a:moveTo>
                  <a:cubicBezTo>
                    <a:pt x="1094" y="0"/>
                    <a:pt x="1277" y="8329"/>
                    <a:pt x="1094" y="8572"/>
                  </a:cubicBezTo>
                  <a:cubicBezTo>
                    <a:pt x="912" y="8845"/>
                    <a:pt x="0" y="8876"/>
                    <a:pt x="0" y="8876"/>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g14704226861_0_116"/>
            <p:cNvSpPr/>
            <p:nvPr/>
          </p:nvSpPr>
          <p:spPr>
            <a:xfrm>
              <a:off x="3836975" y="3121925"/>
              <a:ext cx="2300" cy="194550"/>
            </a:xfrm>
            <a:custGeom>
              <a:rect b="b" l="l" r="r" t="t"/>
              <a:pathLst>
                <a:path extrusionOk="0" fill="none" h="7782" w="92">
                  <a:moveTo>
                    <a:pt x="91" y="7781"/>
                  </a:moveTo>
                  <a:lnTo>
                    <a:pt x="0" y="0"/>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g14704226861_0_116"/>
            <p:cNvSpPr/>
            <p:nvPr/>
          </p:nvSpPr>
          <p:spPr>
            <a:xfrm>
              <a:off x="4276175" y="2368125"/>
              <a:ext cx="212050" cy="144275"/>
            </a:xfrm>
            <a:custGeom>
              <a:rect b="b" l="l" r="r" t="t"/>
              <a:pathLst>
                <a:path extrusionOk="0" h="5771" w="8482">
                  <a:moveTo>
                    <a:pt x="3642" y="1"/>
                  </a:moveTo>
                  <a:cubicBezTo>
                    <a:pt x="3232" y="1"/>
                    <a:pt x="2716" y="614"/>
                    <a:pt x="2037" y="1246"/>
                  </a:cubicBezTo>
                  <a:cubicBezTo>
                    <a:pt x="1521" y="1702"/>
                    <a:pt x="973" y="2067"/>
                    <a:pt x="761" y="2371"/>
                  </a:cubicBezTo>
                  <a:cubicBezTo>
                    <a:pt x="609" y="2523"/>
                    <a:pt x="487" y="2705"/>
                    <a:pt x="487" y="2918"/>
                  </a:cubicBezTo>
                  <a:cubicBezTo>
                    <a:pt x="366" y="4589"/>
                    <a:pt x="1" y="5501"/>
                    <a:pt x="3557" y="5745"/>
                  </a:cubicBezTo>
                  <a:cubicBezTo>
                    <a:pt x="3779" y="5762"/>
                    <a:pt x="3992" y="5771"/>
                    <a:pt x="4196" y="5771"/>
                  </a:cubicBezTo>
                  <a:cubicBezTo>
                    <a:pt x="5057" y="5771"/>
                    <a:pt x="5770" y="5619"/>
                    <a:pt x="6384" y="5349"/>
                  </a:cubicBezTo>
                  <a:cubicBezTo>
                    <a:pt x="6961" y="5045"/>
                    <a:pt x="6749" y="4589"/>
                    <a:pt x="6901" y="4529"/>
                  </a:cubicBezTo>
                  <a:cubicBezTo>
                    <a:pt x="6915" y="4526"/>
                    <a:pt x="6933" y="4524"/>
                    <a:pt x="6953" y="4524"/>
                  </a:cubicBezTo>
                  <a:cubicBezTo>
                    <a:pt x="7047" y="4524"/>
                    <a:pt x="7193" y="4553"/>
                    <a:pt x="7342" y="4553"/>
                  </a:cubicBezTo>
                  <a:cubicBezTo>
                    <a:pt x="7478" y="4553"/>
                    <a:pt x="7616" y="4529"/>
                    <a:pt x="7721" y="4438"/>
                  </a:cubicBezTo>
                  <a:lnTo>
                    <a:pt x="7752" y="4377"/>
                  </a:lnTo>
                  <a:cubicBezTo>
                    <a:pt x="7934" y="4134"/>
                    <a:pt x="7782" y="3678"/>
                    <a:pt x="7934" y="3678"/>
                  </a:cubicBezTo>
                  <a:cubicBezTo>
                    <a:pt x="8025" y="3678"/>
                    <a:pt x="8208" y="3617"/>
                    <a:pt x="8329" y="3434"/>
                  </a:cubicBezTo>
                  <a:cubicBezTo>
                    <a:pt x="8390" y="3222"/>
                    <a:pt x="8481" y="2979"/>
                    <a:pt x="8481" y="2796"/>
                  </a:cubicBezTo>
                  <a:cubicBezTo>
                    <a:pt x="8420" y="2371"/>
                    <a:pt x="8116" y="2523"/>
                    <a:pt x="8116" y="2340"/>
                  </a:cubicBezTo>
                  <a:cubicBezTo>
                    <a:pt x="8086" y="2158"/>
                    <a:pt x="8177" y="1732"/>
                    <a:pt x="7934" y="1550"/>
                  </a:cubicBezTo>
                  <a:cubicBezTo>
                    <a:pt x="7920" y="1553"/>
                    <a:pt x="7889" y="1554"/>
                    <a:pt x="7845" y="1554"/>
                  </a:cubicBezTo>
                  <a:cubicBezTo>
                    <a:pt x="7555" y="1554"/>
                    <a:pt x="6662" y="1502"/>
                    <a:pt x="5596" y="1502"/>
                  </a:cubicBezTo>
                  <a:cubicBezTo>
                    <a:pt x="5083" y="1502"/>
                    <a:pt x="4529" y="1514"/>
                    <a:pt x="3983" y="1550"/>
                  </a:cubicBezTo>
                  <a:cubicBezTo>
                    <a:pt x="4256" y="1003"/>
                    <a:pt x="4256" y="516"/>
                    <a:pt x="3983" y="182"/>
                  </a:cubicBezTo>
                  <a:cubicBezTo>
                    <a:pt x="3878" y="56"/>
                    <a:pt x="3764" y="1"/>
                    <a:pt x="3642"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g14704226861_0_116"/>
            <p:cNvSpPr/>
            <p:nvPr/>
          </p:nvSpPr>
          <p:spPr>
            <a:xfrm>
              <a:off x="4418275" y="2428150"/>
              <a:ext cx="60075" cy="0"/>
            </a:xfrm>
            <a:custGeom>
              <a:rect b="b" l="l" r="r" t="t"/>
              <a:pathLst>
                <a:path extrusionOk="0" fill="none" h="120000" w="2403">
                  <a:moveTo>
                    <a:pt x="2402" y="0"/>
                  </a:moveTo>
                  <a:lnTo>
                    <a:pt x="1" y="0"/>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g14704226861_0_116"/>
            <p:cNvSpPr/>
            <p:nvPr/>
          </p:nvSpPr>
          <p:spPr>
            <a:xfrm>
              <a:off x="4418275" y="2456250"/>
              <a:ext cx="64625" cy="4600"/>
            </a:xfrm>
            <a:custGeom>
              <a:rect b="b" l="l" r="r" t="t"/>
              <a:pathLst>
                <a:path extrusionOk="0" fill="none" h="184" w="2585">
                  <a:moveTo>
                    <a:pt x="2584" y="1"/>
                  </a:moveTo>
                  <a:lnTo>
                    <a:pt x="1" y="183"/>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g14704226861_0_116"/>
            <p:cNvSpPr/>
            <p:nvPr/>
          </p:nvSpPr>
          <p:spPr>
            <a:xfrm>
              <a:off x="4425125" y="2479800"/>
              <a:ext cx="38025" cy="3825"/>
            </a:xfrm>
            <a:custGeom>
              <a:rect b="b" l="l" r="r" t="t"/>
              <a:pathLst>
                <a:path extrusionOk="0" fill="none" h="153" w="1521">
                  <a:moveTo>
                    <a:pt x="1520" y="1"/>
                  </a:moveTo>
                  <a:lnTo>
                    <a:pt x="0" y="153"/>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g14704226861_0_116"/>
            <p:cNvSpPr/>
            <p:nvPr/>
          </p:nvSpPr>
          <p:spPr>
            <a:xfrm>
              <a:off x="4045175" y="2441825"/>
              <a:ext cx="304750" cy="382875"/>
            </a:xfrm>
            <a:custGeom>
              <a:rect b="b" l="l" r="r" t="t"/>
              <a:pathLst>
                <a:path extrusionOk="0" h="15315" w="12190">
                  <a:moveTo>
                    <a:pt x="9727" y="0"/>
                  </a:moveTo>
                  <a:lnTo>
                    <a:pt x="760" y="11581"/>
                  </a:lnTo>
                  <a:cubicBezTo>
                    <a:pt x="0" y="12675"/>
                    <a:pt x="304" y="14164"/>
                    <a:pt x="1368" y="14894"/>
                  </a:cubicBezTo>
                  <a:cubicBezTo>
                    <a:pt x="1782" y="15178"/>
                    <a:pt x="2247" y="15314"/>
                    <a:pt x="2705" y="15314"/>
                  </a:cubicBezTo>
                  <a:cubicBezTo>
                    <a:pt x="3424" y="15314"/>
                    <a:pt x="4126" y="14978"/>
                    <a:pt x="4590" y="14347"/>
                  </a:cubicBezTo>
                  <a:cubicBezTo>
                    <a:pt x="7326" y="10639"/>
                    <a:pt x="11946" y="1793"/>
                    <a:pt x="12189" y="1277"/>
                  </a:cubicBezTo>
                  <a:lnTo>
                    <a:pt x="9727" y="0"/>
                  </a:ln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g14704226861_0_116"/>
            <p:cNvSpPr/>
            <p:nvPr/>
          </p:nvSpPr>
          <p:spPr>
            <a:xfrm>
              <a:off x="4041375" y="2485925"/>
              <a:ext cx="288775" cy="365050"/>
            </a:xfrm>
            <a:custGeom>
              <a:rect b="b" l="l" r="r" t="t"/>
              <a:pathLst>
                <a:path extrusionOk="0" h="14602" w="11551">
                  <a:moveTo>
                    <a:pt x="6827" y="0"/>
                  </a:moveTo>
                  <a:cubicBezTo>
                    <a:pt x="6703" y="0"/>
                    <a:pt x="6594" y="37"/>
                    <a:pt x="6505" y="121"/>
                  </a:cubicBezTo>
                  <a:cubicBezTo>
                    <a:pt x="4408" y="2795"/>
                    <a:pt x="2280" y="5501"/>
                    <a:pt x="183" y="8145"/>
                  </a:cubicBezTo>
                  <a:lnTo>
                    <a:pt x="0" y="11914"/>
                  </a:lnTo>
                  <a:cubicBezTo>
                    <a:pt x="743" y="14158"/>
                    <a:pt x="1082" y="14602"/>
                    <a:pt x="1461" y="14602"/>
                  </a:cubicBezTo>
                  <a:cubicBezTo>
                    <a:pt x="1709" y="14602"/>
                    <a:pt x="1974" y="14411"/>
                    <a:pt x="2380" y="14411"/>
                  </a:cubicBezTo>
                  <a:cubicBezTo>
                    <a:pt x="2496" y="14411"/>
                    <a:pt x="2624" y="14427"/>
                    <a:pt x="2767" y="14467"/>
                  </a:cubicBezTo>
                  <a:cubicBezTo>
                    <a:pt x="3149" y="14567"/>
                    <a:pt x="3473" y="14593"/>
                    <a:pt x="3709" y="14593"/>
                  </a:cubicBezTo>
                  <a:cubicBezTo>
                    <a:pt x="3979" y="14593"/>
                    <a:pt x="4134" y="14559"/>
                    <a:pt x="4134" y="14559"/>
                  </a:cubicBezTo>
                  <a:cubicBezTo>
                    <a:pt x="4803" y="14376"/>
                    <a:pt x="5137" y="13859"/>
                    <a:pt x="5320" y="13586"/>
                  </a:cubicBezTo>
                  <a:cubicBezTo>
                    <a:pt x="8086" y="9391"/>
                    <a:pt x="8177" y="9300"/>
                    <a:pt x="8998" y="8175"/>
                  </a:cubicBezTo>
                  <a:cubicBezTo>
                    <a:pt x="9818" y="7203"/>
                    <a:pt x="10365" y="5744"/>
                    <a:pt x="11186" y="4771"/>
                  </a:cubicBezTo>
                  <a:cubicBezTo>
                    <a:pt x="11277" y="4650"/>
                    <a:pt x="11551" y="4315"/>
                    <a:pt x="11551" y="3859"/>
                  </a:cubicBezTo>
                  <a:cubicBezTo>
                    <a:pt x="11551" y="3434"/>
                    <a:pt x="11338" y="3099"/>
                    <a:pt x="11186" y="2917"/>
                  </a:cubicBezTo>
                  <a:cubicBezTo>
                    <a:pt x="10639" y="2461"/>
                    <a:pt x="10001" y="1944"/>
                    <a:pt x="9241" y="1458"/>
                  </a:cubicBezTo>
                  <a:cubicBezTo>
                    <a:pt x="8385" y="854"/>
                    <a:pt x="7425" y="0"/>
                    <a:pt x="6827" y="0"/>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7" name="Google Shape;827;g14704226861_0_116"/>
            <p:cNvSpPr/>
            <p:nvPr/>
          </p:nvSpPr>
          <p:spPr>
            <a:xfrm>
              <a:off x="4226025" y="2464475"/>
              <a:ext cx="114000" cy="102750"/>
            </a:xfrm>
            <a:custGeom>
              <a:rect b="b" l="l" r="r" t="t"/>
              <a:pathLst>
                <a:path extrusionOk="0" h="4110" w="4560">
                  <a:moveTo>
                    <a:pt x="1432" y="1"/>
                  </a:moveTo>
                  <a:cubicBezTo>
                    <a:pt x="1419" y="1"/>
                    <a:pt x="1408" y="2"/>
                    <a:pt x="1399" y="6"/>
                  </a:cubicBezTo>
                  <a:cubicBezTo>
                    <a:pt x="1095" y="128"/>
                    <a:pt x="1" y="1799"/>
                    <a:pt x="1" y="1799"/>
                  </a:cubicBezTo>
                  <a:lnTo>
                    <a:pt x="3253" y="4109"/>
                  </a:lnTo>
                  <a:cubicBezTo>
                    <a:pt x="3253" y="4109"/>
                    <a:pt x="4560" y="2498"/>
                    <a:pt x="4469" y="2194"/>
                  </a:cubicBezTo>
                  <a:cubicBezTo>
                    <a:pt x="4439" y="1899"/>
                    <a:pt x="1861" y="1"/>
                    <a:pt x="1432" y="1"/>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8" name="Google Shape;828;g14704226861_0_116"/>
            <p:cNvSpPr/>
            <p:nvPr/>
          </p:nvSpPr>
          <p:spPr>
            <a:xfrm>
              <a:off x="4086200" y="2458525"/>
              <a:ext cx="253825" cy="186200"/>
            </a:xfrm>
            <a:custGeom>
              <a:rect b="b" l="l" r="r" t="t"/>
              <a:pathLst>
                <a:path extrusionOk="0" fill="none" h="7448" w="10153">
                  <a:moveTo>
                    <a:pt x="1" y="7448"/>
                  </a:moveTo>
                  <a:cubicBezTo>
                    <a:pt x="2584" y="4560"/>
                    <a:pt x="4287" y="1642"/>
                    <a:pt x="4743" y="1217"/>
                  </a:cubicBezTo>
                  <a:cubicBezTo>
                    <a:pt x="5229" y="822"/>
                    <a:pt x="5594" y="1369"/>
                    <a:pt x="5928" y="1369"/>
                  </a:cubicBezTo>
                  <a:cubicBezTo>
                    <a:pt x="6293" y="1429"/>
                    <a:pt x="6749" y="274"/>
                    <a:pt x="6961" y="153"/>
                  </a:cubicBezTo>
                  <a:cubicBezTo>
                    <a:pt x="7144" y="1"/>
                    <a:pt x="8512" y="1034"/>
                    <a:pt x="8512" y="1034"/>
                  </a:cubicBezTo>
                  <a:cubicBezTo>
                    <a:pt x="9241" y="1581"/>
                    <a:pt x="10153" y="2280"/>
                    <a:pt x="10153" y="2584"/>
                  </a:cubicBezTo>
                  <a:cubicBezTo>
                    <a:pt x="10153" y="2888"/>
                    <a:pt x="9272" y="3800"/>
                    <a:pt x="9424" y="4013"/>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9" name="Google Shape;829;g14704226861_0_116"/>
            <p:cNvSpPr/>
            <p:nvPr/>
          </p:nvSpPr>
          <p:spPr>
            <a:xfrm>
              <a:off x="4264775" y="2507175"/>
              <a:ext cx="54750" cy="49400"/>
            </a:xfrm>
            <a:custGeom>
              <a:rect b="b" l="l" r="r" t="t"/>
              <a:pathLst>
                <a:path extrusionOk="0" fill="none" h="1976" w="2190">
                  <a:moveTo>
                    <a:pt x="1" y="0"/>
                  </a:moveTo>
                  <a:cubicBezTo>
                    <a:pt x="700" y="638"/>
                    <a:pt x="1460" y="1338"/>
                    <a:pt x="2189" y="1976"/>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g14704226861_0_116"/>
            <p:cNvSpPr/>
            <p:nvPr/>
          </p:nvSpPr>
          <p:spPr>
            <a:xfrm>
              <a:off x="4260975" y="2482850"/>
              <a:ext cx="8400" cy="9900"/>
            </a:xfrm>
            <a:custGeom>
              <a:rect b="b" l="l" r="r" t="t"/>
              <a:pathLst>
                <a:path extrusionOk="0" fill="none" h="396" w="336">
                  <a:moveTo>
                    <a:pt x="1" y="396"/>
                  </a:moveTo>
                  <a:cubicBezTo>
                    <a:pt x="122" y="244"/>
                    <a:pt x="214" y="92"/>
                    <a:pt x="335" y="0"/>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g14704226861_0_116"/>
            <p:cNvSpPr/>
            <p:nvPr/>
          </p:nvSpPr>
          <p:spPr>
            <a:xfrm>
              <a:off x="4275425" y="2500325"/>
              <a:ext cx="11425" cy="15225"/>
            </a:xfrm>
            <a:custGeom>
              <a:rect b="b" l="l" r="r" t="t"/>
              <a:pathLst>
                <a:path extrusionOk="0" fill="none" h="609" w="457">
                  <a:moveTo>
                    <a:pt x="0" y="608"/>
                  </a:moveTo>
                  <a:cubicBezTo>
                    <a:pt x="152" y="426"/>
                    <a:pt x="304" y="244"/>
                    <a:pt x="456" y="1"/>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g14704226861_0_116"/>
            <p:cNvSpPr/>
            <p:nvPr/>
          </p:nvSpPr>
          <p:spPr>
            <a:xfrm>
              <a:off x="4302775" y="2511725"/>
              <a:ext cx="9150" cy="13700"/>
            </a:xfrm>
            <a:custGeom>
              <a:rect b="b" l="l" r="r" t="t"/>
              <a:pathLst>
                <a:path extrusionOk="0" fill="none" h="548" w="366">
                  <a:moveTo>
                    <a:pt x="1" y="548"/>
                  </a:moveTo>
                  <a:cubicBezTo>
                    <a:pt x="122" y="365"/>
                    <a:pt x="213" y="213"/>
                    <a:pt x="365" y="1"/>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g14704226861_0_116"/>
            <p:cNvSpPr/>
            <p:nvPr/>
          </p:nvSpPr>
          <p:spPr>
            <a:xfrm>
              <a:off x="3451350" y="1931925"/>
              <a:ext cx="579400" cy="507625"/>
            </a:xfrm>
            <a:custGeom>
              <a:rect b="b" l="l" r="r" t="t"/>
              <a:pathLst>
                <a:path extrusionOk="0" h="20305" w="23176">
                  <a:moveTo>
                    <a:pt x="16307" y="1"/>
                  </a:moveTo>
                  <a:lnTo>
                    <a:pt x="7978" y="3952"/>
                  </a:lnTo>
                  <a:cubicBezTo>
                    <a:pt x="6914" y="5837"/>
                    <a:pt x="3966" y="6080"/>
                    <a:pt x="2750" y="7904"/>
                  </a:cubicBezTo>
                  <a:cubicBezTo>
                    <a:pt x="1565" y="9606"/>
                    <a:pt x="4239" y="10426"/>
                    <a:pt x="3510" y="11916"/>
                  </a:cubicBezTo>
                  <a:cubicBezTo>
                    <a:pt x="2720" y="13557"/>
                    <a:pt x="349" y="14317"/>
                    <a:pt x="197" y="16414"/>
                  </a:cubicBezTo>
                  <a:cubicBezTo>
                    <a:pt x="1" y="19637"/>
                    <a:pt x="4352" y="20304"/>
                    <a:pt x="7991" y="20304"/>
                  </a:cubicBezTo>
                  <a:cubicBezTo>
                    <a:pt x="10564" y="20304"/>
                    <a:pt x="12781" y="19971"/>
                    <a:pt x="12781" y="19971"/>
                  </a:cubicBezTo>
                  <a:cubicBezTo>
                    <a:pt x="12781" y="19971"/>
                    <a:pt x="23176" y="18147"/>
                    <a:pt x="22386" y="15563"/>
                  </a:cubicBezTo>
                  <a:cubicBezTo>
                    <a:pt x="22112" y="14682"/>
                    <a:pt x="21504" y="13983"/>
                    <a:pt x="21048" y="13253"/>
                  </a:cubicBezTo>
                  <a:cubicBezTo>
                    <a:pt x="20440" y="12311"/>
                    <a:pt x="20501" y="11581"/>
                    <a:pt x="21352" y="10943"/>
                  </a:cubicBezTo>
                  <a:cubicBezTo>
                    <a:pt x="21960" y="10487"/>
                    <a:pt x="22720" y="10062"/>
                    <a:pt x="22355" y="9150"/>
                  </a:cubicBezTo>
                  <a:cubicBezTo>
                    <a:pt x="21656" y="7387"/>
                    <a:pt x="18252" y="669"/>
                    <a:pt x="16307"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g14704226861_0_116"/>
            <p:cNvSpPr/>
            <p:nvPr/>
          </p:nvSpPr>
          <p:spPr>
            <a:xfrm>
              <a:off x="3573275" y="2298675"/>
              <a:ext cx="464325" cy="858000"/>
            </a:xfrm>
            <a:custGeom>
              <a:rect b="b" l="l" r="r" t="t"/>
              <a:pathLst>
                <a:path extrusionOk="0" h="34320" w="18573">
                  <a:moveTo>
                    <a:pt x="8840" y="1"/>
                  </a:moveTo>
                  <a:cubicBezTo>
                    <a:pt x="8321" y="1"/>
                    <a:pt x="7803" y="24"/>
                    <a:pt x="7296" y="73"/>
                  </a:cubicBezTo>
                  <a:cubicBezTo>
                    <a:pt x="2888" y="468"/>
                    <a:pt x="1" y="2139"/>
                    <a:pt x="183" y="4115"/>
                  </a:cubicBezTo>
                  <a:cubicBezTo>
                    <a:pt x="1855" y="8431"/>
                    <a:pt x="2463" y="12079"/>
                    <a:pt x="2706" y="14571"/>
                  </a:cubicBezTo>
                  <a:cubicBezTo>
                    <a:pt x="3010" y="18006"/>
                    <a:pt x="2736" y="20772"/>
                    <a:pt x="2493" y="23356"/>
                  </a:cubicBezTo>
                  <a:cubicBezTo>
                    <a:pt x="2189" y="26638"/>
                    <a:pt x="1703" y="29374"/>
                    <a:pt x="1277" y="31380"/>
                  </a:cubicBezTo>
                  <a:cubicBezTo>
                    <a:pt x="2035" y="31969"/>
                    <a:pt x="5149" y="34319"/>
                    <a:pt x="9663" y="34319"/>
                  </a:cubicBezTo>
                  <a:cubicBezTo>
                    <a:pt x="10040" y="34319"/>
                    <a:pt x="10426" y="34303"/>
                    <a:pt x="10822" y="34268"/>
                  </a:cubicBezTo>
                  <a:cubicBezTo>
                    <a:pt x="14955" y="33872"/>
                    <a:pt x="17661" y="31714"/>
                    <a:pt x="18573" y="30863"/>
                  </a:cubicBezTo>
                  <a:lnTo>
                    <a:pt x="17144" y="3143"/>
                  </a:lnTo>
                  <a:cubicBezTo>
                    <a:pt x="16955" y="1393"/>
                    <a:pt x="12857" y="1"/>
                    <a:pt x="8840" y="1"/>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g14704226861_0_116"/>
            <p:cNvSpPr/>
            <p:nvPr/>
          </p:nvSpPr>
          <p:spPr>
            <a:xfrm>
              <a:off x="3813875" y="1931925"/>
              <a:ext cx="137100" cy="127625"/>
            </a:xfrm>
            <a:custGeom>
              <a:rect b="b" l="l" r="r" t="t"/>
              <a:pathLst>
                <a:path extrusionOk="0" h="5105" w="5484">
                  <a:moveTo>
                    <a:pt x="1806" y="1"/>
                  </a:moveTo>
                  <a:cubicBezTo>
                    <a:pt x="1806" y="1"/>
                    <a:pt x="468" y="2007"/>
                    <a:pt x="195" y="2037"/>
                  </a:cubicBezTo>
                  <a:cubicBezTo>
                    <a:pt x="0" y="2065"/>
                    <a:pt x="2540" y="5105"/>
                    <a:pt x="3309" y="5105"/>
                  </a:cubicBezTo>
                  <a:cubicBezTo>
                    <a:pt x="3383" y="5105"/>
                    <a:pt x="3440" y="5077"/>
                    <a:pt x="3477" y="5016"/>
                  </a:cubicBezTo>
                  <a:cubicBezTo>
                    <a:pt x="5483" y="1581"/>
                    <a:pt x="1806" y="1"/>
                    <a:pt x="1806"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g14704226861_0_116"/>
            <p:cNvSpPr/>
            <p:nvPr/>
          </p:nvSpPr>
          <p:spPr>
            <a:xfrm>
              <a:off x="3721450" y="2184225"/>
              <a:ext cx="107175" cy="148950"/>
            </a:xfrm>
            <a:custGeom>
              <a:rect b="b" l="l" r="r" t="t"/>
              <a:pathLst>
                <a:path extrusionOk="0" h="5958" w="4287">
                  <a:moveTo>
                    <a:pt x="1" y="0"/>
                  </a:moveTo>
                  <a:lnTo>
                    <a:pt x="1794" y="5958"/>
                  </a:lnTo>
                  <a:lnTo>
                    <a:pt x="4287" y="5198"/>
                  </a:lnTo>
                  <a:lnTo>
                    <a:pt x="2797" y="243"/>
                  </a:lnTo>
                  <a:lnTo>
                    <a:pt x="1" y="0"/>
                  </a:ln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g14704226861_0_116"/>
            <p:cNvSpPr/>
            <p:nvPr/>
          </p:nvSpPr>
          <p:spPr>
            <a:xfrm>
              <a:off x="3728300" y="2187250"/>
              <a:ext cx="95775" cy="113250"/>
            </a:xfrm>
            <a:custGeom>
              <a:rect b="b" l="l" r="r" t="t"/>
              <a:pathLst>
                <a:path extrusionOk="0" h="4530" w="3831">
                  <a:moveTo>
                    <a:pt x="0" y="1"/>
                  </a:moveTo>
                  <a:lnTo>
                    <a:pt x="0" y="1"/>
                  </a:lnTo>
                  <a:cubicBezTo>
                    <a:pt x="791" y="1551"/>
                    <a:pt x="2280" y="3709"/>
                    <a:pt x="3830" y="4530"/>
                  </a:cubicBezTo>
                  <a:lnTo>
                    <a:pt x="2827" y="153"/>
                  </a:lnTo>
                  <a:lnTo>
                    <a:pt x="0" y="1"/>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g14704226861_0_116"/>
            <p:cNvSpPr/>
            <p:nvPr/>
          </p:nvSpPr>
          <p:spPr>
            <a:xfrm>
              <a:off x="3655725" y="1948725"/>
              <a:ext cx="315775" cy="307225"/>
            </a:xfrm>
            <a:custGeom>
              <a:rect b="b" l="l" r="r" t="t"/>
              <a:pathLst>
                <a:path extrusionOk="0" h="12289" w="12631">
                  <a:moveTo>
                    <a:pt x="6571" y="1"/>
                  </a:moveTo>
                  <a:cubicBezTo>
                    <a:pt x="3227" y="1"/>
                    <a:pt x="0" y="3824"/>
                    <a:pt x="2660" y="9724"/>
                  </a:cubicBezTo>
                  <a:cubicBezTo>
                    <a:pt x="2660" y="9724"/>
                    <a:pt x="2995" y="10058"/>
                    <a:pt x="3542" y="10545"/>
                  </a:cubicBezTo>
                  <a:cubicBezTo>
                    <a:pt x="4551" y="11451"/>
                    <a:pt x="6106" y="12288"/>
                    <a:pt x="7656" y="12288"/>
                  </a:cubicBezTo>
                  <a:cubicBezTo>
                    <a:pt x="8392" y="12288"/>
                    <a:pt x="9128" y="12099"/>
                    <a:pt x="9803" y="11639"/>
                  </a:cubicBezTo>
                  <a:cubicBezTo>
                    <a:pt x="12630" y="9663"/>
                    <a:pt x="10715" y="1912"/>
                    <a:pt x="9074" y="788"/>
                  </a:cubicBezTo>
                  <a:cubicBezTo>
                    <a:pt x="8297" y="253"/>
                    <a:pt x="7430" y="1"/>
                    <a:pt x="6571"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g14704226861_0_116"/>
            <p:cNvSpPr/>
            <p:nvPr/>
          </p:nvSpPr>
          <p:spPr>
            <a:xfrm>
              <a:off x="3862800" y="2153625"/>
              <a:ext cx="38025" cy="30300"/>
            </a:xfrm>
            <a:custGeom>
              <a:rect b="b" l="l" r="r" t="t"/>
              <a:pathLst>
                <a:path extrusionOk="0" h="1212" w="1521">
                  <a:moveTo>
                    <a:pt x="1105" y="0"/>
                  </a:moveTo>
                  <a:cubicBezTo>
                    <a:pt x="980" y="0"/>
                    <a:pt x="855" y="55"/>
                    <a:pt x="730" y="130"/>
                  </a:cubicBezTo>
                  <a:cubicBezTo>
                    <a:pt x="487" y="282"/>
                    <a:pt x="1" y="495"/>
                    <a:pt x="122" y="829"/>
                  </a:cubicBezTo>
                  <a:cubicBezTo>
                    <a:pt x="221" y="1100"/>
                    <a:pt x="539" y="1211"/>
                    <a:pt x="786" y="1211"/>
                  </a:cubicBezTo>
                  <a:cubicBezTo>
                    <a:pt x="843" y="1211"/>
                    <a:pt x="897" y="1205"/>
                    <a:pt x="943" y="1194"/>
                  </a:cubicBezTo>
                  <a:cubicBezTo>
                    <a:pt x="1308" y="1102"/>
                    <a:pt x="1520" y="707"/>
                    <a:pt x="1460" y="343"/>
                  </a:cubicBezTo>
                  <a:cubicBezTo>
                    <a:pt x="1399" y="191"/>
                    <a:pt x="1338" y="39"/>
                    <a:pt x="1186" y="8"/>
                  </a:cubicBezTo>
                  <a:cubicBezTo>
                    <a:pt x="1159" y="3"/>
                    <a:pt x="1132" y="0"/>
                    <a:pt x="110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g14704226861_0_116"/>
            <p:cNvSpPr/>
            <p:nvPr/>
          </p:nvSpPr>
          <p:spPr>
            <a:xfrm>
              <a:off x="3640900" y="1914450"/>
              <a:ext cx="232575" cy="258100"/>
            </a:xfrm>
            <a:custGeom>
              <a:rect b="b" l="l" r="r" t="t"/>
              <a:pathLst>
                <a:path extrusionOk="0" h="10324" w="9303">
                  <a:moveTo>
                    <a:pt x="6949" y="0"/>
                  </a:moveTo>
                  <a:cubicBezTo>
                    <a:pt x="6125" y="0"/>
                    <a:pt x="5220" y="293"/>
                    <a:pt x="4500" y="578"/>
                  </a:cubicBezTo>
                  <a:cubicBezTo>
                    <a:pt x="3983" y="791"/>
                    <a:pt x="1460" y="1946"/>
                    <a:pt x="670" y="4773"/>
                  </a:cubicBezTo>
                  <a:cubicBezTo>
                    <a:pt x="1" y="7417"/>
                    <a:pt x="1247" y="9545"/>
                    <a:pt x="1430" y="9879"/>
                  </a:cubicBezTo>
                  <a:cubicBezTo>
                    <a:pt x="1769" y="9992"/>
                    <a:pt x="2595" y="10324"/>
                    <a:pt x="3184" y="10324"/>
                  </a:cubicBezTo>
                  <a:cubicBezTo>
                    <a:pt x="3387" y="10324"/>
                    <a:pt x="3562" y="10284"/>
                    <a:pt x="3679" y="10183"/>
                  </a:cubicBezTo>
                  <a:cubicBezTo>
                    <a:pt x="3831" y="10062"/>
                    <a:pt x="3740" y="10001"/>
                    <a:pt x="3740" y="9849"/>
                  </a:cubicBezTo>
                  <a:cubicBezTo>
                    <a:pt x="3740" y="9545"/>
                    <a:pt x="3740" y="9271"/>
                    <a:pt x="3831" y="8967"/>
                  </a:cubicBezTo>
                  <a:cubicBezTo>
                    <a:pt x="3983" y="8329"/>
                    <a:pt x="4348" y="7751"/>
                    <a:pt x="4834" y="7296"/>
                  </a:cubicBezTo>
                  <a:cubicBezTo>
                    <a:pt x="5655" y="6596"/>
                    <a:pt x="6658" y="6323"/>
                    <a:pt x="7509" y="5654"/>
                  </a:cubicBezTo>
                  <a:cubicBezTo>
                    <a:pt x="8117" y="5168"/>
                    <a:pt x="8573" y="4530"/>
                    <a:pt x="8846" y="3800"/>
                  </a:cubicBezTo>
                  <a:cubicBezTo>
                    <a:pt x="9180" y="3010"/>
                    <a:pt x="9302" y="2037"/>
                    <a:pt x="8937" y="1247"/>
                  </a:cubicBezTo>
                  <a:cubicBezTo>
                    <a:pt x="8553" y="308"/>
                    <a:pt x="7794" y="0"/>
                    <a:pt x="6949"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g14704226861_0_116"/>
            <p:cNvSpPr/>
            <p:nvPr/>
          </p:nvSpPr>
          <p:spPr>
            <a:xfrm>
              <a:off x="3868875" y="2089225"/>
              <a:ext cx="27375" cy="38775"/>
            </a:xfrm>
            <a:custGeom>
              <a:rect b="b" l="l" r="r" t="t"/>
              <a:pathLst>
                <a:path extrusionOk="0" fill="none" h="1551" w="1095">
                  <a:moveTo>
                    <a:pt x="1" y="1"/>
                  </a:moveTo>
                  <a:cubicBezTo>
                    <a:pt x="1" y="1"/>
                    <a:pt x="92" y="1064"/>
                    <a:pt x="335" y="1095"/>
                  </a:cubicBezTo>
                  <a:cubicBezTo>
                    <a:pt x="548" y="1095"/>
                    <a:pt x="973" y="791"/>
                    <a:pt x="1004" y="882"/>
                  </a:cubicBezTo>
                  <a:cubicBezTo>
                    <a:pt x="1095" y="1004"/>
                    <a:pt x="852" y="1399"/>
                    <a:pt x="517" y="1551"/>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g14704226861_0_116"/>
            <p:cNvSpPr/>
            <p:nvPr/>
          </p:nvSpPr>
          <p:spPr>
            <a:xfrm>
              <a:off x="3687275" y="2150150"/>
              <a:ext cx="66125" cy="65725"/>
            </a:xfrm>
            <a:custGeom>
              <a:rect b="b" l="l" r="r" t="t"/>
              <a:pathLst>
                <a:path extrusionOk="0" h="2629" w="2645">
                  <a:moveTo>
                    <a:pt x="1031" y="1"/>
                  </a:moveTo>
                  <a:cubicBezTo>
                    <a:pt x="834" y="1"/>
                    <a:pt x="645" y="58"/>
                    <a:pt x="486" y="178"/>
                  </a:cubicBezTo>
                  <a:cubicBezTo>
                    <a:pt x="0" y="512"/>
                    <a:pt x="0" y="1333"/>
                    <a:pt x="456" y="1971"/>
                  </a:cubicBezTo>
                  <a:cubicBezTo>
                    <a:pt x="766" y="2384"/>
                    <a:pt x="1216" y="2629"/>
                    <a:pt x="1625" y="2629"/>
                  </a:cubicBezTo>
                  <a:cubicBezTo>
                    <a:pt x="1818" y="2629"/>
                    <a:pt x="2002" y="2574"/>
                    <a:pt x="2158" y="2457"/>
                  </a:cubicBezTo>
                  <a:cubicBezTo>
                    <a:pt x="2645" y="2123"/>
                    <a:pt x="2645" y="1333"/>
                    <a:pt x="2189" y="694"/>
                  </a:cubicBezTo>
                  <a:cubicBezTo>
                    <a:pt x="1882" y="244"/>
                    <a:pt x="1437" y="1"/>
                    <a:pt x="1031"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g14704226861_0_116"/>
            <p:cNvSpPr/>
            <p:nvPr/>
          </p:nvSpPr>
          <p:spPr>
            <a:xfrm>
              <a:off x="3887875" y="2336200"/>
              <a:ext cx="294875" cy="527200"/>
            </a:xfrm>
            <a:custGeom>
              <a:rect b="b" l="l" r="r" t="t"/>
              <a:pathLst>
                <a:path extrusionOk="0" h="21088" w="11795">
                  <a:moveTo>
                    <a:pt x="2537" y="0"/>
                  </a:moveTo>
                  <a:cubicBezTo>
                    <a:pt x="2532" y="0"/>
                    <a:pt x="2528" y="0"/>
                    <a:pt x="2523" y="0"/>
                  </a:cubicBezTo>
                  <a:cubicBezTo>
                    <a:pt x="1" y="31"/>
                    <a:pt x="365" y="4286"/>
                    <a:pt x="1095" y="7022"/>
                  </a:cubicBezTo>
                  <a:cubicBezTo>
                    <a:pt x="1125" y="7477"/>
                    <a:pt x="5350" y="17174"/>
                    <a:pt x="6140" y="19940"/>
                  </a:cubicBezTo>
                  <a:cubicBezTo>
                    <a:pt x="6387" y="20774"/>
                    <a:pt x="7343" y="21088"/>
                    <a:pt x="8352" y="21088"/>
                  </a:cubicBezTo>
                  <a:cubicBezTo>
                    <a:pt x="8961" y="21088"/>
                    <a:pt x="9589" y="20974"/>
                    <a:pt x="10092" y="20791"/>
                  </a:cubicBezTo>
                  <a:cubicBezTo>
                    <a:pt x="11217" y="20335"/>
                    <a:pt x="11794" y="19089"/>
                    <a:pt x="11460" y="17903"/>
                  </a:cubicBezTo>
                  <a:cubicBezTo>
                    <a:pt x="10670" y="14867"/>
                    <a:pt x="6847" y="0"/>
                    <a:pt x="2537" y="0"/>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g14704226861_0_116"/>
            <p:cNvSpPr/>
            <p:nvPr/>
          </p:nvSpPr>
          <p:spPr>
            <a:xfrm>
              <a:off x="3428900" y="2332550"/>
              <a:ext cx="251325" cy="592225"/>
            </a:xfrm>
            <a:custGeom>
              <a:rect b="b" l="l" r="r" t="t"/>
              <a:pathLst>
                <a:path extrusionOk="0" h="23689" w="10053">
                  <a:moveTo>
                    <a:pt x="8395" y="0"/>
                  </a:moveTo>
                  <a:cubicBezTo>
                    <a:pt x="8225" y="0"/>
                    <a:pt x="8031" y="47"/>
                    <a:pt x="7812" y="146"/>
                  </a:cubicBezTo>
                  <a:cubicBezTo>
                    <a:pt x="1" y="3794"/>
                    <a:pt x="1368" y="17867"/>
                    <a:pt x="973" y="20967"/>
                  </a:cubicBezTo>
                  <a:cubicBezTo>
                    <a:pt x="821" y="22153"/>
                    <a:pt x="1551" y="23308"/>
                    <a:pt x="2736" y="23642"/>
                  </a:cubicBezTo>
                  <a:cubicBezTo>
                    <a:pt x="2877" y="23674"/>
                    <a:pt x="3030" y="23689"/>
                    <a:pt x="3192" y="23689"/>
                  </a:cubicBezTo>
                  <a:cubicBezTo>
                    <a:pt x="4578" y="23689"/>
                    <a:pt x="6619" y="22586"/>
                    <a:pt x="6809" y="21362"/>
                  </a:cubicBezTo>
                  <a:cubicBezTo>
                    <a:pt x="7265" y="18505"/>
                    <a:pt x="9271" y="7319"/>
                    <a:pt x="9271" y="6864"/>
                  </a:cubicBezTo>
                  <a:cubicBezTo>
                    <a:pt x="9574" y="4356"/>
                    <a:pt x="10052" y="0"/>
                    <a:pt x="8395" y="0"/>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g14704226861_0_116"/>
            <p:cNvSpPr/>
            <p:nvPr/>
          </p:nvSpPr>
          <p:spPr>
            <a:xfrm>
              <a:off x="3590000" y="2409150"/>
              <a:ext cx="72225" cy="313100"/>
            </a:xfrm>
            <a:custGeom>
              <a:rect b="b" l="l" r="r" t="t"/>
              <a:pathLst>
                <a:path extrusionOk="0" fill="none" h="12524" w="2889">
                  <a:moveTo>
                    <a:pt x="0" y="0"/>
                  </a:moveTo>
                  <a:cubicBezTo>
                    <a:pt x="852" y="426"/>
                    <a:pt x="1520" y="1125"/>
                    <a:pt x="1946" y="1945"/>
                  </a:cubicBezTo>
                  <a:cubicBezTo>
                    <a:pt x="2888" y="3860"/>
                    <a:pt x="2280" y="6535"/>
                    <a:pt x="2037" y="8511"/>
                  </a:cubicBezTo>
                  <a:cubicBezTo>
                    <a:pt x="1824" y="9848"/>
                    <a:pt x="1642" y="11186"/>
                    <a:pt x="1429" y="12523"/>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g14704226861_0_116"/>
            <p:cNvSpPr/>
            <p:nvPr/>
          </p:nvSpPr>
          <p:spPr>
            <a:xfrm>
              <a:off x="3977550" y="2445625"/>
              <a:ext cx="74500" cy="377675"/>
            </a:xfrm>
            <a:custGeom>
              <a:rect b="b" l="l" r="r" t="t"/>
              <a:pathLst>
                <a:path extrusionOk="0" fill="none" h="15107" w="2980">
                  <a:moveTo>
                    <a:pt x="0" y="0"/>
                  </a:moveTo>
                  <a:cubicBezTo>
                    <a:pt x="91" y="790"/>
                    <a:pt x="213" y="1550"/>
                    <a:pt x="608" y="2249"/>
                  </a:cubicBezTo>
                  <a:cubicBezTo>
                    <a:pt x="1064" y="3009"/>
                    <a:pt x="1824" y="3556"/>
                    <a:pt x="2280" y="4316"/>
                  </a:cubicBezTo>
                  <a:cubicBezTo>
                    <a:pt x="2827" y="5137"/>
                    <a:pt x="2979" y="5958"/>
                    <a:pt x="2827" y="6900"/>
                  </a:cubicBezTo>
                  <a:cubicBezTo>
                    <a:pt x="2402" y="9635"/>
                    <a:pt x="1672" y="12310"/>
                    <a:pt x="1885" y="15107"/>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g14704226861_0_116"/>
            <p:cNvSpPr/>
            <p:nvPr/>
          </p:nvSpPr>
          <p:spPr>
            <a:xfrm>
              <a:off x="3778450" y="2085600"/>
              <a:ext cx="34975" cy="35350"/>
            </a:xfrm>
            <a:custGeom>
              <a:rect b="b" l="l" r="r" t="t"/>
              <a:pathLst>
                <a:path extrusionOk="0" h="1414" w="1399">
                  <a:moveTo>
                    <a:pt x="1204" y="1"/>
                  </a:moveTo>
                  <a:cubicBezTo>
                    <a:pt x="1051" y="1"/>
                    <a:pt x="733" y="173"/>
                    <a:pt x="457" y="450"/>
                  </a:cubicBezTo>
                  <a:cubicBezTo>
                    <a:pt x="122" y="845"/>
                    <a:pt x="1" y="1270"/>
                    <a:pt x="122" y="1392"/>
                  </a:cubicBezTo>
                  <a:cubicBezTo>
                    <a:pt x="133" y="1406"/>
                    <a:pt x="146" y="1413"/>
                    <a:pt x="160" y="1413"/>
                  </a:cubicBezTo>
                  <a:cubicBezTo>
                    <a:pt x="266" y="1413"/>
                    <a:pt x="466" y="1048"/>
                    <a:pt x="760" y="753"/>
                  </a:cubicBezTo>
                  <a:cubicBezTo>
                    <a:pt x="1095" y="419"/>
                    <a:pt x="1399" y="146"/>
                    <a:pt x="1277" y="24"/>
                  </a:cubicBezTo>
                  <a:cubicBezTo>
                    <a:pt x="1261" y="8"/>
                    <a:pt x="1236" y="1"/>
                    <a:pt x="1204"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g14704226861_0_116"/>
            <p:cNvSpPr/>
            <p:nvPr/>
          </p:nvSpPr>
          <p:spPr>
            <a:xfrm>
              <a:off x="3889400" y="2051125"/>
              <a:ext cx="41825" cy="13200"/>
            </a:xfrm>
            <a:custGeom>
              <a:rect b="b" l="l" r="r" t="t"/>
              <a:pathLst>
                <a:path extrusionOk="0" h="528" w="1673">
                  <a:moveTo>
                    <a:pt x="711" y="0"/>
                  </a:moveTo>
                  <a:cubicBezTo>
                    <a:pt x="317" y="0"/>
                    <a:pt x="0" y="112"/>
                    <a:pt x="0" y="248"/>
                  </a:cubicBezTo>
                  <a:cubicBezTo>
                    <a:pt x="0" y="400"/>
                    <a:pt x="396" y="400"/>
                    <a:pt x="851" y="430"/>
                  </a:cubicBezTo>
                  <a:cubicBezTo>
                    <a:pt x="1140" y="451"/>
                    <a:pt x="1414" y="527"/>
                    <a:pt x="1561" y="527"/>
                  </a:cubicBezTo>
                  <a:cubicBezTo>
                    <a:pt x="1631" y="527"/>
                    <a:pt x="1672" y="510"/>
                    <a:pt x="1672" y="461"/>
                  </a:cubicBezTo>
                  <a:cubicBezTo>
                    <a:pt x="1672" y="309"/>
                    <a:pt x="1338" y="35"/>
                    <a:pt x="851" y="5"/>
                  </a:cubicBezTo>
                  <a:cubicBezTo>
                    <a:pt x="804" y="2"/>
                    <a:pt x="757" y="0"/>
                    <a:pt x="711"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g14704226861_0_116"/>
            <p:cNvSpPr/>
            <p:nvPr/>
          </p:nvSpPr>
          <p:spPr>
            <a:xfrm>
              <a:off x="3808850" y="2118100"/>
              <a:ext cx="16750" cy="11425"/>
            </a:xfrm>
            <a:custGeom>
              <a:rect b="b" l="l" r="r" t="t"/>
              <a:pathLst>
                <a:path extrusionOk="0" fill="none" h="457" w="670">
                  <a:moveTo>
                    <a:pt x="0" y="457"/>
                  </a:moveTo>
                  <a:cubicBezTo>
                    <a:pt x="0" y="305"/>
                    <a:pt x="122" y="153"/>
                    <a:pt x="213" y="61"/>
                  </a:cubicBezTo>
                  <a:cubicBezTo>
                    <a:pt x="335" y="1"/>
                    <a:pt x="517" y="1"/>
                    <a:pt x="669" y="31"/>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g14704226861_0_116"/>
            <p:cNvSpPr/>
            <p:nvPr/>
          </p:nvSpPr>
          <p:spPr>
            <a:xfrm>
              <a:off x="3899275" y="2089975"/>
              <a:ext cx="12950" cy="7625"/>
            </a:xfrm>
            <a:custGeom>
              <a:rect b="b" l="l" r="r" t="t"/>
              <a:pathLst>
                <a:path extrusionOk="0" fill="none" h="305" w="518">
                  <a:moveTo>
                    <a:pt x="1" y="305"/>
                  </a:moveTo>
                  <a:cubicBezTo>
                    <a:pt x="61" y="244"/>
                    <a:pt x="122" y="123"/>
                    <a:pt x="213" y="92"/>
                  </a:cubicBezTo>
                  <a:cubicBezTo>
                    <a:pt x="335" y="62"/>
                    <a:pt x="456" y="1"/>
                    <a:pt x="517" y="92"/>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g14704226861_0_116"/>
            <p:cNvSpPr/>
            <p:nvPr/>
          </p:nvSpPr>
          <p:spPr>
            <a:xfrm>
              <a:off x="3694875" y="2082400"/>
              <a:ext cx="80550" cy="121975"/>
            </a:xfrm>
            <a:custGeom>
              <a:rect b="b" l="l" r="r" t="t"/>
              <a:pathLst>
                <a:path extrusionOk="0" h="4879" w="3222">
                  <a:moveTo>
                    <a:pt x="0" y="0"/>
                  </a:moveTo>
                  <a:lnTo>
                    <a:pt x="1034" y="2705"/>
                  </a:lnTo>
                  <a:cubicBezTo>
                    <a:pt x="1641" y="2979"/>
                    <a:pt x="1793" y="4255"/>
                    <a:pt x="1824" y="4711"/>
                  </a:cubicBezTo>
                  <a:cubicBezTo>
                    <a:pt x="1831" y="4823"/>
                    <a:pt x="1870" y="4878"/>
                    <a:pt x="1919" y="4878"/>
                  </a:cubicBezTo>
                  <a:cubicBezTo>
                    <a:pt x="2071" y="4878"/>
                    <a:pt x="2327" y="4353"/>
                    <a:pt x="2097" y="3344"/>
                  </a:cubicBezTo>
                  <a:cubicBezTo>
                    <a:pt x="1733" y="2037"/>
                    <a:pt x="1854" y="1459"/>
                    <a:pt x="2553" y="760"/>
                  </a:cubicBezTo>
                  <a:cubicBezTo>
                    <a:pt x="3222" y="91"/>
                    <a:pt x="0" y="0"/>
                    <a:pt x="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g14704226861_0_116"/>
            <p:cNvSpPr/>
            <p:nvPr/>
          </p:nvSpPr>
          <p:spPr>
            <a:xfrm>
              <a:off x="3737425" y="2264125"/>
              <a:ext cx="103375" cy="86525"/>
            </a:xfrm>
            <a:custGeom>
              <a:rect b="b" l="l" r="r" t="t"/>
              <a:pathLst>
                <a:path extrusionOk="0" h="3461" w="4135">
                  <a:moveTo>
                    <a:pt x="2915" y="1"/>
                  </a:moveTo>
                  <a:cubicBezTo>
                    <a:pt x="1925" y="1"/>
                    <a:pt x="100" y="259"/>
                    <a:pt x="31" y="603"/>
                  </a:cubicBezTo>
                  <a:cubicBezTo>
                    <a:pt x="0" y="1059"/>
                    <a:pt x="487" y="3339"/>
                    <a:pt x="608" y="3461"/>
                  </a:cubicBezTo>
                  <a:lnTo>
                    <a:pt x="4134" y="2731"/>
                  </a:lnTo>
                  <a:cubicBezTo>
                    <a:pt x="4134" y="2731"/>
                    <a:pt x="3830" y="330"/>
                    <a:pt x="3526" y="87"/>
                  </a:cubicBezTo>
                  <a:cubicBezTo>
                    <a:pt x="3467" y="27"/>
                    <a:pt x="3234" y="1"/>
                    <a:pt x="2915" y="1"/>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g14704226861_0_116"/>
            <p:cNvSpPr/>
            <p:nvPr/>
          </p:nvSpPr>
          <p:spPr>
            <a:xfrm>
              <a:off x="3753375" y="2285275"/>
              <a:ext cx="5350" cy="16750"/>
            </a:xfrm>
            <a:custGeom>
              <a:rect b="b" l="l" r="r" t="t"/>
              <a:pathLst>
                <a:path extrusionOk="0" fill="none" h="670" w="214">
                  <a:moveTo>
                    <a:pt x="1" y="1"/>
                  </a:moveTo>
                  <a:cubicBezTo>
                    <a:pt x="122" y="213"/>
                    <a:pt x="153" y="457"/>
                    <a:pt x="213" y="669"/>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4" name="Google Shape;854;g14704226861_0_116"/>
            <p:cNvSpPr/>
            <p:nvPr/>
          </p:nvSpPr>
          <p:spPr>
            <a:xfrm>
              <a:off x="3777700" y="2277675"/>
              <a:ext cx="5325" cy="16750"/>
            </a:xfrm>
            <a:custGeom>
              <a:rect b="b" l="l" r="r" t="t"/>
              <a:pathLst>
                <a:path extrusionOk="0" fill="none" h="670" w="213">
                  <a:moveTo>
                    <a:pt x="0" y="1"/>
                  </a:moveTo>
                  <a:lnTo>
                    <a:pt x="213" y="669"/>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g14704226861_0_116"/>
            <p:cNvSpPr/>
            <p:nvPr/>
          </p:nvSpPr>
          <p:spPr>
            <a:xfrm>
              <a:off x="3802775" y="2276150"/>
              <a:ext cx="3825" cy="17500"/>
            </a:xfrm>
            <a:custGeom>
              <a:rect b="b" l="l" r="r" t="t"/>
              <a:pathLst>
                <a:path extrusionOk="0" fill="none" h="700" w="153">
                  <a:moveTo>
                    <a:pt x="0" y="1"/>
                  </a:moveTo>
                  <a:cubicBezTo>
                    <a:pt x="61" y="244"/>
                    <a:pt x="122" y="457"/>
                    <a:pt x="152" y="700"/>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g14704226861_0_116"/>
            <p:cNvSpPr/>
            <p:nvPr/>
          </p:nvSpPr>
          <p:spPr>
            <a:xfrm>
              <a:off x="3819475" y="2279200"/>
              <a:ext cx="1550" cy="12175"/>
            </a:xfrm>
            <a:custGeom>
              <a:rect b="b" l="l" r="r" t="t"/>
              <a:pathLst>
                <a:path extrusionOk="0" fill="none" h="487" w="62">
                  <a:moveTo>
                    <a:pt x="1" y="0"/>
                  </a:moveTo>
                  <a:cubicBezTo>
                    <a:pt x="62" y="152"/>
                    <a:pt x="62" y="335"/>
                    <a:pt x="62" y="487"/>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g14704226861_0_116"/>
            <p:cNvSpPr/>
            <p:nvPr/>
          </p:nvSpPr>
          <p:spPr>
            <a:xfrm>
              <a:off x="3808850" y="2362775"/>
              <a:ext cx="307025" cy="419500"/>
            </a:xfrm>
            <a:custGeom>
              <a:rect b="b" l="l" r="r" t="t"/>
              <a:pathLst>
                <a:path extrusionOk="0" h="16780" w="12281">
                  <a:moveTo>
                    <a:pt x="9150" y="1"/>
                  </a:moveTo>
                  <a:lnTo>
                    <a:pt x="0" y="1916"/>
                  </a:lnTo>
                  <a:lnTo>
                    <a:pt x="3131" y="16779"/>
                  </a:lnTo>
                  <a:lnTo>
                    <a:pt x="12280" y="14864"/>
                  </a:lnTo>
                  <a:lnTo>
                    <a:pt x="915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g14704226861_0_116"/>
            <p:cNvSpPr/>
            <p:nvPr/>
          </p:nvSpPr>
          <p:spPr>
            <a:xfrm>
              <a:off x="3800500" y="2557325"/>
              <a:ext cx="175550" cy="169225"/>
            </a:xfrm>
            <a:custGeom>
              <a:rect b="b" l="l" r="r" t="t"/>
              <a:pathLst>
                <a:path extrusionOk="0" h="6769" w="7022">
                  <a:moveTo>
                    <a:pt x="5623" y="0"/>
                  </a:moveTo>
                  <a:cubicBezTo>
                    <a:pt x="5502" y="61"/>
                    <a:pt x="3800" y="973"/>
                    <a:pt x="2280" y="2067"/>
                  </a:cubicBezTo>
                  <a:cubicBezTo>
                    <a:pt x="2189" y="1490"/>
                    <a:pt x="1915" y="1034"/>
                    <a:pt x="1550" y="912"/>
                  </a:cubicBezTo>
                  <a:cubicBezTo>
                    <a:pt x="1494" y="898"/>
                    <a:pt x="1443" y="891"/>
                    <a:pt x="1395" y="891"/>
                  </a:cubicBezTo>
                  <a:cubicBezTo>
                    <a:pt x="844" y="891"/>
                    <a:pt x="794" y="1823"/>
                    <a:pt x="486" y="2857"/>
                  </a:cubicBezTo>
                  <a:cubicBezTo>
                    <a:pt x="304" y="3557"/>
                    <a:pt x="30" y="4104"/>
                    <a:pt x="30" y="4529"/>
                  </a:cubicBezTo>
                  <a:cubicBezTo>
                    <a:pt x="0" y="4772"/>
                    <a:pt x="0" y="4955"/>
                    <a:pt x="91" y="5137"/>
                  </a:cubicBezTo>
                  <a:cubicBezTo>
                    <a:pt x="603" y="6047"/>
                    <a:pt x="855" y="6768"/>
                    <a:pt x="1747" y="6768"/>
                  </a:cubicBezTo>
                  <a:cubicBezTo>
                    <a:pt x="2285" y="6768"/>
                    <a:pt x="3055" y="6507"/>
                    <a:pt x="4255" y="5867"/>
                  </a:cubicBezTo>
                  <a:cubicBezTo>
                    <a:pt x="5228" y="5319"/>
                    <a:pt x="5927" y="4681"/>
                    <a:pt x="6383" y="4012"/>
                  </a:cubicBezTo>
                  <a:cubicBezTo>
                    <a:pt x="6687" y="3435"/>
                    <a:pt x="6292" y="3131"/>
                    <a:pt x="6383" y="3040"/>
                  </a:cubicBezTo>
                  <a:cubicBezTo>
                    <a:pt x="6474" y="2918"/>
                    <a:pt x="6900" y="2584"/>
                    <a:pt x="6991" y="2280"/>
                  </a:cubicBezTo>
                  <a:cubicBezTo>
                    <a:pt x="7021" y="1946"/>
                    <a:pt x="6414" y="1763"/>
                    <a:pt x="6535" y="1672"/>
                  </a:cubicBezTo>
                  <a:cubicBezTo>
                    <a:pt x="6596" y="1642"/>
                    <a:pt x="6900" y="1490"/>
                    <a:pt x="6900" y="1277"/>
                  </a:cubicBezTo>
                  <a:cubicBezTo>
                    <a:pt x="6869" y="1034"/>
                    <a:pt x="6869" y="912"/>
                    <a:pt x="6748" y="730"/>
                  </a:cubicBezTo>
                  <a:cubicBezTo>
                    <a:pt x="6628" y="597"/>
                    <a:pt x="6532" y="569"/>
                    <a:pt x="6454" y="569"/>
                  </a:cubicBezTo>
                  <a:cubicBezTo>
                    <a:pt x="6396" y="569"/>
                    <a:pt x="6347" y="584"/>
                    <a:pt x="6307" y="584"/>
                  </a:cubicBezTo>
                  <a:cubicBezTo>
                    <a:pt x="6278" y="584"/>
                    <a:pt x="6253" y="576"/>
                    <a:pt x="6231" y="547"/>
                  </a:cubicBezTo>
                  <a:cubicBezTo>
                    <a:pt x="6110" y="426"/>
                    <a:pt x="5927" y="0"/>
                    <a:pt x="5623"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g14704226861_0_116"/>
            <p:cNvSpPr/>
            <p:nvPr/>
          </p:nvSpPr>
          <p:spPr>
            <a:xfrm>
              <a:off x="3903825" y="2572525"/>
              <a:ext cx="50950" cy="40300"/>
            </a:xfrm>
            <a:custGeom>
              <a:rect b="b" l="l" r="r" t="t"/>
              <a:pathLst>
                <a:path extrusionOk="0" fill="none" h="1612" w="2038">
                  <a:moveTo>
                    <a:pt x="2037" y="0"/>
                  </a:moveTo>
                  <a:lnTo>
                    <a:pt x="1" y="1611"/>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g14704226861_0_116"/>
            <p:cNvSpPr/>
            <p:nvPr/>
          </p:nvSpPr>
          <p:spPr>
            <a:xfrm>
              <a:off x="3919800" y="2591525"/>
              <a:ext cx="52450" cy="46375"/>
            </a:xfrm>
            <a:custGeom>
              <a:rect b="b" l="l" r="r" t="t"/>
              <a:pathLst>
                <a:path extrusionOk="0" fill="none" h="1855" w="2098">
                  <a:moveTo>
                    <a:pt x="2097" y="0"/>
                  </a:moveTo>
                  <a:lnTo>
                    <a:pt x="0" y="1854"/>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g14704226861_0_116"/>
            <p:cNvSpPr/>
            <p:nvPr/>
          </p:nvSpPr>
          <p:spPr>
            <a:xfrm>
              <a:off x="3938800" y="2630275"/>
              <a:ext cx="23575" cy="23575"/>
            </a:xfrm>
            <a:custGeom>
              <a:rect b="b" l="l" r="r" t="t"/>
              <a:pathLst>
                <a:path extrusionOk="0" fill="none" h="943" w="943">
                  <a:moveTo>
                    <a:pt x="942" y="0"/>
                  </a:moveTo>
                  <a:lnTo>
                    <a:pt x="0" y="942"/>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2" name="Google Shape;862;g14704226861_0_116"/>
            <p:cNvSpPr/>
            <p:nvPr/>
          </p:nvSpPr>
          <p:spPr>
            <a:xfrm>
              <a:off x="3456250" y="2663700"/>
              <a:ext cx="406575" cy="276000"/>
            </a:xfrm>
            <a:custGeom>
              <a:rect b="b" l="l" r="r" t="t"/>
              <a:pathLst>
                <a:path extrusionOk="0" h="11040" w="16263">
                  <a:moveTo>
                    <a:pt x="14591" y="1"/>
                  </a:moveTo>
                  <a:lnTo>
                    <a:pt x="1521" y="6657"/>
                  </a:lnTo>
                  <a:cubicBezTo>
                    <a:pt x="396" y="7296"/>
                    <a:pt x="1" y="8755"/>
                    <a:pt x="639" y="9879"/>
                  </a:cubicBezTo>
                  <a:cubicBezTo>
                    <a:pt x="1099" y="10610"/>
                    <a:pt x="1903" y="11040"/>
                    <a:pt x="2716" y="11040"/>
                  </a:cubicBezTo>
                  <a:cubicBezTo>
                    <a:pt x="3086" y="11040"/>
                    <a:pt x="3458" y="10951"/>
                    <a:pt x="3800" y="10761"/>
                  </a:cubicBezTo>
                  <a:cubicBezTo>
                    <a:pt x="7873" y="8542"/>
                    <a:pt x="15807" y="2554"/>
                    <a:pt x="16263" y="2220"/>
                  </a:cubicBezTo>
                  <a:lnTo>
                    <a:pt x="14591" y="1"/>
                  </a:ln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g14704226861_0_116"/>
            <p:cNvSpPr/>
            <p:nvPr/>
          </p:nvSpPr>
          <p:spPr>
            <a:xfrm>
              <a:off x="3438025" y="2670550"/>
              <a:ext cx="370100" cy="301000"/>
            </a:xfrm>
            <a:custGeom>
              <a:rect b="b" l="l" r="r" t="t"/>
              <a:pathLst>
                <a:path extrusionOk="0" h="12040" w="14804">
                  <a:moveTo>
                    <a:pt x="11490" y="0"/>
                  </a:moveTo>
                  <a:lnTo>
                    <a:pt x="2341" y="4560"/>
                  </a:lnTo>
                  <a:lnTo>
                    <a:pt x="730" y="4073"/>
                  </a:lnTo>
                  <a:lnTo>
                    <a:pt x="730" y="4073"/>
                  </a:lnTo>
                  <a:cubicBezTo>
                    <a:pt x="0" y="9848"/>
                    <a:pt x="1490" y="11429"/>
                    <a:pt x="3161" y="12006"/>
                  </a:cubicBezTo>
                  <a:cubicBezTo>
                    <a:pt x="3222" y="12029"/>
                    <a:pt x="3295" y="12039"/>
                    <a:pt x="3377" y="12039"/>
                  </a:cubicBezTo>
                  <a:cubicBezTo>
                    <a:pt x="5548" y="12039"/>
                    <a:pt x="14803" y="4590"/>
                    <a:pt x="14803" y="4590"/>
                  </a:cubicBezTo>
                  <a:cubicBezTo>
                    <a:pt x="14803" y="4590"/>
                    <a:pt x="12523" y="274"/>
                    <a:pt x="11490" y="0"/>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g14704226861_0_116"/>
            <p:cNvSpPr/>
            <p:nvPr/>
          </p:nvSpPr>
          <p:spPr>
            <a:xfrm>
              <a:off x="3751100" y="2669750"/>
              <a:ext cx="83600" cy="114050"/>
            </a:xfrm>
            <a:custGeom>
              <a:rect b="b" l="l" r="r" t="t"/>
              <a:pathLst>
                <a:path extrusionOk="0" h="4562" w="3344">
                  <a:moveTo>
                    <a:pt x="1408" y="1"/>
                  </a:moveTo>
                  <a:cubicBezTo>
                    <a:pt x="1078" y="1"/>
                    <a:pt x="0" y="670"/>
                    <a:pt x="0" y="670"/>
                  </a:cubicBezTo>
                  <a:lnTo>
                    <a:pt x="1368" y="4561"/>
                  </a:lnTo>
                  <a:cubicBezTo>
                    <a:pt x="1368" y="4561"/>
                    <a:pt x="3192" y="3649"/>
                    <a:pt x="3253" y="3345"/>
                  </a:cubicBezTo>
                  <a:cubicBezTo>
                    <a:pt x="3344" y="3041"/>
                    <a:pt x="1763" y="32"/>
                    <a:pt x="1429" y="2"/>
                  </a:cubicBezTo>
                  <a:cubicBezTo>
                    <a:pt x="1422" y="1"/>
                    <a:pt x="1416" y="1"/>
                    <a:pt x="1408" y="1"/>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g14704226861_0_116"/>
            <p:cNvSpPr/>
            <p:nvPr/>
          </p:nvSpPr>
          <p:spPr>
            <a:xfrm>
              <a:off x="3532250" y="2667500"/>
              <a:ext cx="303975" cy="303225"/>
            </a:xfrm>
            <a:custGeom>
              <a:rect b="b" l="l" r="r" t="t"/>
              <a:pathLst>
                <a:path extrusionOk="0" fill="none" h="12129" w="12159">
                  <a:moveTo>
                    <a:pt x="760" y="3739"/>
                  </a:moveTo>
                  <a:cubicBezTo>
                    <a:pt x="4347" y="2250"/>
                    <a:pt x="7143" y="305"/>
                    <a:pt x="7751" y="153"/>
                  </a:cubicBezTo>
                  <a:cubicBezTo>
                    <a:pt x="8359" y="1"/>
                    <a:pt x="8450" y="609"/>
                    <a:pt x="8754" y="791"/>
                  </a:cubicBezTo>
                  <a:cubicBezTo>
                    <a:pt x="9058" y="1004"/>
                    <a:pt x="9970" y="153"/>
                    <a:pt x="10183" y="122"/>
                  </a:cubicBezTo>
                  <a:cubicBezTo>
                    <a:pt x="10426" y="92"/>
                    <a:pt x="11216" y="1551"/>
                    <a:pt x="11216" y="1551"/>
                  </a:cubicBezTo>
                  <a:cubicBezTo>
                    <a:pt x="11642" y="2371"/>
                    <a:pt x="12159" y="3405"/>
                    <a:pt x="12007" y="3648"/>
                  </a:cubicBezTo>
                  <a:cubicBezTo>
                    <a:pt x="11885" y="3922"/>
                    <a:pt x="10669" y="4378"/>
                    <a:pt x="10760" y="4590"/>
                  </a:cubicBezTo>
                  <a:cubicBezTo>
                    <a:pt x="10821" y="4864"/>
                    <a:pt x="10760" y="5897"/>
                    <a:pt x="10426" y="6049"/>
                  </a:cubicBezTo>
                  <a:cubicBezTo>
                    <a:pt x="10061" y="6201"/>
                    <a:pt x="2219" y="11186"/>
                    <a:pt x="0" y="12128"/>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g14704226861_0_116"/>
            <p:cNvSpPr/>
            <p:nvPr/>
          </p:nvSpPr>
          <p:spPr>
            <a:xfrm>
              <a:off x="3771625" y="2713100"/>
              <a:ext cx="28900" cy="68400"/>
            </a:xfrm>
            <a:custGeom>
              <a:rect b="b" l="l" r="r" t="t"/>
              <a:pathLst>
                <a:path extrusionOk="0" fill="none" h="2736" w="1156">
                  <a:moveTo>
                    <a:pt x="0" y="0"/>
                  </a:moveTo>
                  <a:lnTo>
                    <a:pt x="1155" y="2736"/>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g14704226861_0_116"/>
            <p:cNvSpPr/>
            <p:nvPr/>
          </p:nvSpPr>
          <p:spPr>
            <a:xfrm>
              <a:off x="3775425" y="2691825"/>
              <a:ext cx="12175" cy="6100"/>
            </a:xfrm>
            <a:custGeom>
              <a:rect b="b" l="l" r="r" t="t"/>
              <a:pathLst>
                <a:path extrusionOk="0" fill="none" h="244" w="487">
                  <a:moveTo>
                    <a:pt x="0" y="243"/>
                  </a:moveTo>
                  <a:cubicBezTo>
                    <a:pt x="152" y="183"/>
                    <a:pt x="334" y="91"/>
                    <a:pt x="486" y="0"/>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8" name="Google Shape;868;g14704226861_0_116"/>
            <p:cNvSpPr/>
            <p:nvPr/>
          </p:nvSpPr>
          <p:spPr>
            <a:xfrm>
              <a:off x="3778450" y="2716125"/>
              <a:ext cx="15975" cy="8400"/>
            </a:xfrm>
            <a:custGeom>
              <a:rect b="b" l="l" r="r" t="t"/>
              <a:pathLst>
                <a:path extrusionOk="0" fill="none" h="336" w="639">
                  <a:moveTo>
                    <a:pt x="1" y="335"/>
                  </a:moveTo>
                  <a:cubicBezTo>
                    <a:pt x="213" y="244"/>
                    <a:pt x="426" y="123"/>
                    <a:pt x="639" y="1"/>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9" name="Google Shape;869;g14704226861_0_116"/>
            <p:cNvSpPr/>
            <p:nvPr/>
          </p:nvSpPr>
          <p:spPr>
            <a:xfrm>
              <a:off x="3798975" y="2737425"/>
              <a:ext cx="14450" cy="7600"/>
            </a:xfrm>
            <a:custGeom>
              <a:rect b="b" l="l" r="r" t="t"/>
              <a:pathLst>
                <a:path extrusionOk="0" fill="none" h="304" w="578">
                  <a:moveTo>
                    <a:pt x="0" y="304"/>
                  </a:moveTo>
                  <a:cubicBezTo>
                    <a:pt x="213" y="182"/>
                    <a:pt x="395" y="61"/>
                    <a:pt x="578" y="0"/>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g14704226861_0_116"/>
            <p:cNvSpPr/>
            <p:nvPr/>
          </p:nvSpPr>
          <p:spPr>
            <a:xfrm>
              <a:off x="3551250" y="2845325"/>
              <a:ext cx="553975" cy="407900"/>
            </a:xfrm>
            <a:custGeom>
              <a:rect b="b" l="l" r="r" t="t"/>
              <a:pathLst>
                <a:path extrusionOk="0" h="16316" w="22159">
                  <a:moveTo>
                    <a:pt x="18967" y="0"/>
                  </a:moveTo>
                  <a:lnTo>
                    <a:pt x="3192" y="3374"/>
                  </a:lnTo>
                  <a:cubicBezTo>
                    <a:pt x="2554" y="4894"/>
                    <a:pt x="1824" y="6383"/>
                    <a:pt x="1246" y="7933"/>
                  </a:cubicBezTo>
                  <a:cubicBezTo>
                    <a:pt x="882" y="9088"/>
                    <a:pt x="0" y="11155"/>
                    <a:pt x="760" y="12280"/>
                  </a:cubicBezTo>
                  <a:cubicBezTo>
                    <a:pt x="791" y="12310"/>
                    <a:pt x="821" y="12371"/>
                    <a:pt x="821" y="12432"/>
                  </a:cubicBezTo>
                  <a:cubicBezTo>
                    <a:pt x="821" y="12493"/>
                    <a:pt x="760" y="12523"/>
                    <a:pt x="699" y="12584"/>
                  </a:cubicBezTo>
                  <a:cubicBezTo>
                    <a:pt x="487" y="12736"/>
                    <a:pt x="426" y="12949"/>
                    <a:pt x="365" y="13131"/>
                  </a:cubicBezTo>
                  <a:cubicBezTo>
                    <a:pt x="335" y="13526"/>
                    <a:pt x="426" y="13891"/>
                    <a:pt x="456" y="14286"/>
                  </a:cubicBezTo>
                  <a:cubicBezTo>
                    <a:pt x="517" y="14894"/>
                    <a:pt x="973" y="15380"/>
                    <a:pt x="1550" y="15502"/>
                  </a:cubicBezTo>
                  <a:cubicBezTo>
                    <a:pt x="2951" y="15813"/>
                    <a:pt x="5771" y="16316"/>
                    <a:pt x="9299" y="16316"/>
                  </a:cubicBezTo>
                  <a:cubicBezTo>
                    <a:pt x="12661" y="16316"/>
                    <a:pt x="16666" y="15860"/>
                    <a:pt x="20700" y="14347"/>
                  </a:cubicBezTo>
                  <a:cubicBezTo>
                    <a:pt x="21581" y="14013"/>
                    <a:pt x="22159" y="12432"/>
                    <a:pt x="21277" y="11763"/>
                  </a:cubicBezTo>
                  <a:cubicBezTo>
                    <a:pt x="21156" y="11702"/>
                    <a:pt x="21034" y="11611"/>
                    <a:pt x="20973" y="11520"/>
                  </a:cubicBezTo>
                  <a:cubicBezTo>
                    <a:pt x="20943" y="11429"/>
                    <a:pt x="20973" y="11307"/>
                    <a:pt x="20973" y="11216"/>
                  </a:cubicBezTo>
                  <a:cubicBezTo>
                    <a:pt x="21186" y="10213"/>
                    <a:pt x="20730" y="9180"/>
                    <a:pt x="20517" y="8207"/>
                  </a:cubicBezTo>
                  <a:cubicBezTo>
                    <a:pt x="20244" y="7113"/>
                    <a:pt x="20031" y="5958"/>
                    <a:pt x="19788" y="4863"/>
                  </a:cubicBezTo>
                  <a:cubicBezTo>
                    <a:pt x="19423" y="2918"/>
                    <a:pt x="19028" y="1945"/>
                    <a:pt x="18967" y="0"/>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g14704226861_0_116"/>
            <p:cNvSpPr/>
            <p:nvPr/>
          </p:nvSpPr>
          <p:spPr>
            <a:xfrm>
              <a:off x="3591525" y="3122675"/>
              <a:ext cx="507625" cy="174050"/>
            </a:xfrm>
            <a:custGeom>
              <a:rect b="b" l="l" r="r" t="t"/>
              <a:pathLst>
                <a:path extrusionOk="0" fill="none" h="6962" w="20305">
                  <a:moveTo>
                    <a:pt x="0" y="4438"/>
                  </a:moveTo>
                  <a:cubicBezTo>
                    <a:pt x="0" y="4438"/>
                    <a:pt x="9666" y="6961"/>
                    <a:pt x="19605" y="3040"/>
                  </a:cubicBezTo>
                  <a:cubicBezTo>
                    <a:pt x="19605" y="3040"/>
                    <a:pt x="20305" y="2675"/>
                    <a:pt x="19970" y="1338"/>
                  </a:cubicBezTo>
                  <a:cubicBezTo>
                    <a:pt x="19636" y="1"/>
                    <a:pt x="18602" y="700"/>
                    <a:pt x="18602" y="700"/>
                  </a:cubicBezTo>
                  <a:cubicBezTo>
                    <a:pt x="18602" y="700"/>
                    <a:pt x="16201" y="1581"/>
                    <a:pt x="9879" y="1824"/>
                  </a:cubicBezTo>
                  <a:cubicBezTo>
                    <a:pt x="3526" y="2067"/>
                    <a:pt x="0" y="1399"/>
                    <a:pt x="0" y="1399"/>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g14704226861_0_116"/>
            <p:cNvSpPr/>
            <p:nvPr/>
          </p:nvSpPr>
          <p:spPr>
            <a:xfrm>
              <a:off x="3608225" y="3178150"/>
              <a:ext cx="25" cy="43325"/>
            </a:xfrm>
            <a:custGeom>
              <a:rect b="b" l="l" r="r" t="t"/>
              <a:pathLst>
                <a:path extrusionOk="0" fill="none" h="1733" w="1">
                  <a:moveTo>
                    <a:pt x="1" y="0"/>
                  </a:moveTo>
                  <a:lnTo>
                    <a:pt x="1" y="1733"/>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g14704226861_0_116"/>
            <p:cNvSpPr/>
            <p:nvPr/>
          </p:nvSpPr>
          <p:spPr>
            <a:xfrm>
              <a:off x="3706250" y="3198675"/>
              <a:ext cx="25" cy="41800"/>
            </a:xfrm>
            <a:custGeom>
              <a:rect b="b" l="l" r="r" t="t"/>
              <a:pathLst>
                <a:path extrusionOk="0" fill="none" h="1672" w="1">
                  <a:moveTo>
                    <a:pt x="1" y="0"/>
                  </a:moveTo>
                  <a:lnTo>
                    <a:pt x="1" y="1672"/>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g14704226861_0_116"/>
            <p:cNvSpPr/>
            <p:nvPr/>
          </p:nvSpPr>
          <p:spPr>
            <a:xfrm>
              <a:off x="3849875" y="3197150"/>
              <a:ext cx="2300" cy="42575"/>
            </a:xfrm>
            <a:custGeom>
              <a:rect b="b" l="l" r="r" t="t"/>
              <a:pathLst>
                <a:path extrusionOk="0" fill="none" h="1703" w="92">
                  <a:moveTo>
                    <a:pt x="92" y="0"/>
                  </a:moveTo>
                  <a:lnTo>
                    <a:pt x="1" y="1702"/>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g14704226861_0_116"/>
            <p:cNvSpPr/>
            <p:nvPr/>
          </p:nvSpPr>
          <p:spPr>
            <a:xfrm>
              <a:off x="3976025" y="3182700"/>
              <a:ext cx="775" cy="34225"/>
            </a:xfrm>
            <a:custGeom>
              <a:rect b="b" l="l" r="r" t="t"/>
              <a:pathLst>
                <a:path extrusionOk="0" fill="none" h="1369" w="31">
                  <a:moveTo>
                    <a:pt x="0" y="1"/>
                  </a:moveTo>
                  <a:lnTo>
                    <a:pt x="31" y="1369"/>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g14704226861_0_116"/>
            <p:cNvSpPr/>
            <p:nvPr/>
          </p:nvSpPr>
          <p:spPr>
            <a:xfrm>
              <a:off x="4056575" y="3161425"/>
              <a:ext cx="25" cy="28900"/>
            </a:xfrm>
            <a:custGeom>
              <a:rect b="b" l="l" r="r" t="t"/>
              <a:pathLst>
                <a:path extrusionOk="0" fill="none" h="1156" w="1">
                  <a:moveTo>
                    <a:pt x="0" y="1"/>
                  </a:moveTo>
                  <a:lnTo>
                    <a:pt x="0" y="1156"/>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7" name="Google Shape;877;g14704226861_0_116"/>
            <p:cNvSpPr/>
            <p:nvPr/>
          </p:nvSpPr>
          <p:spPr>
            <a:xfrm>
              <a:off x="3596850" y="3247300"/>
              <a:ext cx="79050" cy="79050"/>
            </a:xfrm>
            <a:custGeom>
              <a:rect b="b" l="l" r="r" t="t"/>
              <a:pathLst>
                <a:path extrusionOk="0" fill="none" h="3162" w="3162">
                  <a:moveTo>
                    <a:pt x="2614" y="0"/>
                  </a:moveTo>
                  <a:cubicBezTo>
                    <a:pt x="2614" y="0"/>
                    <a:pt x="3161" y="3162"/>
                    <a:pt x="0" y="2645"/>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g14704226861_0_116"/>
            <p:cNvSpPr/>
            <p:nvPr/>
          </p:nvSpPr>
          <p:spPr>
            <a:xfrm>
              <a:off x="4009450" y="3221450"/>
              <a:ext cx="60825" cy="66900"/>
            </a:xfrm>
            <a:custGeom>
              <a:rect b="b" l="l" r="r" t="t"/>
              <a:pathLst>
                <a:path extrusionOk="0" fill="none" h="2676" w="2433">
                  <a:moveTo>
                    <a:pt x="457" y="1"/>
                  </a:moveTo>
                  <a:cubicBezTo>
                    <a:pt x="457" y="1"/>
                    <a:pt x="1" y="2676"/>
                    <a:pt x="2433" y="2402"/>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g14704226861_0_116"/>
            <p:cNvSpPr/>
            <p:nvPr/>
          </p:nvSpPr>
          <p:spPr>
            <a:xfrm>
              <a:off x="4028450" y="3162200"/>
              <a:ext cx="800" cy="18250"/>
            </a:xfrm>
            <a:custGeom>
              <a:rect b="b" l="l" r="r" t="t"/>
              <a:pathLst>
                <a:path extrusionOk="0" fill="none" h="730" w="32">
                  <a:moveTo>
                    <a:pt x="1" y="0"/>
                  </a:moveTo>
                  <a:lnTo>
                    <a:pt x="31" y="730"/>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0" name="Google Shape;880;g14704226861_0_116"/>
            <p:cNvSpPr/>
            <p:nvPr/>
          </p:nvSpPr>
          <p:spPr>
            <a:xfrm>
              <a:off x="4067975" y="3162200"/>
              <a:ext cx="25" cy="24325"/>
            </a:xfrm>
            <a:custGeom>
              <a:rect b="b" l="l" r="r" t="t"/>
              <a:pathLst>
                <a:path extrusionOk="0" fill="none" h="973" w="1">
                  <a:moveTo>
                    <a:pt x="0" y="0"/>
                  </a:moveTo>
                  <a:lnTo>
                    <a:pt x="0" y="973"/>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81" name="Google Shape;881;g14704226861_0_116"/>
          <p:cNvSpPr txBox="1"/>
          <p:nvPr/>
        </p:nvSpPr>
        <p:spPr>
          <a:xfrm>
            <a:off x="153350" y="67925"/>
            <a:ext cx="1017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202426"/>
                </a:solidFill>
                <a:latin typeface="Raleway Black"/>
                <a:ea typeface="Raleway Black"/>
                <a:cs typeface="Raleway Black"/>
                <a:sym typeface="Raleway Black"/>
              </a:rPr>
              <a:t>Activity</a:t>
            </a:r>
            <a:endParaRPr b="0" i="0" sz="1400" u="none" cap="none" strike="noStrike">
              <a:solidFill>
                <a:srgbClr val="000000"/>
              </a:solidFill>
              <a:latin typeface="Arial"/>
              <a:ea typeface="Arial"/>
              <a:cs typeface="Arial"/>
              <a:sym typeface="Arial"/>
            </a:endParaRPr>
          </a:p>
        </p:txBody>
      </p:sp>
      <p:sp>
        <p:nvSpPr>
          <p:cNvPr id="882" name="Google Shape;882;g14704226861_0_116"/>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g14704226861_0_67"/>
          <p:cNvSpPr txBox="1"/>
          <p:nvPr>
            <p:ph type="title"/>
          </p:nvPr>
        </p:nvSpPr>
        <p:spPr>
          <a:xfrm>
            <a:off x="1451950" y="123250"/>
            <a:ext cx="5685000" cy="1002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3000"/>
              <a:buFont typeface="Arial"/>
              <a:buNone/>
            </a:pPr>
            <a:r>
              <a:rPr b="0" lang="en" sz="3000">
                <a:solidFill>
                  <a:srgbClr val="202124"/>
                </a:solidFill>
                <a:latin typeface="Sigmar One"/>
                <a:ea typeface="Sigmar One"/>
                <a:cs typeface="Sigmar One"/>
                <a:sym typeface="Sigmar One"/>
              </a:rPr>
              <a:t>Cross Examinia Role-play!</a:t>
            </a:r>
            <a:endParaRPr b="0" sz="3300">
              <a:latin typeface="Sigmar One"/>
              <a:ea typeface="Sigmar One"/>
              <a:cs typeface="Sigmar One"/>
              <a:sym typeface="Sigmar One"/>
            </a:endParaRPr>
          </a:p>
        </p:txBody>
      </p:sp>
      <p:pic>
        <p:nvPicPr>
          <p:cNvPr id="888" name="Google Shape;888;g14704226861_0_67"/>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pic>
        <p:nvPicPr>
          <p:cNvPr id="889" name="Google Shape;889;g14704226861_0_67"/>
          <p:cNvPicPr preferRelativeResize="0"/>
          <p:nvPr/>
        </p:nvPicPr>
        <p:blipFill rotWithShape="1">
          <a:blip r:embed="rId4">
            <a:alphaModFix/>
          </a:blip>
          <a:srcRect b="0" l="0" r="0" t="0"/>
          <a:stretch/>
        </p:blipFill>
        <p:spPr>
          <a:xfrm>
            <a:off x="143828" y="323374"/>
            <a:ext cx="638322" cy="602644"/>
          </a:xfrm>
          <a:prstGeom prst="rect">
            <a:avLst/>
          </a:prstGeom>
          <a:noFill/>
          <a:ln>
            <a:noFill/>
          </a:ln>
        </p:spPr>
      </p:pic>
      <p:sp>
        <p:nvSpPr>
          <p:cNvPr id="890" name="Google Shape;890;g14704226861_0_67"/>
          <p:cNvSpPr txBox="1"/>
          <p:nvPr/>
        </p:nvSpPr>
        <p:spPr>
          <a:xfrm>
            <a:off x="143825" y="926025"/>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n">
                <a:solidFill>
                  <a:srgbClr val="202426"/>
                </a:solidFill>
                <a:latin typeface="Raleway Black"/>
                <a:ea typeface="Raleway Black"/>
                <a:cs typeface="Raleway Black"/>
                <a:sym typeface="Raleway Black"/>
              </a:rPr>
              <a:t>3</a:t>
            </a:r>
            <a:r>
              <a:rPr b="0" i="0" lang="en" sz="1400" u="none" cap="none" strike="noStrike">
                <a:solidFill>
                  <a:srgbClr val="202426"/>
                </a:solidFill>
                <a:latin typeface="Raleway Black"/>
                <a:ea typeface="Raleway Black"/>
                <a:cs typeface="Raleway Black"/>
                <a:sym typeface="Raleway Black"/>
              </a:rPr>
              <a:t> mins</a:t>
            </a:r>
            <a:endParaRPr b="0" i="0" sz="1400" u="none" cap="none" strike="noStrike">
              <a:solidFill>
                <a:srgbClr val="202426"/>
              </a:solidFill>
              <a:latin typeface="Raleway Black"/>
              <a:ea typeface="Raleway Black"/>
              <a:cs typeface="Raleway Black"/>
              <a:sym typeface="Raleway Black"/>
            </a:endParaRPr>
          </a:p>
        </p:txBody>
      </p:sp>
      <p:grpSp>
        <p:nvGrpSpPr>
          <p:cNvPr id="891" name="Google Shape;891;g14704226861_0_67"/>
          <p:cNvGrpSpPr/>
          <p:nvPr/>
        </p:nvGrpSpPr>
        <p:grpSpPr>
          <a:xfrm flipH="1">
            <a:off x="216" y="2678296"/>
            <a:ext cx="2984726" cy="2465030"/>
            <a:chOff x="4718427" y="1468850"/>
            <a:chExt cx="3984948" cy="3264076"/>
          </a:xfrm>
        </p:grpSpPr>
        <p:sp>
          <p:nvSpPr>
            <p:cNvPr id="892" name="Google Shape;892;g14704226861_0_67"/>
            <p:cNvSpPr/>
            <p:nvPr/>
          </p:nvSpPr>
          <p:spPr>
            <a:xfrm flipH="1">
              <a:off x="4718427" y="1868757"/>
              <a:ext cx="3850994" cy="2862904"/>
            </a:xfrm>
            <a:custGeom>
              <a:rect b="b" l="l" r="r" t="t"/>
              <a:pathLst>
                <a:path extrusionOk="0" h="73206" w="98472">
                  <a:moveTo>
                    <a:pt x="38560" y="0"/>
                  </a:moveTo>
                  <a:cubicBezTo>
                    <a:pt x="36709" y="0"/>
                    <a:pt x="34860" y="219"/>
                    <a:pt x="33058" y="674"/>
                  </a:cubicBezTo>
                  <a:cubicBezTo>
                    <a:pt x="23634" y="3055"/>
                    <a:pt x="16141" y="11727"/>
                    <a:pt x="15138" y="21376"/>
                  </a:cubicBezTo>
                  <a:cubicBezTo>
                    <a:pt x="14612" y="26589"/>
                    <a:pt x="15639" y="32354"/>
                    <a:pt x="12682" y="36664"/>
                  </a:cubicBezTo>
                  <a:cubicBezTo>
                    <a:pt x="11103" y="38970"/>
                    <a:pt x="8572" y="40474"/>
                    <a:pt x="6516" y="42379"/>
                  </a:cubicBezTo>
                  <a:cubicBezTo>
                    <a:pt x="2231" y="46364"/>
                    <a:pt x="0" y="52429"/>
                    <a:pt x="677" y="58243"/>
                  </a:cubicBezTo>
                  <a:cubicBezTo>
                    <a:pt x="1354" y="64033"/>
                    <a:pt x="4912" y="69447"/>
                    <a:pt x="9975" y="72354"/>
                  </a:cubicBezTo>
                  <a:lnTo>
                    <a:pt x="91730" y="73206"/>
                  </a:lnTo>
                  <a:cubicBezTo>
                    <a:pt x="95590" y="72905"/>
                    <a:pt x="98472" y="68419"/>
                    <a:pt x="97169" y="64785"/>
                  </a:cubicBezTo>
                  <a:cubicBezTo>
                    <a:pt x="96642" y="63331"/>
                    <a:pt x="95615" y="62128"/>
                    <a:pt x="94838" y="60800"/>
                  </a:cubicBezTo>
                  <a:cubicBezTo>
                    <a:pt x="91830" y="55637"/>
                    <a:pt x="92883" y="49171"/>
                    <a:pt x="93610" y="43231"/>
                  </a:cubicBezTo>
                  <a:cubicBezTo>
                    <a:pt x="94311" y="37266"/>
                    <a:pt x="94286" y="30424"/>
                    <a:pt x="89925" y="26339"/>
                  </a:cubicBezTo>
                  <a:cubicBezTo>
                    <a:pt x="83259" y="20048"/>
                    <a:pt x="71053" y="24333"/>
                    <a:pt x="64186" y="18268"/>
                  </a:cubicBezTo>
                  <a:cubicBezTo>
                    <a:pt x="61780" y="16138"/>
                    <a:pt x="60477" y="13080"/>
                    <a:pt x="58672" y="10424"/>
                  </a:cubicBezTo>
                  <a:cubicBezTo>
                    <a:pt x="54253" y="3917"/>
                    <a:pt x="46391" y="0"/>
                    <a:pt x="38560" y="0"/>
                  </a:cubicBezTo>
                  <a:close/>
                </a:path>
              </a:pathLst>
            </a:custGeom>
            <a:solidFill>
              <a:srgbClr val="F7B681">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3" name="Google Shape;893;g14704226861_0_67"/>
            <p:cNvSpPr/>
            <p:nvPr/>
          </p:nvSpPr>
          <p:spPr>
            <a:xfrm flipH="1">
              <a:off x="5627537" y="1468850"/>
              <a:ext cx="2252048" cy="2464442"/>
            </a:xfrm>
            <a:custGeom>
              <a:rect b="b" l="l" r="r" t="t"/>
              <a:pathLst>
                <a:path extrusionOk="0" h="53537" w="48923">
                  <a:moveTo>
                    <a:pt x="26530" y="1"/>
                  </a:moveTo>
                  <a:cubicBezTo>
                    <a:pt x="25217" y="1"/>
                    <a:pt x="23901" y="199"/>
                    <a:pt x="22632" y="604"/>
                  </a:cubicBezTo>
                  <a:lnTo>
                    <a:pt x="21379" y="829"/>
                  </a:lnTo>
                  <a:cubicBezTo>
                    <a:pt x="20527" y="715"/>
                    <a:pt x="19739" y="652"/>
                    <a:pt x="18993" y="652"/>
                  </a:cubicBezTo>
                  <a:cubicBezTo>
                    <a:pt x="16624" y="652"/>
                    <a:pt x="14675" y="1294"/>
                    <a:pt x="12406" y="3010"/>
                  </a:cubicBezTo>
                  <a:cubicBezTo>
                    <a:pt x="9424" y="5240"/>
                    <a:pt x="7218" y="8699"/>
                    <a:pt x="6316" y="12509"/>
                  </a:cubicBezTo>
                  <a:cubicBezTo>
                    <a:pt x="5840" y="14539"/>
                    <a:pt x="5715" y="16669"/>
                    <a:pt x="4938" y="18624"/>
                  </a:cubicBezTo>
                  <a:cubicBezTo>
                    <a:pt x="4111" y="20729"/>
                    <a:pt x="2532" y="22534"/>
                    <a:pt x="2056" y="24764"/>
                  </a:cubicBezTo>
                  <a:cubicBezTo>
                    <a:pt x="1128" y="29226"/>
                    <a:pt x="4787" y="33461"/>
                    <a:pt x="4111" y="37947"/>
                  </a:cubicBezTo>
                  <a:cubicBezTo>
                    <a:pt x="3860" y="39627"/>
                    <a:pt x="2983" y="41155"/>
                    <a:pt x="2156" y="42634"/>
                  </a:cubicBezTo>
                  <a:cubicBezTo>
                    <a:pt x="1304" y="44113"/>
                    <a:pt x="452" y="45642"/>
                    <a:pt x="226" y="47346"/>
                  </a:cubicBezTo>
                  <a:cubicBezTo>
                    <a:pt x="0" y="49075"/>
                    <a:pt x="552" y="51005"/>
                    <a:pt x="1955" y="51757"/>
                  </a:cubicBezTo>
                  <a:cubicBezTo>
                    <a:pt x="1955" y="51757"/>
                    <a:pt x="4922" y="52560"/>
                    <a:pt x="6904" y="52560"/>
                  </a:cubicBezTo>
                  <a:cubicBezTo>
                    <a:pt x="6934" y="52560"/>
                    <a:pt x="6963" y="52559"/>
                    <a:pt x="6993" y="52559"/>
                  </a:cubicBezTo>
                  <a:lnTo>
                    <a:pt x="7845" y="47622"/>
                  </a:lnTo>
                  <a:lnTo>
                    <a:pt x="8522" y="53085"/>
                  </a:lnTo>
                  <a:cubicBezTo>
                    <a:pt x="8522" y="53085"/>
                    <a:pt x="14053" y="53536"/>
                    <a:pt x="22876" y="53536"/>
                  </a:cubicBezTo>
                  <a:cubicBezTo>
                    <a:pt x="24027" y="53536"/>
                    <a:pt x="25234" y="53529"/>
                    <a:pt x="26492" y="53511"/>
                  </a:cubicBezTo>
                  <a:cubicBezTo>
                    <a:pt x="37394" y="53336"/>
                    <a:pt x="40652" y="50704"/>
                    <a:pt x="40652" y="50704"/>
                  </a:cubicBezTo>
                  <a:lnTo>
                    <a:pt x="40627" y="46343"/>
                  </a:lnTo>
                  <a:lnTo>
                    <a:pt x="42256" y="50629"/>
                  </a:lnTo>
                  <a:cubicBezTo>
                    <a:pt x="42256" y="50629"/>
                    <a:pt x="48146" y="50328"/>
                    <a:pt x="48397" y="48474"/>
                  </a:cubicBezTo>
                  <a:cubicBezTo>
                    <a:pt x="48923" y="44840"/>
                    <a:pt x="48221" y="41707"/>
                    <a:pt x="47018" y="39827"/>
                  </a:cubicBezTo>
                  <a:cubicBezTo>
                    <a:pt x="45840" y="37947"/>
                    <a:pt x="44261" y="36143"/>
                    <a:pt x="44086" y="33837"/>
                  </a:cubicBezTo>
                  <a:cubicBezTo>
                    <a:pt x="43885" y="31657"/>
                    <a:pt x="44687" y="30128"/>
                    <a:pt x="44211" y="28023"/>
                  </a:cubicBezTo>
                  <a:cubicBezTo>
                    <a:pt x="43660" y="25566"/>
                    <a:pt x="41655" y="24890"/>
                    <a:pt x="40652" y="22634"/>
                  </a:cubicBezTo>
                  <a:cubicBezTo>
                    <a:pt x="39650" y="20353"/>
                    <a:pt x="40226" y="17596"/>
                    <a:pt x="40276" y="15040"/>
                  </a:cubicBezTo>
                  <a:cubicBezTo>
                    <a:pt x="40301" y="10353"/>
                    <a:pt x="38246" y="5742"/>
                    <a:pt x="34863" y="2960"/>
                  </a:cubicBezTo>
                  <a:cubicBezTo>
                    <a:pt x="32494" y="1027"/>
                    <a:pt x="29520" y="1"/>
                    <a:pt x="2653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g14704226861_0_67"/>
            <p:cNvSpPr/>
            <p:nvPr/>
          </p:nvSpPr>
          <p:spPr>
            <a:xfrm flipH="1">
              <a:off x="5247889" y="3150768"/>
              <a:ext cx="1262395" cy="1332779"/>
            </a:xfrm>
            <a:custGeom>
              <a:rect b="b" l="l" r="r" t="t"/>
              <a:pathLst>
                <a:path extrusionOk="0" h="28953" w="27424">
                  <a:moveTo>
                    <a:pt x="3728" y="1"/>
                  </a:moveTo>
                  <a:cubicBezTo>
                    <a:pt x="1" y="1"/>
                    <a:pt x="4472" y="9052"/>
                    <a:pt x="1709" y="11938"/>
                  </a:cubicBezTo>
                  <a:cubicBezTo>
                    <a:pt x="1835" y="13241"/>
                    <a:pt x="5594" y="20359"/>
                    <a:pt x="6045" y="20985"/>
                  </a:cubicBezTo>
                  <a:cubicBezTo>
                    <a:pt x="8025" y="23767"/>
                    <a:pt x="10180" y="26875"/>
                    <a:pt x="12862" y="28178"/>
                  </a:cubicBezTo>
                  <a:cubicBezTo>
                    <a:pt x="14011" y="28735"/>
                    <a:pt x="15157" y="28953"/>
                    <a:pt x="16207" y="28953"/>
                  </a:cubicBezTo>
                  <a:cubicBezTo>
                    <a:pt x="18042" y="28953"/>
                    <a:pt x="19582" y="28288"/>
                    <a:pt x="20331" y="27602"/>
                  </a:cubicBezTo>
                  <a:cubicBezTo>
                    <a:pt x="22712" y="25422"/>
                    <a:pt x="26371" y="15422"/>
                    <a:pt x="27424" y="11612"/>
                  </a:cubicBezTo>
                  <a:cubicBezTo>
                    <a:pt x="24592" y="11161"/>
                    <a:pt x="22085" y="10259"/>
                    <a:pt x="19228" y="9557"/>
                  </a:cubicBezTo>
                  <a:cubicBezTo>
                    <a:pt x="19028" y="9858"/>
                    <a:pt x="17073" y="13592"/>
                    <a:pt x="16872" y="13893"/>
                  </a:cubicBezTo>
                  <a:cubicBezTo>
                    <a:pt x="16496" y="14670"/>
                    <a:pt x="16095" y="15472"/>
                    <a:pt x="15719" y="16274"/>
                  </a:cubicBezTo>
                  <a:lnTo>
                    <a:pt x="15744" y="16299"/>
                  </a:lnTo>
                  <a:lnTo>
                    <a:pt x="13915" y="20785"/>
                  </a:lnTo>
                  <a:cubicBezTo>
                    <a:pt x="14291" y="19582"/>
                    <a:pt x="14967" y="17953"/>
                    <a:pt x="15719" y="16274"/>
                  </a:cubicBezTo>
                  <a:cubicBezTo>
                    <a:pt x="15719" y="16274"/>
                    <a:pt x="9178" y="384"/>
                    <a:pt x="3915" y="8"/>
                  </a:cubicBezTo>
                  <a:cubicBezTo>
                    <a:pt x="3850" y="3"/>
                    <a:pt x="3788" y="1"/>
                    <a:pt x="3728"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g14704226861_0_67"/>
            <p:cNvSpPr/>
            <p:nvPr/>
          </p:nvSpPr>
          <p:spPr>
            <a:xfrm flipH="1">
              <a:off x="5728945" y="3785216"/>
              <a:ext cx="145417" cy="327015"/>
            </a:xfrm>
            <a:custGeom>
              <a:rect b="b" l="l" r="r" t="t"/>
              <a:pathLst>
                <a:path extrusionOk="0" h="7104" w="3159">
                  <a:moveTo>
                    <a:pt x="3043" y="1"/>
                  </a:moveTo>
                  <a:cubicBezTo>
                    <a:pt x="3008" y="1"/>
                    <a:pt x="2976" y="24"/>
                    <a:pt x="2958" y="61"/>
                  </a:cubicBezTo>
                  <a:cubicBezTo>
                    <a:pt x="2532" y="938"/>
                    <a:pt x="2156" y="1715"/>
                    <a:pt x="1830" y="2467"/>
                  </a:cubicBezTo>
                  <a:cubicBezTo>
                    <a:pt x="1830" y="2467"/>
                    <a:pt x="1830" y="2492"/>
                    <a:pt x="1830" y="2517"/>
                  </a:cubicBezTo>
                  <a:lnTo>
                    <a:pt x="1" y="6953"/>
                  </a:lnTo>
                  <a:cubicBezTo>
                    <a:pt x="1" y="7003"/>
                    <a:pt x="1" y="7078"/>
                    <a:pt x="76" y="7103"/>
                  </a:cubicBezTo>
                  <a:lnTo>
                    <a:pt x="101" y="7103"/>
                  </a:lnTo>
                  <a:cubicBezTo>
                    <a:pt x="151" y="7103"/>
                    <a:pt x="176" y="7078"/>
                    <a:pt x="201" y="7028"/>
                  </a:cubicBezTo>
                  <a:lnTo>
                    <a:pt x="2031" y="2567"/>
                  </a:lnTo>
                  <a:cubicBezTo>
                    <a:pt x="2031" y="2542"/>
                    <a:pt x="2031" y="2517"/>
                    <a:pt x="2031" y="2517"/>
                  </a:cubicBezTo>
                  <a:cubicBezTo>
                    <a:pt x="2356" y="1790"/>
                    <a:pt x="2732" y="1013"/>
                    <a:pt x="3133" y="161"/>
                  </a:cubicBezTo>
                  <a:cubicBezTo>
                    <a:pt x="3158" y="111"/>
                    <a:pt x="3133" y="36"/>
                    <a:pt x="3083" y="10"/>
                  </a:cubicBezTo>
                  <a:cubicBezTo>
                    <a:pt x="3070" y="4"/>
                    <a:pt x="3056" y="1"/>
                    <a:pt x="30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g14704226861_0_67"/>
            <p:cNvSpPr/>
            <p:nvPr/>
          </p:nvSpPr>
          <p:spPr>
            <a:xfrm flipH="1">
              <a:off x="5027491" y="3129684"/>
              <a:ext cx="614948" cy="561412"/>
            </a:xfrm>
            <a:custGeom>
              <a:rect b="b" l="l" r="r" t="t"/>
              <a:pathLst>
                <a:path extrusionOk="0" h="12196" w="13359">
                  <a:moveTo>
                    <a:pt x="8247" y="0"/>
                  </a:moveTo>
                  <a:cubicBezTo>
                    <a:pt x="7857" y="0"/>
                    <a:pt x="7474" y="213"/>
                    <a:pt x="7268" y="591"/>
                  </a:cubicBezTo>
                  <a:lnTo>
                    <a:pt x="5765" y="3348"/>
                  </a:lnTo>
                  <a:lnTo>
                    <a:pt x="6466" y="1694"/>
                  </a:lnTo>
                  <a:cubicBezTo>
                    <a:pt x="6692" y="1218"/>
                    <a:pt x="6466" y="641"/>
                    <a:pt x="5965" y="416"/>
                  </a:cubicBezTo>
                  <a:lnTo>
                    <a:pt x="5790" y="341"/>
                  </a:lnTo>
                  <a:cubicBezTo>
                    <a:pt x="5658" y="281"/>
                    <a:pt x="5520" y="253"/>
                    <a:pt x="5386" y="253"/>
                  </a:cubicBezTo>
                  <a:cubicBezTo>
                    <a:pt x="5009" y="253"/>
                    <a:pt x="4653" y="473"/>
                    <a:pt x="4486" y="842"/>
                  </a:cubicBezTo>
                  <a:lnTo>
                    <a:pt x="3233" y="3749"/>
                  </a:lnTo>
                  <a:cubicBezTo>
                    <a:pt x="3208" y="3774"/>
                    <a:pt x="3208" y="3824"/>
                    <a:pt x="3183" y="3849"/>
                  </a:cubicBezTo>
                  <a:cubicBezTo>
                    <a:pt x="2882" y="4250"/>
                    <a:pt x="2682" y="5153"/>
                    <a:pt x="2080" y="5529"/>
                  </a:cubicBezTo>
                  <a:cubicBezTo>
                    <a:pt x="1964" y="5157"/>
                    <a:pt x="1611" y="4872"/>
                    <a:pt x="1201" y="4872"/>
                  </a:cubicBezTo>
                  <a:cubicBezTo>
                    <a:pt x="1169" y="4872"/>
                    <a:pt x="1136" y="4873"/>
                    <a:pt x="1103" y="4877"/>
                  </a:cubicBezTo>
                  <a:lnTo>
                    <a:pt x="902" y="4902"/>
                  </a:lnTo>
                  <a:cubicBezTo>
                    <a:pt x="376" y="4927"/>
                    <a:pt x="0" y="5403"/>
                    <a:pt x="50" y="5930"/>
                  </a:cubicBezTo>
                  <a:lnTo>
                    <a:pt x="451" y="10491"/>
                  </a:lnTo>
                  <a:lnTo>
                    <a:pt x="8471" y="12195"/>
                  </a:lnTo>
                  <a:cubicBezTo>
                    <a:pt x="10100" y="10967"/>
                    <a:pt x="10978" y="8311"/>
                    <a:pt x="11003" y="8110"/>
                  </a:cubicBezTo>
                  <a:lnTo>
                    <a:pt x="13008" y="5654"/>
                  </a:lnTo>
                  <a:cubicBezTo>
                    <a:pt x="13359" y="5228"/>
                    <a:pt x="13283" y="4601"/>
                    <a:pt x="12857" y="4250"/>
                  </a:cubicBezTo>
                  <a:lnTo>
                    <a:pt x="12707" y="4100"/>
                  </a:lnTo>
                  <a:cubicBezTo>
                    <a:pt x="12514" y="3950"/>
                    <a:pt x="12289" y="3878"/>
                    <a:pt x="12067" y="3878"/>
                  </a:cubicBezTo>
                  <a:cubicBezTo>
                    <a:pt x="11770" y="3878"/>
                    <a:pt x="11479" y="4007"/>
                    <a:pt x="11278" y="4250"/>
                  </a:cubicBezTo>
                  <a:lnTo>
                    <a:pt x="10151" y="5654"/>
                  </a:lnTo>
                  <a:lnTo>
                    <a:pt x="10126" y="5654"/>
                  </a:lnTo>
                  <a:lnTo>
                    <a:pt x="11554" y="3473"/>
                  </a:lnTo>
                  <a:cubicBezTo>
                    <a:pt x="11880" y="2972"/>
                    <a:pt x="11730" y="2295"/>
                    <a:pt x="11228" y="1945"/>
                  </a:cubicBezTo>
                  <a:lnTo>
                    <a:pt x="11028" y="1819"/>
                  </a:lnTo>
                  <a:cubicBezTo>
                    <a:pt x="10848" y="1702"/>
                    <a:pt x="10645" y="1647"/>
                    <a:pt x="10443" y="1647"/>
                  </a:cubicBezTo>
                  <a:cubicBezTo>
                    <a:pt x="10083" y="1647"/>
                    <a:pt x="9724" y="1824"/>
                    <a:pt x="9499" y="2145"/>
                  </a:cubicBezTo>
                  <a:lnTo>
                    <a:pt x="7970" y="4476"/>
                  </a:lnTo>
                  <a:lnTo>
                    <a:pt x="7945" y="4476"/>
                  </a:lnTo>
                  <a:lnTo>
                    <a:pt x="9424" y="1744"/>
                  </a:lnTo>
                  <a:cubicBezTo>
                    <a:pt x="9725" y="1218"/>
                    <a:pt x="9524" y="541"/>
                    <a:pt x="8973" y="240"/>
                  </a:cubicBezTo>
                  <a:lnTo>
                    <a:pt x="8772" y="140"/>
                  </a:lnTo>
                  <a:cubicBezTo>
                    <a:pt x="8606" y="45"/>
                    <a:pt x="8426" y="0"/>
                    <a:pt x="8247"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g14704226861_0_67"/>
            <p:cNvSpPr/>
            <p:nvPr/>
          </p:nvSpPr>
          <p:spPr>
            <a:xfrm flipH="1">
              <a:off x="5207470" y="3428541"/>
              <a:ext cx="264227" cy="136809"/>
            </a:xfrm>
            <a:custGeom>
              <a:rect b="b" l="l" r="r" t="t"/>
              <a:pathLst>
                <a:path extrusionOk="0" h="2972" w="5740">
                  <a:moveTo>
                    <a:pt x="4670" y="1"/>
                  </a:moveTo>
                  <a:cubicBezTo>
                    <a:pt x="3436" y="1"/>
                    <a:pt x="1333" y="392"/>
                    <a:pt x="26" y="2821"/>
                  </a:cubicBezTo>
                  <a:cubicBezTo>
                    <a:pt x="0" y="2871"/>
                    <a:pt x="26" y="2921"/>
                    <a:pt x="76" y="2946"/>
                  </a:cubicBezTo>
                  <a:cubicBezTo>
                    <a:pt x="101" y="2971"/>
                    <a:pt x="101" y="2971"/>
                    <a:pt x="126" y="2971"/>
                  </a:cubicBezTo>
                  <a:cubicBezTo>
                    <a:pt x="151" y="2971"/>
                    <a:pt x="201" y="2946"/>
                    <a:pt x="226" y="2921"/>
                  </a:cubicBezTo>
                  <a:cubicBezTo>
                    <a:pt x="1473" y="581"/>
                    <a:pt x="3512" y="208"/>
                    <a:pt x="4692" y="208"/>
                  </a:cubicBezTo>
                  <a:cubicBezTo>
                    <a:pt x="5243" y="208"/>
                    <a:pt x="5607" y="290"/>
                    <a:pt x="5615" y="290"/>
                  </a:cubicBezTo>
                  <a:cubicBezTo>
                    <a:pt x="5624" y="294"/>
                    <a:pt x="5633" y="296"/>
                    <a:pt x="5642" y="296"/>
                  </a:cubicBezTo>
                  <a:cubicBezTo>
                    <a:pt x="5682" y="296"/>
                    <a:pt x="5719" y="255"/>
                    <a:pt x="5740" y="215"/>
                  </a:cubicBezTo>
                  <a:cubicBezTo>
                    <a:pt x="5740" y="164"/>
                    <a:pt x="5715" y="114"/>
                    <a:pt x="5665" y="89"/>
                  </a:cubicBezTo>
                  <a:cubicBezTo>
                    <a:pt x="5648" y="89"/>
                    <a:pt x="5257" y="1"/>
                    <a:pt x="46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8" name="Google Shape;898;g14704226861_0_67"/>
            <p:cNvSpPr/>
            <p:nvPr/>
          </p:nvSpPr>
          <p:spPr>
            <a:xfrm flipH="1">
              <a:off x="6193941" y="4180239"/>
              <a:ext cx="1132998" cy="375395"/>
            </a:xfrm>
            <a:custGeom>
              <a:rect b="b" l="l" r="r" t="t"/>
              <a:pathLst>
                <a:path extrusionOk="0" h="8155" w="24613">
                  <a:moveTo>
                    <a:pt x="0" y="1"/>
                  </a:moveTo>
                  <a:lnTo>
                    <a:pt x="276" y="8071"/>
                  </a:lnTo>
                  <a:cubicBezTo>
                    <a:pt x="2084" y="8128"/>
                    <a:pt x="3759" y="8155"/>
                    <a:pt x="5313" y="8155"/>
                  </a:cubicBezTo>
                  <a:cubicBezTo>
                    <a:pt x="22113" y="8155"/>
                    <a:pt x="24612" y="5089"/>
                    <a:pt x="24612" y="5089"/>
                  </a:cubicBezTo>
                  <a:lnTo>
                    <a:pt x="24462" y="352"/>
                  </a:lnTo>
                  <a:lnTo>
                    <a:pt x="0" y="1"/>
                  </a:ln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99" name="Google Shape;899;g14704226861_0_67"/>
            <p:cNvGrpSpPr/>
            <p:nvPr/>
          </p:nvGrpSpPr>
          <p:grpSpPr>
            <a:xfrm flipH="1">
              <a:off x="6158770" y="4292995"/>
              <a:ext cx="1210647" cy="437401"/>
              <a:chOff x="6861454" y="4410459"/>
              <a:chExt cx="657496" cy="237550"/>
            </a:xfrm>
          </p:grpSpPr>
          <p:sp>
            <p:nvSpPr>
              <p:cNvPr id="900" name="Google Shape;900;g14704226861_0_67"/>
              <p:cNvSpPr/>
              <p:nvPr/>
            </p:nvSpPr>
            <p:spPr>
              <a:xfrm>
                <a:off x="6886075" y="4476225"/>
                <a:ext cx="632875" cy="128475"/>
              </a:xfrm>
              <a:custGeom>
                <a:rect b="b" l="l" r="r" t="t"/>
                <a:pathLst>
                  <a:path extrusionOk="0" h="5139" w="25315">
                    <a:moveTo>
                      <a:pt x="15540" y="2281"/>
                    </a:moveTo>
                    <a:cubicBezTo>
                      <a:pt x="15890" y="2281"/>
                      <a:pt x="16191" y="2582"/>
                      <a:pt x="16191" y="2933"/>
                    </a:cubicBezTo>
                    <a:cubicBezTo>
                      <a:pt x="16191" y="3284"/>
                      <a:pt x="15890" y="3585"/>
                      <a:pt x="15540" y="3585"/>
                    </a:cubicBezTo>
                    <a:cubicBezTo>
                      <a:pt x="15164" y="3585"/>
                      <a:pt x="14863" y="3284"/>
                      <a:pt x="14863" y="2933"/>
                    </a:cubicBezTo>
                    <a:cubicBezTo>
                      <a:pt x="14863" y="2582"/>
                      <a:pt x="15164" y="2281"/>
                      <a:pt x="15540" y="2281"/>
                    </a:cubicBezTo>
                    <a:close/>
                    <a:moveTo>
                      <a:pt x="24537" y="1"/>
                    </a:moveTo>
                    <a:lnTo>
                      <a:pt x="201" y="2983"/>
                    </a:lnTo>
                    <a:lnTo>
                      <a:pt x="1" y="4186"/>
                    </a:lnTo>
                    <a:cubicBezTo>
                      <a:pt x="2306" y="4450"/>
                      <a:pt x="4553" y="4559"/>
                      <a:pt x="6690" y="4559"/>
                    </a:cubicBezTo>
                    <a:cubicBezTo>
                      <a:pt x="9432" y="4559"/>
                      <a:pt x="11993" y="4379"/>
                      <a:pt x="14261" y="4111"/>
                    </a:cubicBezTo>
                    <a:lnTo>
                      <a:pt x="14236" y="2532"/>
                    </a:lnTo>
                    <a:cubicBezTo>
                      <a:pt x="14236" y="2457"/>
                      <a:pt x="14286" y="2407"/>
                      <a:pt x="14362" y="2407"/>
                    </a:cubicBezTo>
                    <a:cubicBezTo>
                      <a:pt x="14412" y="2407"/>
                      <a:pt x="14462" y="2457"/>
                      <a:pt x="14487" y="2532"/>
                    </a:cubicBezTo>
                    <a:lnTo>
                      <a:pt x="14487" y="4086"/>
                    </a:lnTo>
                    <a:cubicBezTo>
                      <a:pt x="15214" y="4011"/>
                      <a:pt x="15916" y="3910"/>
                      <a:pt x="16592" y="3810"/>
                    </a:cubicBezTo>
                    <a:cubicBezTo>
                      <a:pt x="16592" y="2883"/>
                      <a:pt x="16567" y="2256"/>
                      <a:pt x="16567" y="2231"/>
                    </a:cubicBezTo>
                    <a:cubicBezTo>
                      <a:pt x="16567" y="2156"/>
                      <a:pt x="16617" y="2106"/>
                      <a:pt x="16667" y="2106"/>
                    </a:cubicBezTo>
                    <a:cubicBezTo>
                      <a:pt x="16743" y="2106"/>
                      <a:pt x="16793" y="2156"/>
                      <a:pt x="16793" y="2231"/>
                    </a:cubicBezTo>
                    <a:cubicBezTo>
                      <a:pt x="16793" y="2306"/>
                      <a:pt x="16818" y="2908"/>
                      <a:pt x="16843" y="3760"/>
                    </a:cubicBezTo>
                    <a:cubicBezTo>
                      <a:pt x="21354" y="3058"/>
                      <a:pt x="24236" y="2131"/>
                      <a:pt x="24312" y="2106"/>
                    </a:cubicBezTo>
                    <a:cubicBezTo>
                      <a:pt x="24362" y="2106"/>
                      <a:pt x="24437" y="2131"/>
                      <a:pt x="24462" y="2181"/>
                    </a:cubicBezTo>
                    <a:cubicBezTo>
                      <a:pt x="24462" y="2256"/>
                      <a:pt x="24437" y="2332"/>
                      <a:pt x="24387" y="2332"/>
                    </a:cubicBezTo>
                    <a:cubicBezTo>
                      <a:pt x="24312" y="2357"/>
                      <a:pt x="21404" y="3284"/>
                      <a:pt x="16843" y="4011"/>
                    </a:cubicBezTo>
                    <a:cubicBezTo>
                      <a:pt x="16843" y="4362"/>
                      <a:pt x="16843" y="4738"/>
                      <a:pt x="16843" y="5139"/>
                    </a:cubicBezTo>
                    <a:lnTo>
                      <a:pt x="25314" y="5139"/>
                    </a:lnTo>
                    <a:cubicBezTo>
                      <a:pt x="24788" y="3058"/>
                      <a:pt x="24487" y="1880"/>
                      <a:pt x="24487" y="1880"/>
                    </a:cubicBezTo>
                    <a:lnTo>
                      <a:pt x="2453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g14704226861_0_67"/>
              <p:cNvSpPr/>
              <p:nvPr/>
            </p:nvSpPr>
            <p:spPr>
              <a:xfrm>
                <a:off x="6861454" y="4410459"/>
                <a:ext cx="647825" cy="237550"/>
              </a:xfrm>
              <a:custGeom>
                <a:rect b="b" l="l" r="r" t="t"/>
                <a:pathLst>
                  <a:path extrusionOk="0" h="9502" w="25913">
                    <a:moveTo>
                      <a:pt x="264" y="8684"/>
                    </a:moveTo>
                    <a:cubicBezTo>
                      <a:pt x="257" y="8202"/>
                      <a:pt x="800" y="7438"/>
                      <a:pt x="1229" y="5991"/>
                    </a:cubicBezTo>
                    <a:cubicBezTo>
                      <a:pt x="1658" y="4544"/>
                      <a:pt x="-1249" y="61"/>
                      <a:pt x="2837" y="1"/>
                    </a:cubicBezTo>
                    <a:cubicBezTo>
                      <a:pt x="6924" y="-59"/>
                      <a:pt x="24127" y="4075"/>
                      <a:pt x="25748" y="5629"/>
                    </a:cubicBezTo>
                    <a:cubicBezTo>
                      <a:pt x="27369" y="7183"/>
                      <a:pt x="16644" y="8784"/>
                      <a:pt x="12564" y="9327"/>
                    </a:cubicBezTo>
                    <a:cubicBezTo>
                      <a:pt x="8484" y="9870"/>
                      <a:pt x="3319" y="8992"/>
                      <a:pt x="1269" y="8885"/>
                    </a:cubicBezTo>
                    <a:cubicBezTo>
                      <a:pt x="-781" y="8778"/>
                      <a:pt x="271" y="9166"/>
                      <a:pt x="264" y="8684"/>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2" name="Google Shape;902;g14704226861_0_67"/>
            <p:cNvSpPr/>
            <p:nvPr/>
          </p:nvSpPr>
          <p:spPr>
            <a:xfrm flipH="1">
              <a:off x="6955070" y="3212362"/>
              <a:ext cx="967189" cy="1474977"/>
            </a:xfrm>
            <a:custGeom>
              <a:rect b="b" l="l" r="r" t="t"/>
              <a:pathLst>
                <a:path extrusionOk="0" h="36381" w="21011">
                  <a:moveTo>
                    <a:pt x="17536" y="0"/>
                  </a:moveTo>
                  <a:cubicBezTo>
                    <a:pt x="17437" y="0"/>
                    <a:pt x="17331" y="8"/>
                    <a:pt x="17218" y="23"/>
                  </a:cubicBezTo>
                  <a:cubicBezTo>
                    <a:pt x="3258" y="1953"/>
                    <a:pt x="0" y="31101"/>
                    <a:pt x="0" y="31101"/>
                  </a:cubicBezTo>
                  <a:cubicBezTo>
                    <a:pt x="647" y="32436"/>
                    <a:pt x="5357" y="36381"/>
                    <a:pt x="8166" y="36381"/>
                  </a:cubicBezTo>
                  <a:cubicBezTo>
                    <a:pt x="8838" y="36381"/>
                    <a:pt x="9402" y="36155"/>
                    <a:pt x="9775" y="35612"/>
                  </a:cubicBezTo>
                  <a:cubicBezTo>
                    <a:pt x="10201" y="34986"/>
                    <a:pt x="19524" y="13231"/>
                    <a:pt x="19649" y="11928"/>
                  </a:cubicBezTo>
                  <a:cubicBezTo>
                    <a:pt x="16872" y="9126"/>
                    <a:pt x="21010" y="0"/>
                    <a:pt x="17536"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g14704226861_0_67"/>
            <p:cNvSpPr/>
            <p:nvPr/>
          </p:nvSpPr>
          <p:spPr>
            <a:xfrm flipH="1">
              <a:off x="6271269" y="3163244"/>
              <a:ext cx="907991" cy="370147"/>
            </a:xfrm>
            <a:custGeom>
              <a:rect b="b" l="l" r="r" t="t"/>
              <a:pathLst>
                <a:path extrusionOk="0" h="8041" w="19725">
                  <a:moveTo>
                    <a:pt x="17009" y="0"/>
                  </a:moveTo>
                  <a:cubicBezTo>
                    <a:pt x="8313" y="0"/>
                    <a:pt x="1028" y="739"/>
                    <a:pt x="1028" y="739"/>
                  </a:cubicBezTo>
                  <a:cubicBezTo>
                    <a:pt x="1028" y="739"/>
                    <a:pt x="1204" y="4123"/>
                    <a:pt x="1" y="8033"/>
                  </a:cubicBezTo>
                  <a:cubicBezTo>
                    <a:pt x="586" y="8038"/>
                    <a:pt x="1185" y="8041"/>
                    <a:pt x="1797" y="8041"/>
                  </a:cubicBezTo>
                  <a:cubicBezTo>
                    <a:pt x="7102" y="8041"/>
                    <a:pt x="13343" y="7832"/>
                    <a:pt x="19725" y="7181"/>
                  </a:cubicBezTo>
                  <a:cubicBezTo>
                    <a:pt x="18472" y="3421"/>
                    <a:pt x="18948" y="13"/>
                    <a:pt x="18948" y="13"/>
                  </a:cubicBezTo>
                  <a:cubicBezTo>
                    <a:pt x="18296" y="4"/>
                    <a:pt x="17649" y="0"/>
                    <a:pt x="1700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g14704226861_0_67"/>
            <p:cNvSpPr/>
            <p:nvPr/>
          </p:nvSpPr>
          <p:spPr>
            <a:xfrm flipH="1">
              <a:off x="6105148" y="3493772"/>
              <a:ext cx="1302536" cy="469624"/>
            </a:xfrm>
            <a:custGeom>
              <a:rect b="b" l="l" r="r" t="t"/>
              <a:pathLst>
                <a:path extrusionOk="0" h="10202" w="28296">
                  <a:moveTo>
                    <a:pt x="24687" y="1"/>
                  </a:moveTo>
                  <a:cubicBezTo>
                    <a:pt x="18305" y="652"/>
                    <a:pt x="12064" y="861"/>
                    <a:pt x="6759" y="861"/>
                  </a:cubicBezTo>
                  <a:cubicBezTo>
                    <a:pt x="6147" y="861"/>
                    <a:pt x="5548" y="858"/>
                    <a:pt x="4963" y="853"/>
                  </a:cubicBezTo>
                  <a:cubicBezTo>
                    <a:pt x="4812" y="1304"/>
                    <a:pt x="4662" y="1780"/>
                    <a:pt x="4486" y="2256"/>
                  </a:cubicBezTo>
                  <a:cubicBezTo>
                    <a:pt x="2732" y="6717"/>
                    <a:pt x="0" y="10076"/>
                    <a:pt x="0" y="10076"/>
                  </a:cubicBezTo>
                  <a:lnTo>
                    <a:pt x="0" y="10201"/>
                  </a:lnTo>
                  <a:cubicBezTo>
                    <a:pt x="6993" y="10026"/>
                    <a:pt x="17694" y="9399"/>
                    <a:pt x="28296" y="7394"/>
                  </a:cubicBezTo>
                  <a:cubicBezTo>
                    <a:pt x="28171" y="6216"/>
                    <a:pt x="28070" y="5464"/>
                    <a:pt x="28070" y="5464"/>
                  </a:cubicBezTo>
                  <a:cubicBezTo>
                    <a:pt x="26341" y="3785"/>
                    <a:pt x="25313" y="1855"/>
                    <a:pt x="2468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g14704226861_0_67"/>
            <p:cNvSpPr/>
            <p:nvPr/>
          </p:nvSpPr>
          <p:spPr>
            <a:xfrm flipH="1">
              <a:off x="6031314" y="4234467"/>
              <a:ext cx="1428296" cy="419540"/>
            </a:xfrm>
            <a:custGeom>
              <a:rect b="b" l="l" r="r" t="t"/>
              <a:pathLst>
                <a:path extrusionOk="0" h="9114" w="31028">
                  <a:moveTo>
                    <a:pt x="30401" y="1"/>
                  </a:moveTo>
                  <a:cubicBezTo>
                    <a:pt x="18747" y="2131"/>
                    <a:pt x="7068" y="2632"/>
                    <a:pt x="376" y="2733"/>
                  </a:cubicBezTo>
                  <a:lnTo>
                    <a:pt x="0" y="7394"/>
                  </a:lnTo>
                  <a:cubicBezTo>
                    <a:pt x="5511" y="8659"/>
                    <a:pt x="10376" y="9113"/>
                    <a:pt x="14522" y="9113"/>
                  </a:cubicBezTo>
                  <a:cubicBezTo>
                    <a:pt x="25084" y="9113"/>
                    <a:pt x="30978" y="6166"/>
                    <a:pt x="30978" y="6166"/>
                  </a:cubicBezTo>
                  <a:cubicBezTo>
                    <a:pt x="31028" y="5815"/>
                    <a:pt x="30752" y="3109"/>
                    <a:pt x="3040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g14704226861_0_67"/>
            <p:cNvSpPr/>
            <p:nvPr/>
          </p:nvSpPr>
          <p:spPr>
            <a:xfrm flipH="1">
              <a:off x="6060130" y="3834151"/>
              <a:ext cx="1382172" cy="526105"/>
            </a:xfrm>
            <a:custGeom>
              <a:rect b="b" l="l" r="r" t="t"/>
              <a:pathLst>
                <a:path extrusionOk="0" h="11429" w="30026">
                  <a:moveTo>
                    <a:pt x="29048" y="0"/>
                  </a:moveTo>
                  <a:cubicBezTo>
                    <a:pt x="18446" y="2005"/>
                    <a:pt x="7745" y="2632"/>
                    <a:pt x="752" y="2807"/>
                  </a:cubicBezTo>
                  <a:lnTo>
                    <a:pt x="0" y="11429"/>
                  </a:lnTo>
                  <a:cubicBezTo>
                    <a:pt x="6692" y="11328"/>
                    <a:pt x="18371" y="10827"/>
                    <a:pt x="30025" y="8697"/>
                  </a:cubicBezTo>
                  <a:cubicBezTo>
                    <a:pt x="29700" y="5614"/>
                    <a:pt x="29299" y="2130"/>
                    <a:pt x="29048"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g14704226861_0_67"/>
            <p:cNvSpPr/>
            <p:nvPr/>
          </p:nvSpPr>
          <p:spPr>
            <a:xfrm flipH="1">
              <a:off x="6450050" y="2911112"/>
              <a:ext cx="531906" cy="349893"/>
            </a:xfrm>
            <a:custGeom>
              <a:rect b="b" l="l" r="r" t="t"/>
              <a:pathLst>
                <a:path extrusionOk="0" h="7601" w="11555">
                  <a:moveTo>
                    <a:pt x="6893" y="1"/>
                  </a:moveTo>
                  <a:lnTo>
                    <a:pt x="9173" y="652"/>
                  </a:lnTo>
                  <a:cubicBezTo>
                    <a:pt x="9173" y="652"/>
                    <a:pt x="5686" y="2343"/>
                    <a:pt x="1597" y="2343"/>
                  </a:cubicBezTo>
                  <a:cubicBezTo>
                    <a:pt x="1260" y="2343"/>
                    <a:pt x="920" y="2331"/>
                    <a:pt x="577" y="2307"/>
                  </a:cubicBezTo>
                  <a:lnTo>
                    <a:pt x="501" y="3334"/>
                  </a:lnTo>
                  <a:lnTo>
                    <a:pt x="0" y="6166"/>
                  </a:lnTo>
                  <a:cubicBezTo>
                    <a:pt x="476" y="6392"/>
                    <a:pt x="1805" y="7094"/>
                    <a:pt x="2682" y="7319"/>
                  </a:cubicBezTo>
                  <a:cubicBezTo>
                    <a:pt x="3453" y="7510"/>
                    <a:pt x="4204" y="7601"/>
                    <a:pt x="4950" y="7601"/>
                  </a:cubicBezTo>
                  <a:cubicBezTo>
                    <a:pt x="6651" y="7601"/>
                    <a:pt x="8329" y="7128"/>
                    <a:pt x="10176" y="6292"/>
                  </a:cubicBezTo>
                  <a:lnTo>
                    <a:pt x="10727" y="3585"/>
                  </a:lnTo>
                  <a:lnTo>
                    <a:pt x="11554" y="76"/>
                  </a:lnTo>
                  <a:lnTo>
                    <a:pt x="6893" y="1"/>
                  </a:ln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g14704226861_0_67"/>
            <p:cNvSpPr/>
            <p:nvPr/>
          </p:nvSpPr>
          <p:spPr>
            <a:xfrm flipH="1">
              <a:off x="6567754" y="2905358"/>
              <a:ext cx="391138" cy="154255"/>
            </a:xfrm>
            <a:custGeom>
              <a:rect b="b" l="l" r="r" t="t"/>
              <a:pathLst>
                <a:path extrusionOk="0" h="3351" w="8497">
                  <a:moveTo>
                    <a:pt x="226" y="1"/>
                  </a:moveTo>
                  <a:lnTo>
                    <a:pt x="0" y="3309"/>
                  </a:lnTo>
                  <a:cubicBezTo>
                    <a:pt x="396" y="3337"/>
                    <a:pt x="788" y="3350"/>
                    <a:pt x="1172" y="3350"/>
                  </a:cubicBezTo>
                  <a:cubicBezTo>
                    <a:pt x="5198" y="3350"/>
                    <a:pt x="8497" y="1930"/>
                    <a:pt x="8497" y="1930"/>
                  </a:cubicBezTo>
                  <a:lnTo>
                    <a:pt x="6392" y="126"/>
                  </a:lnTo>
                  <a:lnTo>
                    <a:pt x="22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g14704226861_0_67"/>
            <p:cNvSpPr/>
            <p:nvPr/>
          </p:nvSpPr>
          <p:spPr>
            <a:xfrm flipH="1">
              <a:off x="6065881" y="1666200"/>
              <a:ext cx="1308382" cy="1346451"/>
            </a:xfrm>
            <a:custGeom>
              <a:rect b="b" l="l" r="r" t="t"/>
              <a:pathLst>
                <a:path extrusionOk="0" h="29250" w="28423">
                  <a:moveTo>
                    <a:pt x="14222" y="1"/>
                  </a:moveTo>
                  <a:cubicBezTo>
                    <a:pt x="6443" y="1"/>
                    <a:pt x="101" y="6498"/>
                    <a:pt x="51" y="14538"/>
                  </a:cubicBezTo>
                  <a:cubicBezTo>
                    <a:pt x="1" y="22608"/>
                    <a:pt x="6317" y="29199"/>
                    <a:pt x="14136" y="29249"/>
                  </a:cubicBezTo>
                  <a:cubicBezTo>
                    <a:pt x="14166" y="29250"/>
                    <a:pt x="14196" y="29250"/>
                    <a:pt x="14226" y="29250"/>
                  </a:cubicBezTo>
                  <a:cubicBezTo>
                    <a:pt x="22005" y="29250"/>
                    <a:pt x="28347" y="22752"/>
                    <a:pt x="28397" y="14713"/>
                  </a:cubicBezTo>
                  <a:cubicBezTo>
                    <a:pt x="28422" y="6618"/>
                    <a:pt x="22131" y="26"/>
                    <a:pt x="14312" y="1"/>
                  </a:cubicBezTo>
                  <a:cubicBezTo>
                    <a:pt x="14282" y="1"/>
                    <a:pt x="14252" y="1"/>
                    <a:pt x="14222"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g14704226861_0_67"/>
            <p:cNvSpPr/>
            <p:nvPr/>
          </p:nvSpPr>
          <p:spPr>
            <a:xfrm flipH="1">
              <a:off x="6083193" y="1627168"/>
              <a:ext cx="1367211" cy="710788"/>
            </a:xfrm>
            <a:custGeom>
              <a:rect b="b" l="l" r="r" t="t"/>
              <a:pathLst>
                <a:path extrusionOk="0" h="15441" w="29701">
                  <a:moveTo>
                    <a:pt x="19879" y="0"/>
                  </a:moveTo>
                  <a:cubicBezTo>
                    <a:pt x="18589" y="0"/>
                    <a:pt x="17133" y="214"/>
                    <a:pt x="15490" y="704"/>
                  </a:cubicBezTo>
                  <a:cubicBezTo>
                    <a:pt x="15490" y="704"/>
                    <a:pt x="1" y="1030"/>
                    <a:pt x="3209" y="15441"/>
                  </a:cubicBezTo>
                  <a:cubicBezTo>
                    <a:pt x="3209" y="15441"/>
                    <a:pt x="6843" y="14513"/>
                    <a:pt x="10327" y="13661"/>
                  </a:cubicBezTo>
                  <a:cubicBezTo>
                    <a:pt x="10809" y="13546"/>
                    <a:pt x="10302" y="10904"/>
                    <a:pt x="10214" y="10523"/>
                  </a:cubicBezTo>
                  <a:lnTo>
                    <a:pt x="10214" y="10523"/>
                  </a:lnTo>
                  <a:cubicBezTo>
                    <a:pt x="10341" y="10931"/>
                    <a:pt x="11287" y="13313"/>
                    <a:pt x="11730" y="13313"/>
                  </a:cubicBezTo>
                  <a:cubicBezTo>
                    <a:pt x="11739" y="13313"/>
                    <a:pt x="11747" y="13312"/>
                    <a:pt x="11755" y="13310"/>
                  </a:cubicBezTo>
                  <a:cubicBezTo>
                    <a:pt x="16116" y="12258"/>
                    <a:pt x="21580" y="11255"/>
                    <a:pt x="25565" y="10553"/>
                  </a:cubicBezTo>
                  <a:cubicBezTo>
                    <a:pt x="25840" y="10503"/>
                    <a:pt x="25615" y="7646"/>
                    <a:pt x="25866" y="7596"/>
                  </a:cubicBezTo>
                  <a:cubicBezTo>
                    <a:pt x="25869" y="7596"/>
                    <a:pt x="25872" y="7595"/>
                    <a:pt x="25875" y="7595"/>
                  </a:cubicBezTo>
                  <a:cubicBezTo>
                    <a:pt x="26226" y="7595"/>
                    <a:pt x="27000" y="10229"/>
                    <a:pt x="27331" y="10229"/>
                  </a:cubicBezTo>
                  <a:cubicBezTo>
                    <a:pt x="27335" y="10229"/>
                    <a:pt x="27340" y="10229"/>
                    <a:pt x="27344" y="10228"/>
                  </a:cubicBezTo>
                  <a:cubicBezTo>
                    <a:pt x="28297" y="10077"/>
                    <a:pt x="29099" y="9927"/>
                    <a:pt x="29700" y="9802"/>
                  </a:cubicBezTo>
                  <a:cubicBezTo>
                    <a:pt x="29700" y="9802"/>
                    <a:pt x="28615" y="0"/>
                    <a:pt x="198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g14704226861_0_67"/>
            <p:cNvSpPr/>
            <p:nvPr/>
          </p:nvSpPr>
          <p:spPr>
            <a:xfrm flipH="1">
              <a:off x="7093838" y="2391152"/>
              <a:ext cx="391184" cy="453926"/>
            </a:xfrm>
            <a:custGeom>
              <a:rect b="b" l="l" r="r" t="t"/>
              <a:pathLst>
                <a:path extrusionOk="0" h="9861" w="8498">
                  <a:moveTo>
                    <a:pt x="5104" y="0"/>
                  </a:moveTo>
                  <a:cubicBezTo>
                    <a:pt x="2571" y="0"/>
                    <a:pt x="415" y="1960"/>
                    <a:pt x="201" y="4529"/>
                  </a:cubicBezTo>
                  <a:cubicBezTo>
                    <a:pt x="1" y="7236"/>
                    <a:pt x="2006" y="9617"/>
                    <a:pt x="4738" y="9842"/>
                  </a:cubicBezTo>
                  <a:cubicBezTo>
                    <a:pt x="4878" y="9854"/>
                    <a:pt x="5017" y="9861"/>
                    <a:pt x="5155" y="9861"/>
                  </a:cubicBezTo>
                  <a:cubicBezTo>
                    <a:pt x="6428" y="9861"/>
                    <a:pt x="7615" y="9350"/>
                    <a:pt x="8497" y="8514"/>
                  </a:cubicBezTo>
                  <a:lnTo>
                    <a:pt x="7419" y="569"/>
                  </a:lnTo>
                  <a:cubicBezTo>
                    <a:pt x="6843" y="268"/>
                    <a:pt x="6216" y="68"/>
                    <a:pt x="5515" y="18"/>
                  </a:cubicBezTo>
                  <a:cubicBezTo>
                    <a:pt x="5377" y="6"/>
                    <a:pt x="5240" y="0"/>
                    <a:pt x="5104"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g14704226861_0_67"/>
            <p:cNvSpPr/>
            <p:nvPr/>
          </p:nvSpPr>
          <p:spPr>
            <a:xfrm flipH="1">
              <a:off x="7169969" y="2521752"/>
              <a:ext cx="175430" cy="215202"/>
            </a:xfrm>
            <a:custGeom>
              <a:rect b="b" l="l" r="r" t="t"/>
              <a:pathLst>
                <a:path extrusionOk="0" h="4675" w="3811">
                  <a:moveTo>
                    <a:pt x="272" y="1"/>
                  </a:moveTo>
                  <a:cubicBezTo>
                    <a:pt x="172" y="1"/>
                    <a:pt x="111" y="8"/>
                    <a:pt x="101" y="13"/>
                  </a:cubicBezTo>
                  <a:cubicBezTo>
                    <a:pt x="51" y="13"/>
                    <a:pt x="0" y="63"/>
                    <a:pt x="0" y="113"/>
                  </a:cubicBezTo>
                  <a:cubicBezTo>
                    <a:pt x="0" y="163"/>
                    <a:pt x="51" y="213"/>
                    <a:pt x="101" y="213"/>
                  </a:cubicBezTo>
                  <a:cubicBezTo>
                    <a:pt x="105" y="213"/>
                    <a:pt x="148" y="210"/>
                    <a:pt x="221" y="210"/>
                  </a:cubicBezTo>
                  <a:cubicBezTo>
                    <a:pt x="569" y="210"/>
                    <a:pt x="1599" y="279"/>
                    <a:pt x="2406" y="1065"/>
                  </a:cubicBezTo>
                  <a:cubicBezTo>
                    <a:pt x="3209" y="1817"/>
                    <a:pt x="3584" y="2995"/>
                    <a:pt x="3559" y="4574"/>
                  </a:cubicBezTo>
                  <a:cubicBezTo>
                    <a:pt x="3559" y="4624"/>
                    <a:pt x="3610" y="4674"/>
                    <a:pt x="3660" y="4674"/>
                  </a:cubicBezTo>
                  <a:lnTo>
                    <a:pt x="3685" y="4674"/>
                  </a:lnTo>
                  <a:cubicBezTo>
                    <a:pt x="3735" y="4674"/>
                    <a:pt x="3785" y="4624"/>
                    <a:pt x="3785" y="4574"/>
                  </a:cubicBezTo>
                  <a:cubicBezTo>
                    <a:pt x="3810" y="2920"/>
                    <a:pt x="3384" y="1692"/>
                    <a:pt x="2557" y="915"/>
                  </a:cubicBezTo>
                  <a:cubicBezTo>
                    <a:pt x="1695" y="113"/>
                    <a:pt x="672"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3" name="Google Shape;913;g14704226861_0_67"/>
            <p:cNvSpPr/>
            <p:nvPr/>
          </p:nvSpPr>
          <p:spPr>
            <a:xfrm flipH="1">
              <a:off x="7175767" y="2620404"/>
              <a:ext cx="132712" cy="63479"/>
            </a:xfrm>
            <a:custGeom>
              <a:rect b="b" l="l" r="r" t="t"/>
              <a:pathLst>
                <a:path extrusionOk="0" h="1379" w="2883">
                  <a:moveTo>
                    <a:pt x="26" y="0"/>
                  </a:moveTo>
                  <a:lnTo>
                    <a:pt x="51" y="100"/>
                  </a:lnTo>
                  <a:lnTo>
                    <a:pt x="0" y="201"/>
                  </a:lnTo>
                  <a:cubicBezTo>
                    <a:pt x="126" y="251"/>
                    <a:pt x="2557" y="1278"/>
                    <a:pt x="2707" y="1353"/>
                  </a:cubicBezTo>
                  <a:cubicBezTo>
                    <a:pt x="2732" y="1378"/>
                    <a:pt x="2757" y="1378"/>
                    <a:pt x="2757" y="1378"/>
                  </a:cubicBezTo>
                  <a:cubicBezTo>
                    <a:pt x="2782" y="1378"/>
                    <a:pt x="2808" y="1378"/>
                    <a:pt x="2833" y="1353"/>
                  </a:cubicBezTo>
                  <a:cubicBezTo>
                    <a:pt x="2883" y="1328"/>
                    <a:pt x="2883" y="1278"/>
                    <a:pt x="2858" y="1228"/>
                  </a:cubicBezTo>
                  <a:cubicBezTo>
                    <a:pt x="2808" y="1153"/>
                    <a:pt x="51"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g14704226861_0_67"/>
            <p:cNvSpPr/>
            <p:nvPr/>
          </p:nvSpPr>
          <p:spPr>
            <a:xfrm flipH="1">
              <a:off x="6485801" y="2269621"/>
              <a:ext cx="165027" cy="326555"/>
            </a:xfrm>
            <a:custGeom>
              <a:rect b="b" l="l" r="r" t="t"/>
              <a:pathLst>
                <a:path extrusionOk="0" h="7094" w="3585">
                  <a:moveTo>
                    <a:pt x="201" y="1"/>
                  </a:moveTo>
                  <a:lnTo>
                    <a:pt x="0" y="51"/>
                  </a:lnTo>
                  <a:cubicBezTo>
                    <a:pt x="0" y="51"/>
                    <a:pt x="552" y="3435"/>
                    <a:pt x="702" y="4487"/>
                  </a:cubicBezTo>
                  <a:cubicBezTo>
                    <a:pt x="727" y="4587"/>
                    <a:pt x="777" y="4688"/>
                    <a:pt x="877" y="4738"/>
                  </a:cubicBezTo>
                  <a:cubicBezTo>
                    <a:pt x="934" y="4794"/>
                    <a:pt x="1018" y="4822"/>
                    <a:pt x="1100" y="4822"/>
                  </a:cubicBezTo>
                  <a:cubicBezTo>
                    <a:pt x="1127" y="4822"/>
                    <a:pt x="1153" y="4819"/>
                    <a:pt x="1178" y="4813"/>
                  </a:cubicBezTo>
                  <a:lnTo>
                    <a:pt x="3283" y="4462"/>
                  </a:lnTo>
                  <a:cubicBezTo>
                    <a:pt x="3291" y="4455"/>
                    <a:pt x="3298" y="4452"/>
                    <a:pt x="3306" y="4452"/>
                  </a:cubicBezTo>
                  <a:cubicBezTo>
                    <a:pt x="3323" y="4452"/>
                    <a:pt x="3341" y="4469"/>
                    <a:pt x="3359" y="4487"/>
                  </a:cubicBezTo>
                  <a:cubicBezTo>
                    <a:pt x="3359" y="4487"/>
                    <a:pt x="3384" y="4512"/>
                    <a:pt x="3359" y="4562"/>
                  </a:cubicBezTo>
                  <a:lnTo>
                    <a:pt x="2431" y="6943"/>
                  </a:lnTo>
                  <a:cubicBezTo>
                    <a:pt x="2406" y="6993"/>
                    <a:pt x="2431" y="7069"/>
                    <a:pt x="2481" y="7069"/>
                  </a:cubicBezTo>
                  <a:cubicBezTo>
                    <a:pt x="2507" y="7094"/>
                    <a:pt x="2507" y="7094"/>
                    <a:pt x="2532" y="7094"/>
                  </a:cubicBezTo>
                  <a:cubicBezTo>
                    <a:pt x="2557" y="7094"/>
                    <a:pt x="2607" y="7069"/>
                    <a:pt x="2607" y="7019"/>
                  </a:cubicBezTo>
                  <a:lnTo>
                    <a:pt x="3559" y="4638"/>
                  </a:lnTo>
                  <a:cubicBezTo>
                    <a:pt x="3584" y="4537"/>
                    <a:pt x="3559" y="4437"/>
                    <a:pt x="3509" y="4362"/>
                  </a:cubicBezTo>
                  <a:cubicBezTo>
                    <a:pt x="3447" y="4300"/>
                    <a:pt x="3385" y="4255"/>
                    <a:pt x="3296" y="4255"/>
                  </a:cubicBezTo>
                  <a:cubicBezTo>
                    <a:pt x="3276" y="4255"/>
                    <a:pt x="3256" y="4257"/>
                    <a:pt x="3233" y="4262"/>
                  </a:cubicBezTo>
                  <a:lnTo>
                    <a:pt x="1128" y="4612"/>
                  </a:lnTo>
                  <a:cubicBezTo>
                    <a:pt x="1078" y="4612"/>
                    <a:pt x="1028" y="4612"/>
                    <a:pt x="1003" y="4562"/>
                  </a:cubicBezTo>
                  <a:cubicBezTo>
                    <a:pt x="953" y="4537"/>
                    <a:pt x="928" y="4512"/>
                    <a:pt x="928" y="4437"/>
                  </a:cubicBezTo>
                  <a:cubicBezTo>
                    <a:pt x="752" y="3409"/>
                    <a:pt x="201" y="1"/>
                    <a:pt x="20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g14704226861_0_67"/>
            <p:cNvSpPr/>
            <p:nvPr/>
          </p:nvSpPr>
          <p:spPr>
            <a:xfrm flipH="1">
              <a:off x="6795012" y="2508034"/>
              <a:ext cx="79636" cy="97819"/>
            </a:xfrm>
            <a:custGeom>
              <a:rect b="b" l="l" r="r" t="t"/>
              <a:pathLst>
                <a:path extrusionOk="0" h="2125" w="1730">
                  <a:moveTo>
                    <a:pt x="774" y="1"/>
                  </a:moveTo>
                  <a:cubicBezTo>
                    <a:pt x="742" y="1"/>
                    <a:pt x="709" y="4"/>
                    <a:pt x="677" y="10"/>
                  </a:cubicBezTo>
                  <a:cubicBezTo>
                    <a:pt x="251" y="85"/>
                    <a:pt x="0" y="637"/>
                    <a:pt x="100" y="1213"/>
                  </a:cubicBezTo>
                  <a:cubicBezTo>
                    <a:pt x="192" y="1743"/>
                    <a:pt x="560" y="2124"/>
                    <a:pt x="949" y="2124"/>
                  </a:cubicBezTo>
                  <a:cubicBezTo>
                    <a:pt x="984" y="2124"/>
                    <a:pt x="1018" y="2121"/>
                    <a:pt x="1053" y="2115"/>
                  </a:cubicBezTo>
                  <a:cubicBezTo>
                    <a:pt x="1479" y="2040"/>
                    <a:pt x="1729" y="1514"/>
                    <a:pt x="1629" y="937"/>
                  </a:cubicBezTo>
                  <a:cubicBezTo>
                    <a:pt x="1514" y="384"/>
                    <a:pt x="1145" y="1"/>
                    <a:pt x="77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6" name="Google Shape;916;g14704226861_0_67"/>
            <p:cNvSpPr/>
            <p:nvPr/>
          </p:nvSpPr>
          <p:spPr>
            <a:xfrm flipH="1">
              <a:off x="6291991" y="2438844"/>
              <a:ext cx="79636" cy="97773"/>
            </a:xfrm>
            <a:custGeom>
              <a:rect b="b" l="l" r="r" t="t"/>
              <a:pathLst>
                <a:path extrusionOk="0" h="2124" w="1730">
                  <a:moveTo>
                    <a:pt x="776" y="1"/>
                  </a:moveTo>
                  <a:cubicBezTo>
                    <a:pt x="743" y="1"/>
                    <a:pt x="710" y="3"/>
                    <a:pt x="677" y="9"/>
                  </a:cubicBezTo>
                  <a:cubicBezTo>
                    <a:pt x="251" y="109"/>
                    <a:pt x="0" y="636"/>
                    <a:pt x="101" y="1212"/>
                  </a:cubicBezTo>
                  <a:cubicBezTo>
                    <a:pt x="193" y="1742"/>
                    <a:pt x="560" y="2124"/>
                    <a:pt x="950" y="2124"/>
                  </a:cubicBezTo>
                  <a:cubicBezTo>
                    <a:pt x="984" y="2124"/>
                    <a:pt x="1019" y="2121"/>
                    <a:pt x="1053" y="2114"/>
                  </a:cubicBezTo>
                  <a:cubicBezTo>
                    <a:pt x="1479" y="2039"/>
                    <a:pt x="1730" y="1513"/>
                    <a:pt x="1630" y="936"/>
                  </a:cubicBezTo>
                  <a:cubicBezTo>
                    <a:pt x="1537" y="404"/>
                    <a:pt x="1167" y="1"/>
                    <a:pt x="77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g14704226861_0_67"/>
            <p:cNvSpPr/>
            <p:nvPr/>
          </p:nvSpPr>
          <p:spPr>
            <a:xfrm flipH="1">
              <a:off x="6203153" y="2210651"/>
              <a:ext cx="261925" cy="123781"/>
            </a:xfrm>
            <a:custGeom>
              <a:rect b="b" l="l" r="r" t="t"/>
              <a:pathLst>
                <a:path extrusionOk="0" h="2689" w="5690">
                  <a:moveTo>
                    <a:pt x="934" y="0"/>
                  </a:moveTo>
                  <a:cubicBezTo>
                    <a:pt x="539" y="0"/>
                    <a:pt x="182" y="278"/>
                    <a:pt x="76" y="680"/>
                  </a:cubicBezTo>
                  <a:cubicBezTo>
                    <a:pt x="0" y="981"/>
                    <a:pt x="76" y="1257"/>
                    <a:pt x="251" y="1457"/>
                  </a:cubicBezTo>
                  <a:cubicBezTo>
                    <a:pt x="376" y="1608"/>
                    <a:pt x="552" y="1708"/>
                    <a:pt x="727" y="1758"/>
                  </a:cubicBezTo>
                  <a:lnTo>
                    <a:pt x="4487" y="2660"/>
                  </a:lnTo>
                  <a:cubicBezTo>
                    <a:pt x="4560" y="2680"/>
                    <a:pt x="4634" y="2689"/>
                    <a:pt x="4707" y="2689"/>
                  </a:cubicBezTo>
                  <a:cubicBezTo>
                    <a:pt x="5108" y="2689"/>
                    <a:pt x="5480" y="2412"/>
                    <a:pt x="5564" y="2009"/>
                  </a:cubicBezTo>
                  <a:cubicBezTo>
                    <a:pt x="5690" y="1533"/>
                    <a:pt x="5389" y="1056"/>
                    <a:pt x="4913" y="931"/>
                  </a:cubicBezTo>
                  <a:lnTo>
                    <a:pt x="1153" y="29"/>
                  </a:lnTo>
                  <a:cubicBezTo>
                    <a:pt x="1080" y="9"/>
                    <a:pt x="1007" y="0"/>
                    <a:pt x="93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g14704226861_0_67"/>
            <p:cNvSpPr/>
            <p:nvPr/>
          </p:nvSpPr>
          <p:spPr>
            <a:xfrm flipH="1">
              <a:off x="6743093" y="2284490"/>
              <a:ext cx="244663" cy="175844"/>
            </a:xfrm>
            <a:custGeom>
              <a:rect b="b" l="l" r="r" t="t"/>
              <a:pathLst>
                <a:path extrusionOk="0" h="3820" w="5315">
                  <a:moveTo>
                    <a:pt x="4287" y="1"/>
                  </a:moveTo>
                  <a:cubicBezTo>
                    <a:pt x="4130" y="1"/>
                    <a:pt x="3974" y="43"/>
                    <a:pt x="3836" y="129"/>
                  </a:cubicBezTo>
                  <a:lnTo>
                    <a:pt x="552" y="2159"/>
                  </a:lnTo>
                  <a:cubicBezTo>
                    <a:pt x="126" y="2435"/>
                    <a:pt x="1" y="2986"/>
                    <a:pt x="252" y="3387"/>
                  </a:cubicBezTo>
                  <a:cubicBezTo>
                    <a:pt x="402" y="3638"/>
                    <a:pt x="653" y="3788"/>
                    <a:pt x="928" y="3813"/>
                  </a:cubicBezTo>
                  <a:cubicBezTo>
                    <a:pt x="963" y="3818"/>
                    <a:pt x="996" y="3820"/>
                    <a:pt x="1029" y="3820"/>
                  </a:cubicBezTo>
                  <a:cubicBezTo>
                    <a:pt x="1189" y="3820"/>
                    <a:pt x="1334" y="3771"/>
                    <a:pt x="1480" y="3688"/>
                  </a:cubicBezTo>
                  <a:lnTo>
                    <a:pt x="4763" y="1658"/>
                  </a:lnTo>
                  <a:cubicBezTo>
                    <a:pt x="5189" y="1407"/>
                    <a:pt x="5314" y="856"/>
                    <a:pt x="5064" y="430"/>
                  </a:cubicBezTo>
                  <a:cubicBezTo>
                    <a:pt x="4883" y="151"/>
                    <a:pt x="4584" y="1"/>
                    <a:pt x="42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g14704226861_0_67"/>
            <p:cNvSpPr/>
            <p:nvPr/>
          </p:nvSpPr>
          <p:spPr>
            <a:xfrm flipH="1">
              <a:off x="6516965" y="2689732"/>
              <a:ext cx="135013" cy="49347"/>
            </a:xfrm>
            <a:custGeom>
              <a:rect b="b" l="l" r="r" t="t"/>
              <a:pathLst>
                <a:path extrusionOk="0" h="1072" w="2933">
                  <a:moveTo>
                    <a:pt x="932" y="1"/>
                  </a:moveTo>
                  <a:cubicBezTo>
                    <a:pt x="624" y="1"/>
                    <a:pt x="313" y="46"/>
                    <a:pt x="0" y="148"/>
                  </a:cubicBezTo>
                  <a:cubicBezTo>
                    <a:pt x="226" y="549"/>
                    <a:pt x="627" y="950"/>
                    <a:pt x="1404" y="1050"/>
                  </a:cubicBezTo>
                  <a:cubicBezTo>
                    <a:pt x="1503" y="1065"/>
                    <a:pt x="1599" y="1071"/>
                    <a:pt x="1689" y="1071"/>
                  </a:cubicBezTo>
                  <a:cubicBezTo>
                    <a:pt x="2238" y="1071"/>
                    <a:pt x="2632" y="829"/>
                    <a:pt x="2933" y="549"/>
                  </a:cubicBezTo>
                  <a:cubicBezTo>
                    <a:pt x="2278" y="222"/>
                    <a:pt x="1611" y="1"/>
                    <a:pt x="932" y="1"/>
                  </a:cubicBezTo>
                  <a:close/>
                </a:path>
              </a:pathLst>
            </a:custGeom>
            <a:solidFill>
              <a:srgbClr val="E8438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g14704226861_0_67"/>
            <p:cNvSpPr/>
            <p:nvPr/>
          </p:nvSpPr>
          <p:spPr>
            <a:xfrm flipH="1">
              <a:off x="6489254" y="2658475"/>
              <a:ext cx="174279" cy="56574"/>
            </a:xfrm>
            <a:custGeom>
              <a:rect b="b" l="l" r="r" t="t"/>
              <a:pathLst>
                <a:path extrusionOk="0" h="1229" w="3786">
                  <a:moveTo>
                    <a:pt x="1" y="0"/>
                  </a:moveTo>
                  <a:cubicBezTo>
                    <a:pt x="1" y="0"/>
                    <a:pt x="26" y="401"/>
                    <a:pt x="251" y="827"/>
                  </a:cubicBezTo>
                  <a:cubicBezTo>
                    <a:pt x="564" y="725"/>
                    <a:pt x="875" y="680"/>
                    <a:pt x="1183" y="680"/>
                  </a:cubicBezTo>
                  <a:cubicBezTo>
                    <a:pt x="1862" y="680"/>
                    <a:pt x="2529" y="901"/>
                    <a:pt x="3184" y="1228"/>
                  </a:cubicBezTo>
                  <a:cubicBezTo>
                    <a:pt x="3610" y="802"/>
                    <a:pt x="3785" y="251"/>
                    <a:pt x="3760" y="226"/>
                  </a:cubicBez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g14704226861_0_67"/>
            <p:cNvSpPr/>
            <p:nvPr/>
          </p:nvSpPr>
          <p:spPr>
            <a:xfrm flipH="1">
              <a:off x="7476805" y="4360561"/>
              <a:ext cx="492686" cy="370608"/>
            </a:xfrm>
            <a:custGeom>
              <a:rect b="b" l="l" r="r" t="t"/>
              <a:pathLst>
                <a:path extrusionOk="0" h="8051" w="10703">
                  <a:moveTo>
                    <a:pt x="1390" y="511"/>
                  </a:moveTo>
                  <a:cubicBezTo>
                    <a:pt x="1169" y="1013"/>
                    <a:pt x="1042" y="1918"/>
                    <a:pt x="868" y="3043"/>
                  </a:cubicBezTo>
                  <a:cubicBezTo>
                    <a:pt x="694" y="4169"/>
                    <a:pt x="365" y="6433"/>
                    <a:pt x="345" y="7264"/>
                  </a:cubicBezTo>
                  <a:cubicBezTo>
                    <a:pt x="325" y="8095"/>
                    <a:pt x="-626" y="7954"/>
                    <a:pt x="747" y="8028"/>
                  </a:cubicBezTo>
                  <a:cubicBezTo>
                    <a:pt x="2120" y="8102"/>
                    <a:pt x="6984" y="7954"/>
                    <a:pt x="8585" y="7706"/>
                  </a:cubicBezTo>
                  <a:cubicBezTo>
                    <a:pt x="10186" y="7458"/>
                    <a:pt x="11299" y="7666"/>
                    <a:pt x="10354" y="6540"/>
                  </a:cubicBezTo>
                  <a:cubicBezTo>
                    <a:pt x="9410" y="5415"/>
                    <a:pt x="4278" y="2038"/>
                    <a:pt x="2918" y="953"/>
                  </a:cubicBezTo>
                  <a:cubicBezTo>
                    <a:pt x="1558" y="-132"/>
                    <a:pt x="2449" y="103"/>
                    <a:pt x="2194" y="29"/>
                  </a:cubicBezTo>
                  <a:cubicBezTo>
                    <a:pt x="1939" y="-45"/>
                    <a:pt x="1611" y="9"/>
                    <a:pt x="1390" y="51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g14704226861_0_67"/>
            <p:cNvSpPr/>
            <p:nvPr/>
          </p:nvSpPr>
          <p:spPr>
            <a:xfrm flipH="1">
              <a:off x="4718434" y="4650988"/>
              <a:ext cx="3984941" cy="81938"/>
            </a:xfrm>
            <a:custGeom>
              <a:rect b="b" l="l" r="r" t="t"/>
              <a:pathLst>
                <a:path extrusionOk="0" h="1780" w="86568">
                  <a:moveTo>
                    <a:pt x="1" y="1"/>
                  </a:moveTo>
                  <a:lnTo>
                    <a:pt x="1" y="1780"/>
                  </a:lnTo>
                  <a:lnTo>
                    <a:pt x="86567" y="1780"/>
                  </a:lnTo>
                  <a:lnTo>
                    <a:pt x="8656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23" name="Google Shape;923;g14704226861_0_67"/>
            <p:cNvGrpSpPr/>
            <p:nvPr/>
          </p:nvGrpSpPr>
          <p:grpSpPr>
            <a:xfrm>
              <a:off x="5085437" y="1715660"/>
              <a:ext cx="705768" cy="744661"/>
              <a:chOff x="2940600" y="2123160"/>
              <a:chExt cx="705768" cy="744661"/>
            </a:xfrm>
          </p:grpSpPr>
          <p:sp>
            <p:nvSpPr>
              <p:cNvPr id="924" name="Google Shape;924;g14704226861_0_67"/>
              <p:cNvSpPr/>
              <p:nvPr/>
            </p:nvSpPr>
            <p:spPr>
              <a:xfrm>
                <a:off x="2940600" y="2123160"/>
                <a:ext cx="705768" cy="705768"/>
              </a:xfrm>
              <a:custGeom>
                <a:rect b="b" l="l" r="r" t="t"/>
                <a:pathLst>
                  <a:path extrusionOk="0" h="17294" w="17294">
                    <a:moveTo>
                      <a:pt x="8647" y="1"/>
                    </a:moveTo>
                    <a:cubicBezTo>
                      <a:pt x="3860" y="1"/>
                      <a:pt x="1" y="3860"/>
                      <a:pt x="1" y="8647"/>
                    </a:cubicBezTo>
                    <a:cubicBezTo>
                      <a:pt x="1" y="13409"/>
                      <a:pt x="3860" y="17294"/>
                      <a:pt x="8647" y="17294"/>
                    </a:cubicBezTo>
                    <a:cubicBezTo>
                      <a:pt x="13409" y="17294"/>
                      <a:pt x="17294" y="13409"/>
                      <a:pt x="17294" y="8647"/>
                    </a:cubicBezTo>
                    <a:cubicBezTo>
                      <a:pt x="17294" y="3860"/>
                      <a:pt x="13409" y="1"/>
                      <a:pt x="864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g14704226861_0_67"/>
              <p:cNvSpPr/>
              <p:nvPr/>
            </p:nvSpPr>
            <p:spPr>
              <a:xfrm>
                <a:off x="3034708" y="2428990"/>
                <a:ext cx="120716" cy="120716"/>
              </a:xfrm>
              <a:custGeom>
                <a:rect b="b" l="l" r="r" t="t"/>
                <a:pathLst>
                  <a:path extrusionOk="0" h="2958" w="2958">
                    <a:moveTo>
                      <a:pt x="1479" y="0"/>
                    </a:moveTo>
                    <a:cubicBezTo>
                      <a:pt x="652" y="0"/>
                      <a:pt x="0" y="677"/>
                      <a:pt x="0" y="1479"/>
                    </a:cubicBezTo>
                    <a:cubicBezTo>
                      <a:pt x="0" y="2306"/>
                      <a:pt x="652" y="2958"/>
                      <a:pt x="1479" y="2958"/>
                    </a:cubicBezTo>
                    <a:cubicBezTo>
                      <a:pt x="2281" y="2958"/>
                      <a:pt x="2958" y="2306"/>
                      <a:pt x="2958" y="1479"/>
                    </a:cubicBezTo>
                    <a:cubicBezTo>
                      <a:pt x="2958" y="677"/>
                      <a:pt x="2281" y="0"/>
                      <a:pt x="147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6" name="Google Shape;926;g14704226861_0_67"/>
              <p:cNvSpPr/>
              <p:nvPr/>
            </p:nvSpPr>
            <p:spPr>
              <a:xfrm>
                <a:off x="3230065" y="2428990"/>
                <a:ext cx="120716" cy="120716"/>
              </a:xfrm>
              <a:custGeom>
                <a:rect b="b" l="l" r="r" t="t"/>
                <a:pathLst>
                  <a:path extrusionOk="0" h="2958" w="2958">
                    <a:moveTo>
                      <a:pt x="1479" y="0"/>
                    </a:moveTo>
                    <a:cubicBezTo>
                      <a:pt x="652" y="0"/>
                      <a:pt x="0" y="677"/>
                      <a:pt x="0" y="1479"/>
                    </a:cubicBezTo>
                    <a:cubicBezTo>
                      <a:pt x="0" y="2306"/>
                      <a:pt x="652" y="2958"/>
                      <a:pt x="1479" y="2958"/>
                    </a:cubicBezTo>
                    <a:cubicBezTo>
                      <a:pt x="2281" y="2958"/>
                      <a:pt x="2958" y="2306"/>
                      <a:pt x="2958" y="1479"/>
                    </a:cubicBezTo>
                    <a:cubicBezTo>
                      <a:pt x="2958" y="677"/>
                      <a:pt x="2281" y="0"/>
                      <a:pt x="147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g14704226861_0_67"/>
              <p:cNvSpPr/>
              <p:nvPr/>
            </p:nvSpPr>
            <p:spPr>
              <a:xfrm>
                <a:off x="3425423" y="2428990"/>
                <a:ext cx="120716" cy="120716"/>
              </a:xfrm>
              <a:custGeom>
                <a:rect b="b" l="l" r="r" t="t"/>
                <a:pathLst>
                  <a:path extrusionOk="0" h="2958" w="2958">
                    <a:moveTo>
                      <a:pt x="1479" y="0"/>
                    </a:moveTo>
                    <a:cubicBezTo>
                      <a:pt x="652" y="0"/>
                      <a:pt x="0" y="677"/>
                      <a:pt x="0" y="1479"/>
                    </a:cubicBezTo>
                    <a:cubicBezTo>
                      <a:pt x="0" y="2306"/>
                      <a:pt x="652" y="2958"/>
                      <a:pt x="1479" y="2958"/>
                    </a:cubicBezTo>
                    <a:cubicBezTo>
                      <a:pt x="2281" y="2958"/>
                      <a:pt x="2958" y="2306"/>
                      <a:pt x="2958" y="1479"/>
                    </a:cubicBezTo>
                    <a:cubicBezTo>
                      <a:pt x="2958" y="677"/>
                      <a:pt x="2281" y="0"/>
                      <a:pt x="147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g14704226861_0_67"/>
              <p:cNvSpPr/>
              <p:nvPr/>
            </p:nvSpPr>
            <p:spPr>
              <a:xfrm>
                <a:off x="3354821" y="2615125"/>
                <a:ext cx="264979" cy="252696"/>
              </a:xfrm>
              <a:custGeom>
                <a:rect b="b" l="l" r="r" t="t"/>
                <a:pathLst>
                  <a:path extrusionOk="0" h="6192" w="6493">
                    <a:moveTo>
                      <a:pt x="4763" y="1"/>
                    </a:moveTo>
                    <a:lnTo>
                      <a:pt x="1" y="3484"/>
                    </a:lnTo>
                    <a:lnTo>
                      <a:pt x="6492" y="6191"/>
                    </a:lnTo>
                    <a:lnTo>
                      <a:pt x="476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929" name="Google Shape;929;g14704226861_0_67"/>
          <p:cNvSpPr txBox="1"/>
          <p:nvPr/>
        </p:nvSpPr>
        <p:spPr>
          <a:xfrm>
            <a:off x="3073325" y="1212225"/>
            <a:ext cx="5796300" cy="33363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500"/>
              <a:buFont typeface="Arial"/>
              <a:buNone/>
            </a:pPr>
            <a:r>
              <a:rPr b="0" i="1" lang="en" sz="1500" u="none" cap="none" strike="noStrike">
                <a:solidFill>
                  <a:schemeClr val="dk1"/>
                </a:solidFill>
                <a:latin typeface="Lexend Deca"/>
                <a:ea typeface="Lexend Deca"/>
                <a:cs typeface="Lexend Deca"/>
                <a:sym typeface="Lexend Deca"/>
              </a:rPr>
              <a:t>Research has shown that over 95% of students have access to mobile device that connects to the internet. In the digital age, social media has become an important tool in the life of a student. The lockdown phase during Covid 19 has witnessed the closure of various educational institutes, leaving social media the only place for students to interact. This has led students to depend on social media more, and they have stopped interacting with each other face-to-face. I would like to implement a policy for the students where schools give students group projects so that they start interacting with each other more and use social media less to interact. This will help the dependency on social media. </a:t>
            </a:r>
            <a:endParaRPr b="0" i="1" sz="1500" u="none" cap="none" strike="noStrike">
              <a:solidFill>
                <a:schemeClr val="dk1"/>
              </a:solidFill>
              <a:latin typeface="Lexend Deca"/>
              <a:ea typeface="Lexend Deca"/>
              <a:cs typeface="Lexend Deca"/>
              <a:sym typeface="Lexend Deca"/>
            </a:endParaRPr>
          </a:p>
        </p:txBody>
      </p:sp>
      <p:sp>
        <p:nvSpPr>
          <p:cNvPr id="930" name="Google Shape;930;g14704226861_0_67"/>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
        <p:nvSpPr>
          <p:cNvPr id="931" name="Google Shape;931;g14704226861_0_67"/>
          <p:cNvSpPr txBox="1"/>
          <p:nvPr/>
        </p:nvSpPr>
        <p:spPr>
          <a:xfrm>
            <a:off x="143825" y="-12"/>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202426"/>
                </a:solidFill>
                <a:latin typeface="Raleway Black"/>
                <a:ea typeface="Raleway Black"/>
                <a:cs typeface="Raleway Black"/>
                <a:sym typeface="Raleway Black"/>
              </a:rPr>
              <a:t>Activity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g13b6acb253f_2_349"/>
          <p:cNvSpPr txBox="1"/>
          <p:nvPr/>
        </p:nvSpPr>
        <p:spPr>
          <a:xfrm>
            <a:off x="3024050" y="1481375"/>
            <a:ext cx="6081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1"/>
              </a:solidFill>
              <a:latin typeface="Lexend Deca"/>
              <a:ea typeface="Lexend Deca"/>
              <a:cs typeface="Lexend Deca"/>
              <a:sym typeface="Lexend Deca"/>
            </a:endParaRPr>
          </a:p>
        </p:txBody>
      </p:sp>
      <p:pic>
        <p:nvPicPr>
          <p:cNvPr id="937" name="Google Shape;937;g13b6acb253f_2_349"/>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pic>
        <p:nvPicPr>
          <p:cNvPr id="938" name="Google Shape;938;g13b6acb253f_2_349"/>
          <p:cNvPicPr preferRelativeResize="0"/>
          <p:nvPr/>
        </p:nvPicPr>
        <p:blipFill rotWithShape="1">
          <a:blip r:embed="rId4">
            <a:alphaModFix/>
          </a:blip>
          <a:srcRect b="0" l="0" r="0" t="0"/>
          <a:stretch/>
        </p:blipFill>
        <p:spPr>
          <a:xfrm>
            <a:off x="138040" y="308349"/>
            <a:ext cx="638322" cy="602644"/>
          </a:xfrm>
          <a:prstGeom prst="rect">
            <a:avLst/>
          </a:prstGeom>
          <a:noFill/>
          <a:ln>
            <a:noFill/>
          </a:ln>
        </p:spPr>
      </p:pic>
      <p:sp>
        <p:nvSpPr>
          <p:cNvPr id="939" name="Google Shape;939;g13b6acb253f_2_349"/>
          <p:cNvSpPr txBox="1"/>
          <p:nvPr/>
        </p:nvSpPr>
        <p:spPr>
          <a:xfrm>
            <a:off x="138125" y="854525"/>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400" u="none" cap="none" strike="noStrike">
                <a:solidFill>
                  <a:srgbClr val="202426"/>
                </a:solidFill>
                <a:latin typeface="Raleway Black"/>
                <a:ea typeface="Raleway Black"/>
                <a:cs typeface="Raleway Black"/>
                <a:sym typeface="Raleway Black"/>
              </a:rPr>
              <a:t>3 mins</a:t>
            </a:r>
            <a:endParaRPr b="0" i="0" sz="1400" u="none" cap="none" strike="noStrike">
              <a:solidFill>
                <a:srgbClr val="202426"/>
              </a:solidFill>
              <a:latin typeface="Raleway Black"/>
              <a:ea typeface="Raleway Black"/>
              <a:cs typeface="Raleway Black"/>
              <a:sym typeface="Raleway Black"/>
            </a:endParaRPr>
          </a:p>
        </p:txBody>
      </p:sp>
      <p:sp>
        <p:nvSpPr>
          <p:cNvPr id="940" name="Google Shape;940;g13b6acb253f_2_349"/>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202426"/>
                </a:solidFill>
                <a:latin typeface="Raleway Black"/>
                <a:ea typeface="Raleway Black"/>
                <a:cs typeface="Raleway Black"/>
                <a:sym typeface="Raleway Black"/>
              </a:rPr>
              <a:t>Activity</a:t>
            </a:r>
            <a:endParaRPr b="0" i="0" sz="1400" u="none" cap="none" strike="noStrike">
              <a:solidFill>
                <a:schemeClr val="dk1"/>
              </a:solidFill>
              <a:latin typeface="Arial"/>
              <a:ea typeface="Arial"/>
              <a:cs typeface="Arial"/>
              <a:sym typeface="Arial"/>
            </a:endParaRPr>
          </a:p>
        </p:txBody>
      </p:sp>
      <p:sp>
        <p:nvSpPr>
          <p:cNvPr id="941" name="Google Shape;941;g13b6acb253f_2_349"/>
          <p:cNvSpPr txBox="1"/>
          <p:nvPr/>
        </p:nvSpPr>
        <p:spPr>
          <a:xfrm>
            <a:off x="1443425" y="4581925"/>
            <a:ext cx="5647800" cy="461700"/>
          </a:xfrm>
          <a:prstGeom prst="rect">
            <a:avLst/>
          </a:prstGeom>
          <a:solidFill>
            <a:schemeClr val="accent4"/>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000"/>
              <a:buFont typeface="Arial"/>
              <a:buNone/>
            </a:pPr>
            <a:r>
              <a:rPr b="0" i="1" lang="en" sz="1800" u="none" cap="none" strike="noStrike">
                <a:solidFill>
                  <a:srgbClr val="202124"/>
                </a:solidFill>
                <a:latin typeface="Lexend Deca"/>
                <a:ea typeface="Lexend Deca"/>
                <a:cs typeface="Lexend Deca"/>
                <a:sym typeface="Lexend Deca"/>
              </a:rPr>
              <a:t>Can you cross-examine the opponent? </a:t>
            </a:r>
            <a:endParaRPr b="0" i="0" sz="1200" u="none" cap="none" strike="noStrike">
              <a:solidFill>
                <a:srgbClr val="000000"/>
              </a:solidFill>
              <a:latin typeface="Roboto"/>
              <a:ea typeface="Roboto"/>
              <a:cs typeface="Roboto"/>
              <a:sym typeface="Roboto"/>
            </a:endParaRPr>
          </a:p>
        </p:txBody>
      </p:sp>
      <p:sp>
        <p:nvSpPr>
          <p:cNvPr id="942" name="Google Shape;942;g13b6acb253f_2_349"/>
          <p:cNvSpPr txBox="1"/>
          <p:nvPr/>
        </p:nvSpPr>
        <p:spPr>
          <a:xfrm>
            <a:off x="1531050" y="0"/>
            <a:ext cx="6081900" cy="569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300"/>
              <a:buFont typeface="Arial"/>
              <a:buNone/>
            </a:pPr>
            <a:r>
              <a:rPr b="0" i="0" lang="en" sz="2500" u="none" cap="none" strike="noStrike">
                <a:solidFill>
                  <a:schemeClr val="dk1"/>
                </a:solidFill>
                <a:latin typeface="Sigmar One"/>
                <a:ea typeface="Sigmar One"/>
                <a:cs typeface="Sigmar One"/>
                <a:sym typeface="Sigmar One"/>
              </a:rPr>
              <a:t>Example: Negative case Study!</a:t>
            </a:r>
            <a:endParaRPr b="0" i="0" sz="2500" u="none" cap="none" strike="noStrike">
              <a:solidFill>
                <a:srgbClr val="000000"/>
              </a:solidFill>
              <a:latin typeface="Arial"/>
              <a:ea typeface="Arial"/>
              <a:cs typeface="Arial"/>
              <a:sym typeface="Arial"/>
            </a:endParaRPr>
          </a:p>
        </p:txBody>
      </p:sp>
      <p:sp>
        <p:nvSpPr>
          <p:cNvPr id="943" name="Google Shape;943;g13b6acb253f_2_349"/>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
        <p:nvSpPr>
          <p:cNvPr id="944" name="Google Shape;944;g13b6acb253f_2_349"/>
          <p:cNvSpPr/>
          <p:nvPr/>
        </p:nvSpPr>
        <p:spPr>
          <a:xfrm>
            <a:off x="138125" y="1368775"/>
            <a:ext cx="7179600" cy="3095100"/>
          </a:xfrm>
          <a:prstGeom prst="roundRect">
            <a:avLst>
              <a:gd fmla="val 16667" name="adj"/>
            </a:avLst>
          </a:prstGeom>
          <a:solidFill>
            <a:srgbClr val="E7E6E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1" lang="en" sz="1500" u="none" cap="none" strike="noStrike">
                <a:solidFill>
                  <a:schemeClr val="dk1"/>
                </a:solidFill>
                <a:highlight>
                  <a:srgbClr val="FFFF00"/>
                </a:highlight>
                <a:latin typeface="Lexend Deca"/>
                <a:ea typeface="Lexend Deca"/>
                <a:cs typeface="Lexend Deca"/>
                <a:sym typeface="Lexend Deca"/>
              </a:rPr>
              <a:t>Universal Basic Income (UBI) removes the incentive to work, adversely affecting the economy and leading to a labor and skills shortage. </a:t>
            </a:r>
            <a:r>
              <a:rPr b="0" i="1" lang="en" sz="1500" u="none" cap="none" strike="noStrike">
                <a:solidFill>
                  <a:schemeClr val="dk1"/>
                </a:solidFill>
                <a:latin typeface="Lexend Deca"/>
                <a:ea typeface="Lexend Deca"/>
                <a:cs typeface="Lexend Deca"/>
                <a:sym typeface="Lexend Deca"/>
              </a:rPr>
              <a:t>Earned income motivates people to work, be successful, work cooperatively with colleagues, and gain skills. However, “if we pay people, unconditionally, to do nothing,  they will do nothing”, and this leads to a less effective economy. I agree with the rising population we need to think about employment in the world and for that, </a:t>
            </a:r>
            <a:r>
              <a:rPr b="0" i="1" lang="en" sz="1500" u="none" cap="none" strike="noStrike">
                <a:solidFill>
                  <a:schemeClr val="dk1"/>
                </a:solidFill>
                <a:highlight>
                  <a:srgbClr val="FF9900"/>
                </a:highlight>
                <a:latin typeface="Lexend Deca"/>
                <a:ea typeface="Lexend Deca"/>
                <a:cs typeface="Lexend Deca"/>
                <a:sym typeface="Lexend Deca"/>
              </a:rPr>
              <a:t>I would like to implement a policy where we get to create more job opportunities for people. </a:t>
            </a:r>
            <a:r>
              <a:rPr b="0" i="1" lang="en" sz="1500" u="none" cap="none" strike="noStrike">
                <a:solidFill>
                  <a:schemeClr val="dk1"/>
                </a:solidFill>
                <a:latin typeface="Lexend Deca"/>
                <a:ea typeface="Lexend Deca"/>
                <a:cs typeface="Lexend Deca"/>
                <a:sym typeface="Lexend Deca"/>
              </a:rPr>
              <a:t>No work is big or small, people should get a job based on their skills and need, and they should get paid for the work and not just sit and wait for the money. </a:t>
            </a:r>
            <a:endParaRPr b="0" i="1" sz="1500" u="none" cap="none" strike="noStrike">
              <a:solidFill>
                <a:schemeClr val="dk1"/>
              </a:solidFill>
              <a:latin typeface="Lexend Deca"/>
              <a:ea typeface="Lexend Deca"/>
              <a:cs typeface="Lexend Deca"/>
              <a:sym typeface="Lexend Deca"/>
            </a:endParaRPr>
          </a:p>
        </p:txBody>
      </p:sp>
      <p:cxnSp>
        <p:nvCxnSpPr>
          <p:cNvPr id="945" name="Google Shape;945;g13b6acb253f_2_349"/>
          <p:cNvCxnSpPr/>
          <p:nvPr/>
        </p:nvCxnSpPr>
        <p:spPr>
          <a:xfrm>
            <a:off x="6617525" y="1789050"/>
            <a:ext cx="911400" cy="12300"/>
          </a:xfrm>
          <a:prstGeom prst="straightConnector1">
            <a:avLst/>
          </a:prstGeom>
          <a:noFill/>
          <a:ln cap="flat" cmpd="sng" w="28575">
            <a:solidFill>
              <a:schemeClr val="dk2"/>
            </a:solidFill>
            <a:prstDash val="solid"/>
            <a:round/>
            <a:headEnd len="sm" w="sm" type="none"/>
            <a:tailEnd len="med" w="med" type="triangle"/>
          </a:ln>
        </p:spPr>
      </p:cxnSp>
      <p:sp>
        <p:nvSpPr>
          <p:cNvPr id="946" name="Google Shape;946;g13b6acb253f_2_349"/>
          <p:cNvSpPr txBox="1"/>
          <p:nvPr/>
        </p:nvSpPr>
        <p:spPr>
          <a:xfrm>
            <a:off x="7528925" y="1368775"/>
            <a:ext cx="13629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Lexend Deca"/>
                <a:ea typeface="Lexend Deca"/>
                <a:cs typeface="Lexend Deca"/>
                <a:sym typeface="Lexend Deca"/>
              </a:rPr>
              <a:t>Reason why the policy suggested by the opponent should not be implemented </a:t>
            </a:r>
            <a:endParaRPr b="0" i="0" sz="1400" u="none" cap="none" strike="noStrike">
              <a:solidFill>
                <a:srgbClr val="000000"/>
              </a:solidFill>
              <a:latin typeface="Lexend Deca"/>
              <a:ea typeface="Lexend Deca"/>
              <a:cs typeface="Lexend Deca"/>
              <a:sym typeface="Lexend Deca"/>
            </a:endParaRPr>
          </a:p>
        </p:txBody>
      </p:sp>
      <p:sp>
        <p:nvSpPr>
          <p:cNvPr id="947" name="Google Shape;947;g13b6acb253f_2_349"/>
          <p:cNvSpPr txBox="1"/>
          <p:nvPr/>
        </p:nvSpPr>
        <p:spPr>
          <a:xfrm>
            <a:off x="1287125" y="522175"/>
            <a:ext cx="6898200" cy="8466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1" i="1" lang="en" sz="2000" u="none" cap="none" strike="noStrike">
                <a:solidFill>
                  <a:schemeClr val="dk1"/>
                </a:solidFill>
                <a:latin typeface="Lexend Deca"/>
                <a:ea typeface="Lexend Deca"/>
                <a:cs typeface="Lexend Deca"/>
                <a:sym typeface="Lexend Deca"/>
              </a:rPr>
              <a:t>Topic: </a:t>
            </a:r>
            <a:r>
              <a:rPr b="0" i="1" lang="en" sz="2000" u="none" cap="none" strike="noStrike">
                <a:solidFill>
                  <a:schemeClr val="dk1"/>
                </a:solidFill>
                <a:latin typeface="Lexend Deca"/>
                <a:ea typeface="Lexend Deca"/>
                <a:cs typeface="Lexend Deca"/>
                <a:sym typeface="Lexend Deca"/>
              </a:rPr>
              <a:t>Unemployment in the world </a:t>
            </a:r>
            <a:endParaRPr b="0" i="1" sz="2000" u="none" cap="none" strike="noStrike">
              <a:solidFill>
                <a:schemeClr val="dk1"/>
              </a:solidFill>
              <a:latin typeface="Lexend Deca"/>
              <a:ea typeface="Lexend Deca"/>
              <a:cs typeface="Lexend Deca"/>
              <a:sym typeface="Lexend Deca"/>
            </a:endParaRPr>
          </a:p>
          <a:p>
            <a:pPr indent="0" lvl="0" marL="0" marR="0" rtl="0" algn="ctr">
              <a:lnSpc>
                <a:spcPct val="115000"/>
              </a:lnSpc>
              <a:spcBef>
                <a:spcPts val="0"/>
              </a:spcBef>
              <a:spcAft>
                <a:spcPts val="0"/>
              </a:spcAft>
              <a:buClr>
                <a:srgbClr val="000000"/>
              </a:buClr>
              <a:buSzPts val="1100"/>
              <a:buFont typeface="Arial"/>
              <a:buNone/>
            </a:pPr>
            <a:r>
              <a:rPr b="1" i="1" lang="en" sz="2000" u="none" cap="none" strike="noStrike">
                <a:solidFill>
                  <a:schemeClr val="dk1"/>
                </a:solidFill>
                <a:latin typeface="Lexend Deca"/>
                <a:ea typeface="Lexend Deca"/>
                <a:cs typeface="Lexend Deca"/>
                <a:sym typeface="Lexend Deca"/>
              </a:rPr>
              <a:t>Policy: </a:t>
            </a:r>
            <a:r>
              <a:rPr b="0" i="1" lang="en" sz="2000" u="none" cap="none" strike="noStrike">
                <a:solidFill>
                  <a:schemeClr val="dk1"/>
                </a:solidFill>
                <a:latin typeface="Lexend Deca"/>
                <a:ea typeface="Lexend Deca"/>
                <a:cs typeface="Lexend Deca"/>
                <a:sym typeface="Lexend Deca"/>
              </a:rPr>
              <a:t>By creating more job opportunities</a:t>
            </a:r>
            <a:endParaRPr b="0" i="1" sz="2000" u="none" cap="none" strike="noStrike">
              <a:solidFill>
                <a:srgbClr val="000000"/>
              </a:solidFill>
              <a:highlight>
                <a:srgbClr val="FFFFFF"/>
              </a:highlight>
              <a:latin typeface="Lexend Deca"/>
              <a:ea typeface="Lexend Deca"/>
              <a:cs typeface="Lexend Deca"/>
              <a:sym typeface="Lexend Deca"/>
            </a:endParaRPr>
          </a:p>
        </p:txBody>
      </p:sp>
      <p:cxnSp>
        <p:nvCxnSpPr>
          <p:cNvPr id="948" name="Google Shape;948;g13b6acb253f_2_349"/>
          <p:cNvCxnSpPr/>
          <p:nvPr/>
        </p:nvCxnSpPr>
        <p:spPr>
          <a:xfrm>
            <a:off x="6956300" y="3185488"/>
            <a:ext cx="911400" cy="12300"/>
          </a:xfrm>
          <a:prstGeom prst="straightConnector1">
            <a:avLst/>
          </a:prstGeom>
          <a:noFill/>
          <a:ln cap="flat" cmpd="sng" w="28575">
            <a:solidFill>
              <a:schemeClr val="dk2"/>
            </a:solidFill>
            <a:prstDash val="solid"/>
            <a:round/>
            <a:headEnd len="sm" w="sm" type="none"/>
            <a:tailEnd len="med" w="med" type="triangle"/>
          </a:ln>
        </p:spPr>
      </p:cxnSp>
      <p:sp>
        <p:nvSpPr>
          <p:cNvPr id="949" name="Google Shape;949;g13b6acb253f_2_349"/>
          <p:cNvSpPr txBox="1"/>
          <p:nvPr/>
        </p:nvSpPr>
        <p:spPr>
          <a:xfrm>
            <a:off x="7800650" y="3014875"/>
            <a:ext cx="13053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Lexend Deca"/>
                <a:ea typeface="Lexend Deca"/>
                <a:cs typeface="Lexend Deca"/>
                <a:sym typeface="Lexend Deca"/>
              </a:rPr>
              <a:t>New policy by the debater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pic>
        <p:nvPicPr>
          <p:cNvPr id="954" name="Google Shape;954;g13c0da3d8d0_0_135"/>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pic>
        <p:nvPicPr>
          <p:cNvPr id="955" name="Google Shape;955;g13c0da3d8d0_0_135"/>
          <p:cNvPicPr preferRelativeResize="0"/>
          <p:nvPr/>
        </p:nvPicPr>
        <p:blipFill rotWithShape="1">
          <a:blip r:embed="rId4">
            <a:alphaModFix/>
          </a:blip>
          <a:srcRect b="0" l="0" r="0" t="0"/>
          <a:stretch/>
        </p:blipFill>
        <p:spPr>
          <a:xfrm>
            <a:off x="138128" y="152399"/>
            <a:ext cx="638322" cy="602644"/>
          </a:xfrm>
          <a:prstGeom prst="rect">
            <a:avLst/>
          </a:prstGeom>
          <a:noFill/>
          <a:ln>
            <a:noFill/>
          </a:ln>
        </p:spPr>
      </p:pic>
      <p:sp>
        <p:nvSpPr>
          <p:cNvPr id="956" name="Google Shape;956;g13c0da3d8d0_0_135"/>
          <p:cNvSpPr txBox="1"/>
          <p:nvPr/>
        </p:nvSpPr>
        <p:spPr>
          <a:xfrm>
            <a:off x="138125" y="755050"/>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400" u="none" cap="none" strike="noStrike">
                <a:solidFill>
                  <a:srgbClr val="202426"/>
                </a:solidFill>
                <a:latin typeface="Raleway Black"/>
                <a:ea typeface="Raleway Black"/>
                <a:cs typeface="Raleway Black"/>
                <a:sym typeface="Raleway Black"/>
              </a:rPr>
              <a:t>20 secs </a:t>
            </a:r>
            <a:endParaRPr b="0" i="0" sz="1400" u="none" cap="none" strike="noStrike">
              <a:solidFill>
                <a:srgbClr val="202426"/>
              </a:solidFill>
              <a:latin typeface="Raleway Black"/>
              <a:ea typeface="Raleway Black"/>
              <a:cs typeface="Raleway Black"/>
              <a:sym typeface="Raleway Black"/>
            </a:endParaRPr>
          </a:p>
        </p:txBody>
      </p:sp>
      <p:grpSp>
        <p:nvGrpSpPr>
          <p:cNvPr id="957" name="Google Shape;957;g13c0da3d8d0_0_135"/>
          <p:cNvGrpSpPr/>
          <p:nvPr/>
        </p:nvGrpSpPr>
        <p:grpSpPr>
          <a:xfrm>
            <a:off x="283456" y="551547"/>
            <a:ext cx="2277393" cy="4591959"/>
            <a:chOff x="2774050" y="1708325"/>
            <a:chExt cx="2033750" cy="5604050"/>
          </a:xfrm>
        </p:grpSpPr>
        <p:sp>
          <p:nvSpPr>
            <p:cNvPr id="958" name="Google Shape;958;g13c0da3d8d0_0_135"/>
            <p:cNvSpPr/>
            <p:nvPr/>
          </p:nvSpPr>
          <p:spPr>
            <a:xfrm>
              <a:off x="3840425" y="2563875"/>
              <a:ext cx="829775" cy="859700"/>
            </a:xfrm>
            <a:custGeom>
              <a:rect b="b" l="l" r="r" t="t"/>
              <a:pathLst>
                <a:path extrusionOk="0" h="34388" w="33191">
                  <a:moveTo>
                    <a:pt x="5445" y="0"/>
                  </a:moveTo>
                  <a:cubicBezTo>
                    <a:pt x="4128" y="0"/>
                    <a:pt x="2905" y="406"/>
                    <a:pt x="2001" y="1171"/>
                  </a:cubicBezTo>
                  <a:cubicBezTo>
                    <a:pt x="701" y="2305"/>
                    <a:pt x="0" y="4306"/>
                    <a:pt x="334" y="6208"/>
                  </a:cubicBezTo>
                  <a:cubicBezTo>
                    <a:pt x="667" y="8076"/>
                    <a:pt x="1835" y="9243"/>
                    <a:pt x="2202" y="9577"/>
                  </a:cubicBezTo>
                  <a:cubicBezTo>
                    <a:pt x="9707" y="17382"/>
                    <a:pt x="17212" y="25221"/>
                    <a:pt x="24718" y="33027"/>
                  </a:cubicBezTo>
                  <a:cubicBezTo>
                    <a:pt x="24784" y="33060"/>
                    <a:pt x="24851" y="33160"/>
                    <a:pt x="24918" y="33227"/>
                  </a:cubicBezTo>
                  <a:cubicBezTo>
                    <a:pt x="25018" y="33327"/>
                    <a:pt x="25085" y="33360"/>
                    <a:pt x="25185" y="33427"/>
                  </a:cubicBezTo>
                  <a:cubicBezTo>
                    <a:pt x="25997" y="34059"/>
                    <a:pt x="26984" y="34388"/>
                    <a:pt x="27984" y="34388"/>
                  </a:cubicBezTo>
                  <a:cubicBezTo>
                    <a:pt x="28832" y="34388"/>
                    <a:pt x="29689" y="34151"/>
                    <a:pt x="30455" y="33661"/>
                  </a:cubicBezTo>
                  <a:cubicBezTo>
                    <a:pt x="32590" y="32260"/>
                    <a:pt x="33190" y="29424"/>
                    <a:pt x="31789" y="27323"/>
                  </a:cubicBezTo>
                  <a:lnTo>
                    <a:pt x="10908" y="2505"/>
                  </a:lnTo>
                  <a:cubicBezTo>
                    <a:pt x="9313" y="793"/>
                    <a:pt x="7287" y="0"/>
                    <a:pt x="5445"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g13c0da3d8d0_0_135"/>
            <p:cNvSpPr/>
            <p:nvPr/>
          </p:nvSpPr>
          <p:spPr>
            <a:xfrm>
              <a:off x="3801225" y="2554500"/>
              <a:ext cx="867300" cy="877600"/>
            </a:xfrm>
            <a:custGeom>
              <a:rect b="b" l="l" r="r" t="t"/>
              <a:pathLst>
                <a:path extrusionOk="0" h="35104" w="34692">
                  <a:moveTo>
                    <a:pt x="7312" y="0"/>
                  </a:moveTo>
                  <a:cubicBezTo>
                    <a:pt x="5957" y="0"/>
                    <a:pt x="4587" y="385"/>
                    <a:pt x="3369" y="1179"/>
                  </a:cubicBezTo>
                  <a:cubicBezTo>
                    <a:pt x="1268" y="2546"/>
                    <a:pt x="0" y="7016"/>
                    <a:pt x="0" y="7016"/>
                  </a:cubicBezTo>
                  <a:cubicBezTo>
                    <a:pt x="0" y="7016"/>
                    <a:pt x="1301" y="8017"/>
                    <a:pt x="3803" y="9885"/>
                  </a:cubicBezTo>
                  <a:cubicBezTo>
                    <a:pt x="11208" y="17791"/>
                    <a:pt x="18614" y="25696"/>
                    <a:pt x="26019" y="33602"/>
                  </a:cubicBezTo>
                  <a:lnTo>
                    <a:pt x="26119" y="33702"/>
                  </a:lnTo>
                  <a:lnTo>
                    <a:pt x="26286" y="33836"/>
                  </a:lnTo>
                  <a:cubicBezTo>
                    <a:pt x="26352" y="33936"/>
                    <a:pt x="26486" y="34002"/>
                    <a:pt x="26519" y="34069"/>
                  </a:cubicBezTo>
                  <a:lnTo>
                    <a:pt x="26686" y="33902"/>
                  </a:lnTo>
                  <a:lnTo>
                    <a:pt x="26553" y="34069"/>
                  </a:lnTo>
                  <a:cubicBezTo>
                    <a:pt x="27453" y="34736"/>
                    <a:pt x="28521" y="35103"/>
                    <a:pt x="29621" y="35103"/>
                  </a:cubicBezTo>
                  <a:cubicBezTo>
                    <a:pt x="30555" y="35103"/>
                    <a:pt x="31523" y="34836"/>
                    <a:pt x="32323" y="34303"/>
                  </a:cubicBezTo>
                  <a:cubicBezTo>
                    <a:pt x="33457" y="33602"/>
                    <a:pt x="34191" y="32468"/>
                    <a:pt x="34492" y="31134"/>
                  </a:cubicBezTo>
                  <a:cubicBezTo>
                    <a:pt x="34692" y="29899"/>
                    <a:pt x="34458" y="28565"/>
                    <a:pt x="33758" y="27431"/>
                  </a:cubicBezTo>
                  <a:lnTo>
                    <a:pt x="12809" y="2580"/>
                  </a:lnTo>
                  <a:cubicBezTo>
                    <a:pt x="11401" y="889"/>
                    <a:pt x="9373" y="0"/>
                    <a:pt x="7312" y="0"/>
                  </a:cubicBezTo>
                  <a:close/>
                </a:path>
              </a:pathLst>
            </a:custGeom>
            <a:solidFill>
              <a:srgbClr val="323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g13c0da3d8d0_0_135"/>
            <p:cNvSpPr/>
            <p:nvPr/>
          </p:nvSpPr>
          <p:spPr>
            <a:xfrm>
              <a:off x="3124900" y="2578300"/>
              <a:ext cx="642975" cy="1025900"/>
            </a:xfrm>
            <a:custGeom>
              <a:rect b="b" l="l" r="r" t="t"/>
              <a:pathLst>
                <a:path extrusionOk="0" h="41036" w="25719">
                  <a:moveTo>
                    <a:pt x="16928" y="0"/>
                  </a:moveTo>
                  <a:cubicBezTo>
                    <a:pt x="14036" y="0"/>
                    <a:pt x="11410" y="1909"/>
                    <a:pt x="10508" y="4730"/>
                  </a:cubicBezTo>
                  <a:lnTo>
                    <a:pt x="501" y="35585"/>
                  </a:lnTo>
                  <a:cubicBezTo>
                    <a:pt x="1" y="38087"/>
                    <a:pt x="1635" y="40456"/>
                    <a:pt x="4137" y="40956"/>
                  </a:cubicBezTo>
                  <a:cubicBezTo>
                    <a:pt x="4425" y="41010"/>
                    <a:pt x="4711" y="41035"/>
                    <a:pt x="4993" y="41035"/>
                  </a:cubicBezTo>
                  <a:cubicBezTo>
                    <a:pt x="6641" y="41035"/>
                    <a:pt x="8148" y="40155"/>
                    <a:pt x="8974" y="38788"/>
                  </a:cubicBezTo>
                  <a:cubicBezTo>
                    <a:pt x="8974" y="38788"/>
                    <a:pt x="9107" y="38588"/>
                    <a:pt x="9140" y="38488"/>
                  </a:cubicBezTo>
                  <a:cubicBezTo>
                    <a:pt x="9174" y="38421"/>
                    <a:pt x="23184" y="9800"/>
                    <a:pt x="23184" y="9800"/>
                  </a:cubicBezTo>
                  <a:cubicBezTo>
                    <a:pt x="25719" y="4563"/>
                    <a:pt x="21282" y="727"/>
                    <a:pt x="18214" y="127"/>
                  </a:cubicBezTo>
                  <a:cubicBezTo>
                    <a:pt x="17782" y="41"/>
                    <a:pt x="17352" y="0"/>
                    <a:pt x="16928"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g13c0da3d8d0_0_135"/>
            <p:cNvSpPr/>
            <p:nvPr/>
          </p:nvSpPr>
          <p:spPr>
            <a:xfrm>
              <a:off x="2886400" y="3290175"/>
              <a:ext cx="517900" cy="882450"/>
            </a:xfrm>
            <a:custGeom>
              <a:rect b="b" l="l" r="r" t="t"/>
              <a:pathLst>
                <a:path extrusionOk="0" h="35298" w="20716">
                  <a:moveTo>
                    <a:pt x="15718" y="0"/>
                  </a:moveTo>
                  <a:cubicBezTo>
                    <a:pt x="14375" y="0"/>
                    <a:pt x="13044" y="594"/>
                    <a:pt x="12142" y="1707"/>
                  </a:cubicBezTo>
                  <a:cubicBezTo>
                    <a:pt x="11876" y="2040"/>
                    <a:pt x="11709" y="2374"/>
                    <a:pt x="11542" y="2707"/>
                  </a:cubicBezTo>
                  <a:lnTo>
                    <a:pt x="11509" y="2807"/>
                  </a:lnTo>
                  <a:cubicBezTo>
                    <a:pt x="11475" y="2841"/>
                    <a:pt x="11475" y="2907"/>
                    <a:pt x="11409" y="3008"/>
                  </a:cubicBezTo>
                  <a:lnTo>
                    <a:pt x="401" y="31495"/>
                  </a:lnTo>
                  <a:lnTo>
                    <a:pt x="401" y="31528"/>
                  </a:lnTo>
                  <a:cubicBezTo>
                    <a:pt x="0" y="32629"/>
                    <a:pt x="334" y="33896"/>
                    <a:pt x="1301" y="34697"/>
                  </a:cubicBezTo>
                  <a:cubicBezTo>
                    <a:pt x="1806" y="35103"/>
                    <a:pt x="2416" y="35298"/>
                    <a:pt x="3023" y="35298"/>
                  </a:cubicBezTo>
                  <a:cubicBezTo>
                    <a:pt x="3862" y="35298"/>
                    <a:pt x="4696" y="34926"/>
                    <a:pt x="5238" y="34230"/>
                  </a:cubicBezTo>
                  <a:cubicBezTo>
                    <a:pt x="5371" y="34130"/>
                    <a:pt x="5471" y="33963"/>
                    <a:pt x="5538" y="33830"/>
                  </a:cubicBezTo>
                  <a:lnTo>
                    <a:pt x="19815" y="6677"/>
                  </a:lnTo>
                  <a:lnTo>
                    <a:pt x="19815" y="6643"/>
                  </a:lnTo>
                  <a:lnTo>
                    <a:pt x="19815" y="6577"/>
                  </a:lnTo>
                  <a:cubicBezTo>
                    <a:pt x="20715" y="4709"/>
                    <a:pt x="20248" y="2374"/>
                    <a:pt x="18547" y="1006"/>
                  </a:cubicBezTo>
                  <a:cubicBezTo>
                    <a:pt x="17710" y="325"/>
                    <a:pt x="16711" y="0"/>
                    <a:pt x="15718"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g13c0da3d8d0_0_135"/>
            <p:cNvSpPr/>
            <p:nvPr/>
          </p:nvSpPr>
          <p:spPr>
            <a:xfrm>
              <a:off x="2995650" y="2574125"/>
              <a:ext cx="738875" cy="1335800"/>
            </a:xfrm>
            <a:custGeom>
              <a:rect b="b" l="l" r="r" t="t"/>
              <a:pathLst>
                <a:path extrusionOk="0" h="53432" w="29555">
                  <a:moveTo>
                    <a:pt x="22128" y="1"/>
                  </a:moveTo>
                  <a:cubicBezTo>
                    <a:pt x="19142" y="1"/>
                    <a:pt x="16409" y="1921"/>
                    <a:pt x="15478" y="4830"/>
                  </a:cubicBezTo>
                  <a:lnTo>
                    <a:pt x="6772" y="31783"/>
                  </a:lnTo>
                  <a:lnTo>
                    <a:pt x="0" y="49195"/>
                  </a:lnTo>
                  <a:lnTo>
                    <a:pt x="6138" y="53432"/>
                  </a:lnTo>
                  <a:cubicBezTo>
                    <a:pt x="6138" y="53432"/>
                    <a:pt x="14444" y="38821"/>
                    <a:pt x="14477" y="38688"/>
                  </a:cubicBezTo>
                  <a:cubicBezTo>
                    <a:pt x="14511" y="38621"/>
                    <a:pt x="28521" y="10001"/>
                    <a:pt x="28521" y="10001"/>
                  </a:cubicBezTo>
                  <a:cubicBezTo>
                    <a:pt x="29521" y="7999"/>
                    <a:pt x="29555" y="5964"/>
                    <a:pt x="28654" y="4130"/>
                  </a:cubicBezTo>
                  <a:cubicBezTo>
                    <a:pt x="27520" y="1828"/>
                    <a:pt x="25152" y="427"/>
                    <a:pt x="23450" y="127"/>
                  </a:cubicBezTo>
                  <a:cubicBezTo>
                    <a:pt x="23007" y="42"/>
                    <a:pt x="22565" y="1"/>
                    <a:pt x="22128" y="1"/>
                  </a:cubicBezTo>
                  <a:close/>
                </a:path>
              </a:pathLst>
            </a:custGeom>
            <a:solidFill>
              <a:srgbClr val="323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g13c0da3d8d0_0_135"/>
            <p:cNvSpPr/>
            <p:nvPr/>
          </p:nvSpPr>
          <p:spPr>
            <a:xfrm>
              <a:off x="3240825" y="2533475"/>
              <a:ext cx="1135825" cy="1678400"/>
            </a:xfrm>
            <a:custGeom>
              <a:rect b="b" l="l" r="r" t="t"/>
              <a:pathLst>
                <a:path extrusionOk="0" h="67136" w="45433">
                  <a:moveTo>
                    <a:pt x="23158" y="0"/>
                  </a:moveTo>
                  <a:cubicBezTo>
                    <a:pt x="22509" y="0"/>
                    <a:pt x="21860" y="9"/>
                    <a:pt x="21215" y="18"/>
                  </a:cubicBezTo>
                  <a:cubicBezTo>
                    <a:pt x="17379" y="52"/>
                    <a:pt x="12142" y="85"/>
                    <a:pt x="8840" y="3021"/>
                  </a:cubicBezTo>
                  <a:cubicBezTo>
                    <a:pt x="3002" y="8124"/>
                    <a:pt x="7806" y="18131"/>
                    <a:pt x="7005" y="33376"/>
                  </a:cubicBezTo>
                  <a:cubicBezTo>
                    <a:pt x="6672" y="39580"/>
                    <a:pt x="5337" y="48920"/>
                    <a:pt x="0" y="60328"/>
                  </a:cubicBezTo>
                  <a:cubicBezTo>
                    <a:pt x="0" y="60328"/>
                    <a:pt x="9707" y="66966"/>
                    <a:pt x="21482" y="67133"/>
                  </a:cubicBezTo>
                  <a:cubicBezTo>
                    <a:pt x="21574" y="67134"/>
                    <a:pt x="21666" y="67135"/>
                    <a:pt x="21758" y="67135"/>
                  </a:cubicBezTo>
                  <a:cubicBezTo>
                    <a:pt x="33414" y="67135"/>
                    <a:pt x="45433" y="56726"/>
                    <a:pt x="45433" y="56726"/>
                  </a:cubicBezTo>
                  <a:cubicBezTo>
                    <a:pt x="45433" y="56726"/>
                    <a:pt x="38561" y="37679"/>
                    <a:pt x="37360" y="31908"/>
                  </a:cubicBezTo>
                  <a:cubicBezTo>
                    <a:pt x="33824" y="14295"/>
                    <a:pt x="38895" y="7390"/>
                    <a:pt x="33691" y="2754"/>
                  </a:cubicBezTo>
                  <a:cubicBezTo>
                    <a:pt x="30972" y="321"/>
                    <a:pt x="27075" y="0"/>
                    <a:pt x="23158" y="0"/>
                  </a:cubicBezTo>
                  <a:close/>
                </a:path>
              </a:pathLst>
            </a:custGeom>
            <a:solidFill>
              <a:srgbClr val="323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g13c0da3d8d0_0_135"/>
            <p:cNvSpPr/>
            <p:nvPr/>
          </p:nvSpPr>
          <p:spPr>
            <a:xfrm>
              <a:off x="3429275" y="2532250"/>
              <a:ext cx="653825" cy="996575"/>
            </a:xfrm>
            <a:custGeom>
              <a:rect b="b" l="l" r="r" t="t"/>
              <a:pathLst>
                <a:path extrusionOk="0" h="39863" w="26153">
                  <a:moveTo>
                    <a:pt x="11242" y="1"/>
                  </a:moveTo>
                  <a:cubicBezTo>
                    <a:pt x="5236" y="1"/>
                    <a:pt x="433" y="4458"/>
                    <a:pt x="1" y="10141"/>
                  </a:cubicBezTo>
                  <a:lnTo>
                    <a:pt x="2469" y="11442"/>
                  </a:lnTo>
                  <a:lnTo>
                    <a:pt x="635" y="12676"/>
                  </a:lnTo>
                  <a:cubicBezTo>
                    <a:pt x="635" y="12676"/>
                    <a:pt x="2803" y="26253"/>
                    <a:pt x="14345" y="39863"/>
                  </a:cubicBezTo>
                  <a:cubicBezTo>
                    <a:pt x="25886" y="26253"/>
                    <a:pt x="25519" y="12676"/>
                    <a:pt x="25519" y="12676"/>
                  </a:cubicBezTo>
                  <a:lnTo>
                    <a:pt x="23685" y="11442"/>
                  </a:lnTo>
                  <a:lnTo>
                    <a:pt x="26153" y="10141"/>
                  </a:lnTo>
                  <a:cubicBezTo>
                    <a:pt x="24952" y="4471"/>
                    <a:pt x="22484" y="1"/>
                    <a:pt x="16112" y="1"/>
                  </a:cubicBezTo>
                  <a:lnTo>
                    <a:pt x="11309" y="1"/>
                  </a:lnTo>
                  <a:cubicBezTo>
                    <a:pt x="11287" y="1"/>
                    <a:pt x="11264" y="1"/>
                    <a:pt x="11242" y="1"/>
                  </a:cubicBezTo>
                  <a:close/>
                </a:path>
              </a:pathLst>
            </a:custGeom>
            <a:solidFill>
              <a:srgbClr val="4546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5" name="Google Shape;965;g13c0da3d8d0_0_135"/>
            <p:cNvSpPr/>
            <p:nvPr/>
          </p:nvSpPr>
          <p:spPr>
            <a:xfrm>
              <a:off x="3429275" y="2531425"/>
              <a:ext cx="653825" cy="997400"/>
            </a:xfrm>
            <a:custGeom>
              <a:rect b="b" l="l" r="r" t="t"/>
              <a:pathLst>
                <a:path extrusionOk="0" fill="none" h="39896" w="26153">
                  <a:moveTo>
                    <a:pt x="11309" y="34"/>
                  </a:moveTo>
                  <a:cubicBezTo>
                    <a:pt x="5271" y="0"/>
                    <a:pt x="435" y="4470"/>
                    <a:pt x="1" y="10174"/>
                  </a:cubicBezTo>
                  <a:lnTo>
                    <a:pt x="2469" y="11475"/>
                  </a:lnTo>
                  <a:lnTo>
                    <a:pt x="635" y="12709"/>
                  </a:lnTo>
                  <a:cubicBezTo>
                    <a:pt x="635" y="12709"/>
                    <a:pt x="2803" y="26286"/>
                    <a:pt x="14345" y="39896"/>
                  </a:cubicBezTo>
                  <a:cubicBezTo>
                    <a:pt x="25886" y="26286"/>
                    <a:pt x="25519" y="12709"/>
                    <a:pt x="25519" y="12709"/>
                  </a:cubicBezTo>
                  <a:lnTo>
                    <a:pt x="23685" y="11475"/>
                  </a:lnTo>
                  <a:lnTo>
                    <a:pt x="26153" y="10174"/>
                  </a:lnTo>
                  <a:cubicBezTo>
                    <a:pt x="24952" y="4504"/>
                    <a:pt x="22484" y="34"/>
                    <a:pt x="16112" y="34"/>
                  </a:cubicBezTo>
                </a:path>
              </a:pathLst>
            </a:custGeom>
            <a:noFill/>
            <a:ln cap="rnd" cmpd="sng" w="108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g13c0da3d8d0_0_135"/>
            <p:cNvSpPr/>
            <p:nvPr/>
          </p:nvSpPr>
          <p:spPr>
            <a:xfrm>
              <a:off x="3725325" y="3567150"/>
              <a:ext cx="125950" cy="417825"/>
            </a:xfrm>
            <a:custGeom>
              <a:rect b="b" l="l" r="r" t="t"/>
              <a:pathLst>
                <a:path extrusionOk="0" h="16713" w="5038">
                  <a:moveTo>
                    <a:pt x="2636" y="1"/>
                  </a:moveTo>
                  <a:cubicBezTo>
                    <a:pt x="2269" y="3103"/>
                    <a:pt x="1802" y="6306"/>
                    <a:pt x="1268" y="9641"/>
                  </a:cubicBezTo>
                  <a:cubicBezTo>
                    <a:pt x="868" y="11976"/>
                    <a:pt x="434" y="14245"/>
                    <a:pt x="1" y="16413"/>
                  </a:cubicBezTo>
                  <a:cubicBezTo>
                    <a:pt x="1669" y="16479"/>
                    <a:pt x="3336" y="16613"/>
                    <a:pt x="5038" y="16713"/>
                  </a:cubicBezTo>
                  <a:cubicBezTo>
                    <a:pt x="4604" y="14945"/>
                    <a:pt x="4170" y="13077"/>
                    <a:pt x="3803" y="11076"/>
                  </a:cubicBezTo>
                  <a:cubicBezTo>
                    <a:pt x="3036" y="7073"/>
                    <a:pt x="2703" y="3337"/>
                    <a:pt x="263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g13c0da3d8d0_0_135"/>
            <p:cNvSpPr/>
            <p:nvPr/>
          </p:nvSpPr>
          <p:spPr>
            <a:xfrm>
              <a:off x="3256675" y="2543925"/>
              <a:ext cx="1001575" cy="941525"/>
            </a:xfrm>
            <a:custGeom>
              <a:rect b="b" l="l" r="r" t="t"/>
              <a:pathLst>
                <a:path extrusionOk="0" h="37661" w="40063">
                  <a:moveTo>
                    <a:pt x="21099" y="1"/>
                  </a:moveTo>
                  <a:cubicBezTo>
                    <a:pt x="21082" y="1"/>
                    <a:pt x="21065" y="1"/>
                    <a:pt x="21048" y="1"/>
                  </a:cubicBezTo>
                  <a:cubicBezTo>
                    <a:pt x="0" y="67"/>
                    <a:pt x="21082" y="37594"/>
                    <a:pt x="21215" y="37661"/>
                  </a:cubicBezTo>
                  <a:cubicBezTo>
                    <a:pt x="21282" y="37561"/>
                    <a:pt x="40062" y="1"/>
                    <a:pt x="2109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8" name="Google Shape;968;g13c0da3d8d0_0_135"/>
            <p:cNvSpPr/>
            <p:nvPr/>
          </p:nvSpPr>
          <p:spPr>
            <a:xfrm>
              <a:off x="3583575" y="2575625"/>
              <a:ext cx="197650" cy="170150"/>
            </a:xfrm>
            <a:custGeom>
              <a:rect b="b" l="l" r="r" t="t"/>
              <a:pathLst>
                <a:path extrusionOk="0" fill="none" h="6806" w="7906">
                  <a:moveTo>
                    <a:pt x="4637" y="0"/>
                  </a:moveTo>
                  <a:cubicBezTo>
                    <a:pt x="1668" y="567"/>
                    <a:pt x="0" y="4003"/>
                    <a:pt x="500" y="4337"/>
                  </a:cubicBezTo>
                  <a:cubicBezTo>
                    <a:pt x="1001" y="4704"/>
                    <a:pt x="4003" y="4770"/>
                    <a:pt x="4003" y="4770"/>
                  </a:cubicBezTo>
                  <a:cubicBezTo>
                    <a:pt x="4003" y="4770"/>
                    <a:pt x="2702" y="5838"/>
                    <a:pt x="3036" y="6305"/>
                  </a:cubicBezTo>
                  <a:cubicBezTo>
                    <a:pt x="3436" y="6805"/>
                    <a:pt x="7906" y="4303"/>
                    <a:pt x="7906" y="4303"/>
                  </a:cubicBezTo>
                </a:path>
              </a:pathLst>
            </a:custGeom>
            <a:noFill/>
            <a:ln cap="rnd" cmpd="sng" w="108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g13c0da3d8d0_0_135"/>
            <p:cNvSpPr/>
            <p:nvPr/>
          </p:nvSpPr>
          <p:spPr>
            <a:xfrm>
              <a:off x="3779525" y="2575625"/>
              <a:ext cx="198500" cy="175975"/>
            </a:xfrm>
            <a:custGeom>
              <a:rect b="b" l="l" r="r" t="t"/>
              <a:pathLst>
                <a:path extrusionOk="0" fill="none" h="7039" w="7940">
                  <a:moveTo>
                    <a:pt x="3303" y="0"/>
                  </a:moveTo>
                  <a:cubicBezTo>
                    <a:pt x="6272" y="567"/>
                    <a:pt x="7940" y="4003"/>
                    <a:pt x="7440" y="4337"/>
                  </a:cubicBezTo>
                  <a:cubicBezTo>
                    <a:pt x="6939" y="4704"/>
                    <a:pt x="3937" y="4770"/>
                    <a:pt x="3937" y="4770"/>
                  </a:cubicBezTo>
                  <a:cubicBezTo>
                    <a:pt x="3937" y="4770"/>
                    <a:pt x="5205" y="5838"/>
                    <a:pt x="4871" y="6305"/>
                  </a:cubicBezTo>
                  <a:cubicBezTo>
                    <a:pt x="4538" y="6805"/>
                    <a:pt x="1" y="4303"/>
                    <a:pt x="1" y="4303"/>
                  </a:cubicBezTo>
                  <a:lnTo>
                    <a:pt x="34" y="7039"/>
                  </a:lnTo>
                </a:path>
              </a:pathLst>
            </a:custGeom>
            <a:noFill/>
            <a:ln cap="rnd" cmpd="sng" w="108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g13c0da3d8d0_0_135"/>
            <p:cNvSpPr/>
            <p:nvPr/>
          </p:nvSpPr>
          <p:spPr>
            <a:xfrm>
              <a:off x="3829575" y="4072975"/>
              <a:ext cx="496200" cy="1576375"/>
            </a:xfrm>
            <a:custGeom>
              <a:rect b="b" l="l" r="r" t="t"/>
              <a:pathLst>
                <a:path extrusionOk="0" h="63055" w="19848">
                  <a:moveTo>
                    <a:pt x="11871" y="1"/>
                  </a:moveTo>
                  <a:cubicBezTo>
                    <a:pt x="6317" y="1"/>
                    <a:pt x="1925" y="3115"/>
                    <a:pt x="0" y="4719"/>
                  </a:cubicBezTo>
                  <a:cubicBezTo>
                    <a:pt x="0" y="4719"/>
                    <a:pt x="1535" y="47783"/>
                    <a:pt x="4170" y="60192"/>
                  </a:cubicBezTo>
                  <a:cubicBezTo>
                    <a:pt x="4611" y="62259"/>
                    <a:pt x="5767" y="63054"/>
                    <a:pt x="7166" y="63054"/>
                  </a:cubicBezTo>
                  <a:cubicBezTo>
                    <a:pt x="10532" y="63054"/>
                    <a:pt x="15302" y="58448"/>
                    <a:pt x="14878" y="55856"/>
                  </a:cubicBezTo>
                  <a:cubicBezTo>
                    <a:pt x="14311" y="52186"/>
                    <a:pt x="19848" y="3418"/>
                    <a:pt x="16746" y="1150"/>
                  </a:cubicBezTo>
                  <a:cubicBezTo>
                    <a:pt x="15511" y="183"/>
                    <a:pt x="14044" y="83"/>
                    <a:pt x="12543" y="16"/>
                  </a:cubicBezTo>
                  <a:cubicBezTo>
                    <a:pt x="12317" y="6"/>
                    <a:pt x="12093" y="1"/>
                    <a:pt x="11871"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g13c0da3d8d0_0_135"/>
            <p:cNvSpPr/>
            <p:nvPr/>
          </p:nvSpPr>
          <p:spPr>
            <a:xfrm>
              <a:off x="3901300" y="5296075"/>
              <a:ext cx="349425" cy="1252800"/>
            </a:xfrm>
            <a:custGeom>
              <a:rect b="b" l="l" r="r" t="t"/>
              <a:pathLst>
                <a:path extrusionOk="0" h="50112" w="13977">
                  <a:moveTo>
                    <a:pt x="5769" y="0"/>
                  </a:moveTo>
                  <a:cubicBezTo>
                    <a:pt x="3831" y="0"/>
                    <a:pt x="1936" y="731"/>
                    <a:pt x="1668" y="2429"/>
                  </a:cubicBezTo>
                  <a:cubicBezTo>
                    <a:pt x="0" y="9267"/>
                    <a:pt x="5304" y="39222"/>
                    <a:pt x="5437" y="45326"/>
                  </a:cubicBezTo>
                  <a:cubicBezTo>
                    <a:pt x="5471" y="48361"/>
                    <a:pt x="4937" y="49362"/>
                    <a:pt x="7139" y="49963"/>
                  </a:cubicBezTo>
                  <a:cubicBezTo>
                    <a:pt x="7556" y="50069"/>
                    <a:pt x="7947" y="50112"/>
                    <a:pt x="8306" y="50112"/>
                  </a:cubicBezTo>
                  <a:cubicBezTo>
                    <a:pt x="9871" y="50112"/>
                    <a:pt x="10841" y="49295"/>
                    <a:pt x="10841" y="49295"/>
                  </a:cubicBezTo>
                  <a:cubicBezTo>
                    <a:pt x="11942" y="47728"/>
                    <a:pt x="11442" y="45660"/>
                    <a:pt x="11642" y="43291"/>
                  </a:cubicBezTo>
                  <a:cubicBezTo>
                    <a:pt x="11842" y="40856"/>
                    <a:pt x="13977" y="21275"/>
                    <a:pt x="13476" y="15338"/>
                  </a:cubicBezTo>
                  <a:cubicBezTo>
                    <a:pt x="12976" y="9367"/>
                    <a:pt x="11675" y="3830"/>
                    <a:pt x="9874" y="1495"/>
                  </a:cubicBezTo>
                  <a:cubicBezTo>
                    <a:pt x="9161" y="550"/>
                    <a:pt x="7449" y="0"/>
                    <a:pt x="5769"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g13c0da3d8d0_0_135"/>
            <p:cNvSpPr/>
            <p:nvPr/>
          </p:nvSpPr>
          <p:spPr>
            <a:xfrm>
              <a:off x="3955500" y="6430800"/>
              <a:ext cx="276875" cy="471475"/>
            </a:xfrm>
            <a:custGeom>
              <a:rect b="b" l="l" r="r" t="t"/>
              <a:pathLst>
                <a:path extrusionOk="0" h="18859" w="11075">
                  <a:moveTo>
                    <a:pt x="6682" y="0"/>
                  </a:moveTo>
                  <a:cubicBezTo>
                    <a:pt x="4387" y="0"/>
                    <a:pt x="2751" y="2859"/>
                    <a:pt x="1968" y="7776"/>
                  </a:cubicBezTo>
                  <a:cubicBezTo>
                    <a:pt x="1134" y="12946"/>
                    <a:pt x="0" y="18550"/>
                    <a:pt x="4137" y="18850"/>
                  </a:cubicBezTo>
                  <a:cubicBezTo>
                    <a:pt x="4203" y="18856"/>
                    <a:pt x="4270" y="18858"/>
                    <a:pt x="4337" y="18858"/>
                  </a:cubicBezTo>
                  <a:cubicBezTo>
                    <a:pt x="6814" y="18858"/>
                    <a:pt x="9429" y="15277"/>
                    <a:pt x="10241" y="10178"/>
                  </a:cubicBezTo>
                  <a:cubicBezTo>
                    <a:pt x="11075" y="4974"/>
                    <a:pt x="9674" y="437"/>
                    <a:pt x="7139" y="37"/>
                  </a:cubicBezTo>
                  <a:cubicBezTo>
                    <a:pt x="6984" y="13"/>
                    <a:pt x="6831" y="0"/>
                    <a:pt x="6682" y="0"/>
                  </a:cubicBezTo>
                  <a:close/>
                </a:path>
              </a:pathLst>
            </a:custGeom>
            <a:solidFill>
              <a:srgbClr val="38190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g13c0da3d8d0_0_135"/>
            <p:cNvSpPr/>
            <p:nvPr/>
          </p:nvSpPr>
          <p:spPr>
            <a:xfrm>
              <a:off x="4005525" y="6410250"/>
              <a:ext cx="199350" cy="344975"/>
            </a:xfrm>
            <a:custGeom>
              <a:rect b="b" l="l" r="r" t="t"/>
              <a:pathLst>
                <a:path extrusionOk="0" h="13799" w="7974">
                  <a:moveTo>
                    <a:pt x="5663" y="0"/>
                  </a:moveTo>
                  <a:cubicBezTo>
                    <a:pt x="3823" y="0"/>
                    <a:pt x="1135" y="2227"/>
                    <a:pt x="1135" y="2227"/>
                  </a:cubicBezTo>
                  <a:cubicBezTo>
                    <a:pt x="1102" y="5696"/>
                    <a:pt x="1" y="9966"/>
                    <a:pt x="1" y="11333"/>
                  </a:cubicBezTo>
                  <a:cubicBezTo>
                    <a:pt x="36" y="12904"/>
                    <a:pt x="1531" y="13798"/>
                    <a:pt x="3178" y="13798"/>
                  </a:cubicBezTo>
                  <a:cubicBezTo>
                    <a:pt x="4680" y="13798"/>
                    <a:pt x="6309" y="13054"/>
                    <a:pt x="7072" y="11400"/>
                  </a:cubicBezTo>
                  <a:cubicBezTo>
                    <a:pt x="7573" y="10266"/>
                    <a:pt x="7973" y="5396"/>
                    <a:pt x="7273" y="1526"/>
                  </a:cubicBezTo>
                  <a:cubicBezTo>
                    <a:pt x="7065" y="397"/>
                    <a:pt x="6439" y="0"/>
                    <a:pt x="5663"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g13c0da3d8d0_0_135"/>
            <p:cNvSpPr/>
            <p:nvPr/>
          </p:nvSpPr>
          <p:spPr>
            <a:xfrm>
              <a:off x="3233325" y="4171625"/>
              <a:ext cx="623800" cy="1664075"/>
            </a:xfrm>
            <a:custGeom>
              <a:rect b="b" l="l" r="r" t="t"/>
              <a:pathLst>
                <a:path extrusionOk="0" h="66563" w="24952">
                  <a:moveTo>
                    <a:pt x="9909" y="1"/>
                  </a:moveTo>
                  <a:cubicBezTo>
                    <a:pt x="9072" y="1"/>
                    <a:pt x="8214" y="64"/>
                    <a:pt x="7339" y="206"/>
                  </a:cubicBezTo>
                  <a:cubicBezTo>
                    <a:pt x="5771" y="440"/>
                    <a:pt x="4203" y="740"/>
                    <a:pt x="3002" y="1907"/>
                  </a:cubicBezTo>
                  <a:cubicBezTo>
                    <a:pt x="0" y="4743"/>
                    <a:pt x="11975" y="55813"/>
                    <a:pt x="11808" y="59815"/>
                  </a:cubicBezTo>
                  <a:cubicBezTo>
                    <a:pt x="11696" y="62514"/>
                    <a:pt x="16830" y="66563"/>
                    <a:pt x="20402" y="66563"/>
                  </a:cubicBezTo>
                  <a:cubicBezTo>
                    <a:pt x="22128" y="66563"/>
                    <a:pt x="23489" y="65617"/>
                    <a:pt x="23717" y="63118"/>
                  </a:cubicBezTo>
                  <a:cubicBezTo>
                    <a:pt x="24951" y="49608"/>
                    <a:pt x="21215" y="3642"/>
                    <a:pt x="21215" y="3642"/>
                  </a:cubicBezTo>
                  <a:cubicBezTo>
                    <a:pt x="19211" y="2325"/>
                    <a:pt x="14971" y="1"/>
                    <a:pt x="9909"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g13c0da3d8d0_0_135"/>
            <p:cNvSpPr/>
            <p:nvPr/>
          </p:nvSpPr>
          <p:spPr>
            <a:xfrm>
              <a:off x="3509350" y="5461800"/>
              <a:ext cx="345275" cy="1340925"/>
            </a:xfrm>
            <a:custGeom>
              <a:rect b="b" l="l" r="r" t="t"/>
              <a:pathLst>
                <a:path extrusionOk="0" h="53637" w="13811">
                  <a:moveTo>
                    <a:pt x="7438" y="0"/>
                  </a:moveTo>
                  <a:cubicBezTo>
                    <a:pt x="5351" y="0"/>
                    <a:pt x="3049" y="876"/>
                    <a:pt x="2302" y="2171"/>
                  </a:cubicBezTo>
                  <a:cubicBezTo>
                    <a:pt x="734" y="4873"/>
                    <a:pt x="0" y="10977"/>
                    <a:pt x="234" y="17348"/>
                  </a:cubicBezTo>
                  <a:cubicBezTo>
                    <a:pt x="467" y="23720"/>
                    <a:pt x="5171" y="44268"/>
                    <a:pt x="5671" y="46736"/>
                  </a:cubicBezTo>
                  <a:cubicBezTo>
                    <a:pt x="6171" y="49238"/>
                    <a:pt x="5938" y="51539"/>
                    <a:pt x="7272" y="53041"/>
                  </a:cubicBezTo>
                  <a:cubicBezTo>
                    <a:pt x="7272" y="53041"/>
                    <a:pt x="8157" y="53636"/>
                    <a:pt x="9502" y="53636"/>
                  </a:cubicBezTo>
                  <a:cubicBezTo>
                    <a:pt x="10039" y="53636"/>
                    <a:pt x="10651" y="53541"/>
                    <a:pt x="11308" y="53274"/>
                  </a:cubicBezTo>
                  <a:cubicBezTo>
                    <a:pt x="13610" y="52373"/>
                    <a:pt x="12909" y="51373"/>
                    <a:pt x="12576" y="48170"/>
                  </a:cubicBezTo>
                  <a:cubicBezTo>
                    <a:pt x="11942" y="41666"/>
                    <a:pt x="13810" y="9142"/>
                    <a:pt x="11175" y="2071"/>
                  </a:cubicBezTo>
                  <a:cubicBezTo>
                    <a:pt x="10751" y="603"/>
                    <a:pt x="9169" y="0"/>
                    <a:pt x="7438"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g13c0da3d8d0_0_135"/>
            <p:cNvSpPr/>
            <p:nvPr/>
          </p:nvSpPr>
          <p:spPr>
            <a:xfrm>
              <a:off x="3631925" y="6679300"/>
              <a:ext cx="334425" cy="494975"/>
            </a:xfrm>
            <a:custGeom>
              <a:rect b="b" l="l" r="r" t="t"/>
              <a:pathLst>
                <a:path extrusionOk="0" h="19799" w="13377">
                  <a:moveTo>
                    <a:pt x="4306" y="1"/>
                  </a:moveTo>
                  <a:cubicBezTo>
                    <a:pt x="4053" y="1"/>
                    <a:pt x="3797" y="35"/>
                    <a:pt x="3537" y="104"/>
                  </a:cubicBezTo>
                  <a:cubicBezTo>
                    <a:pt x="868" y="871"/>
                    <a:pt x="1" y="5875"/>
                    <a:pt x="1502" y="11312"/>
                  </a:cubicBezTo>
                  <a:cubicBezTo>
                    <a:pt x="2940" y="16375"/>
                    <a:pt x="5958" y="19799"/>
                    <a:pt x="8528" y="19799"/>
                  </a:cubicBezTo>
                  <a:cubicBezTo>
                    <a:pt x="8701" y="19799"/>
                    <a:pt x="8872" y="19783"/>
                    <a:pt x="9041" y="19752"/>
                  </a:cubicBezTo>
                  <a:cubicBezTo>
                    <a:pt x="13377" y="18918"/>
                    <a:pt x="11509" y="13147"/>
                    <a:pt x="10008" y="7710"/>
                  </a:cubicBezTo>
                  <a:cubicBezTo>
                    <a:pt x="8595" y="2839"/>
                    <a:pt x="6613" y="1"/>
                    <a:pt x="4306" y="1"/>
                  </a:cubicBezTo>
                  <a:close/>
                </a:path>
              </a:pathLst>
            </a:custGeom>
            <a:solidFill>
              <a:srgbClr val="38190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g13c0da3d8d0_0_135"/>
            <p:cNvSpPr/>
            <p:nvPr/>
          </p:nvSpPr>
          <p:spPr>
            <a:xfrm>
              <a:off x="3658625" y="6660225"/>
              <a:ext cx="235000" cy="361425"/>
            </a:xfrm>
            <a:custGeom>
              <a:rect b="b" l="l" r="r" t="t"/>
              <a:pathLst>
                <a:path extrusionOk="0" h="14457" w="9400">
                  <a:moveTo>
                    <a:pt x="2169" y="1"/>
                  </a:moveTo>
                  <a:cubicBezTo>
                    <a:pt x="1180" y="1"/>
                    <a:pt x="402" y="474"/>
                    <a:pt x="300" y="1901"/>
                  </a:cubicBezTo>
                  <a:cubicBezTo>
                    <a:pt x="0" y="6104"/>
                    <a:pt x="1034" y="11241"/>
                    <a:pt x="1701" y="12342"/>
                  </a:cubicBezTo>
                  <a:cubicBezTo>
                    <a:pt x="2618" y="13822"/>
                    <a:pt x="4159" y="14456"/>
                    <a:pt x="5608" y="14456"/>
                  </a:cubicBezTo>
                  <a:cubicBezTo>
                    <a:pt x="7590" y="14456"/>
                    <a:pt x="9399" y="13271"/>
                    <a:pt x="9207" y="11441"/>
                  </a:cubicBezTo>
                  <a:cubicBezTo>
                    <a:pt x="9040" y="9940"/>
                    <a:pt x="7339" y="5571"/>
                    <a:pt x="6872" y="1835"/>
                  </a:cubicBezTo>
                  <a:cubicBezTo>
                    <a:pt x="6872" y="1835"/>
                    <a:pt x="4114" y="1"/>
                    <a:pt x="2169"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g13c0da3d8d0_0_135"/>
            <p:cNvSpPr/>
            <p:nvPr/>
          </p:nvSpPr>
          <p:spPr>
            <a:xfrm>
              <a:off x="3508500" y="2182050"/>
              <a:ext cx="121800" cy="122200"/>
            </a:xfrm>
            <a:custGeom>
              <a:rect b="b" l="l" r="r" t="t"/>
              <a:pathLst>
                <a:path extrusionOk="0" h="4888" w="4872">
                  <a:moveTo>
                    <a:pt x="1398" y="1"/>
                  </a:moveTo>
                  <a:cubicBezTo>
                    <a:pt x="1300" y="1"/>
                    <a:pt x="1201" y="32"/>
                    <a:pt x="1102" y="99"/>
                  </a:cubicBezTo>
                  <a:cubicBezTo>
                    <a:pt x="134" y="666"/>
                    <a:pt x="1" y="2167"/>
                    <a:pt x="801" y="3434"/>
                  </a:cubicBezTo>
                  <a:cubicBezTo>
                    <a:pt x="1327" y="4366"/>
                    <a:pt x="2212" y="4887"/>
                    <a:pt x="3028" y="4887"/>
                  </a:cubicBezTo>
                  <a:cubicBezTo>
                    <a:pt x="3351" y="4887"/>
                    <a:pt x="3663" y="4806"/>
                    <a:pt x="3937" y="4635"/>
                  </a:cubicBezTo>
                  <a:cubicBezTo>
                    <a:pt x="4871" y="4068"/>
                    <a:pt x="4537" y="4569"/>
                    <a:pt x="3770" y="3301"/>
                  </a:cubicBezTo>
                  <a:cubicBezTo>
                    <a:pt x="3054" y="2198"/>
                    <a:pt x="2232" y="1"/>
                    <a:pt x="1398"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g13c0da3d8d0_0_135"/>
            <p:cNvSpPr/>
            <p:nvPr/>
          </p:nvSpPr>
          <p:spPr>
            <a:xfrm>
              <a:off x="3934650" y="2163375"/>
              <a:ext cx="119275" cy="129300"/>
            </a:xfrm>
            <a:custGeom>
              <a:rect b="b" l="l" r="r" t="t"/>
              <a:pathLst>
                <a:path extrusionOk="0" h="5172" w="4771">
                  <a:moveTo>
                    <a:pt x="2073" y="1"/>
                  </a:moveTo>
                  <a:cubicBezTo>
                    <a:pt x="1752" y="1"/>
                    <a:pt x="1422" y="55"/>
                    <a:pt x="1135" y="212"/>
                  </a:cubicBezTo>
                  <a:cubicBezTo>
                    <a:pt x="768" y="479"/>
                    <a:pt x="501" y="912"/>
                    <a:pt x="434" y="1346"/>
                  </a:cubicBezTo>
                  <a:cubicBezTo>
                    <a:pt x="134" y="2414"/>
                    <a:pt x="0" y="4415"/>
                    <a:pt x="968" y="4982"/>
                  </a:cubicBezTo>
                  <a:cubicBezTo>
                    <a:pt x="1209" y="5111"/>
                    <a:pt x="1471" y="5171"/>
                    <a:pt x="1741" y="5171"/>
                  </a:cubicBezTo>
                  <a:cubicBezTo>
                    <a:pt x="2591" y="5171"/>
                    <a:pt x="3513" y="4568"/>
                    <a:pt x="4070" y="3581"/>
                  </a:cubicBezTo>
                  <a:cubicBezTo>
                    <a:pt x="4770" y="2313"/>
                    <a:pt x="4570" y="812"/>
                    <a:pt x="3570" y="245"/>
                  </a:cubicBezTo>
                  <a:cubicBezTo>
                    <a:pt x="3169" y="45"/>
                    <a:pt x="2769" y="79"/>
                    <a:pt x="2335" y="12"/>
                  </a:cubicBezTo>
                  <a:cubicBezTo>
                    <a:pt x="2249" y="5"/>
                    <a:pt x="2162" y="1"/>
                    <a:pt x="2073"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g13c0da3d8d0_0_135"/>
            <p:cNvSpPr/>
            <p:nvPr/>
          </p:nvSpPr>
          <p:spPr>
            <a:xfrm>
              <a:off x="3691150" y="2564725"/>
              <a:ext cx="180975" cy="91825"/>
            </a:xfrm>
            <a:custGeom>
              <a:rect b="b" l="l" r="r" t="t"/>
              <a:pathLst>
                <a:path extrusionOk="0" h="3673" w="7239">
                  <a:moveTo>
                    <a:pt x="3837" y="1"/>
                  </a:moveTo>
                  <a:cubicBezTo>
                    <a:pt x="3770" y="1"/>
                    <a:pt x="3703" y="1"/>
                    <a:pt x="3636" y="3"/>
                  </a:cubicBezTo>
                  <a:cubicBezTo>
                    <a:pt x="1568" y="103"/>
                    <a:pt x="0" y="670"/>
                    <a:pt x="33" y="1304"/>
                  </a:cubicBezTo>
                  <a:cubicBezTo>
                    <a:pt x="33" y="1964"/>
                    <a:pt x="1670" y="3672"/>
                    <a:pt x="3646" y="3672"/>
                  </a:cubicBezTo>
                  <a:cubicBezTo>
                    <a:pt x="3665" y="3672"/>
                    <a:pt x="3684" y="3672"/>
                    <a:pt x="3703" y="3672"/>
                  </a:cubicBezTo>
                  <a:cubicBezTo>
                    <a:pt x="5704" y="3639"/>
                    <a:pt x="7239" y="1771"/>
                    <a:pt x="7239" y="1103"/>
                  </a:cubicBezTo>
                  <a:cubicBezTo>
                    <a:pt x="7239" y="459"/>
                    <a:pt x="5743" y="1"/>
                    <a:pt x="3837"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g13c0da3d8d0_0_135"/>
            <p:cNvSpPr/>
            <p:nvPr/>
          </p:nvSpPr>
          <p:spPr>
            <a:xfrm>
              <a:off x="3696150" y="2454700"/>
              <a:ext cx="161800" cy="148475"/>
            </a:xfrm>
            <a:custGeom>
              <a:rect b="b" l="l" r="r" t="t"/>
              <a:pathLst>
                <a:path extrusionOk="0" h="5939" w="6472">
                  <a:moveTo>
                    <a:pt x="6305" y="0"/>
                  </a:moveTo>
                  <a:lnTo>
                    <a:pt x="0" y="167"/>
                  </a:lnTo>
                  <a:lnTo>
                    <a:pt x="167" y="5938"/>
                  </a:lnTo>
                  <a:lnTo>
                    <a:pt x="6472" y="5938"/>
                  </a:lnTo>
                  <a:lnTo>
                    <a:pt x="6305" y="0"/>
                  </a:ln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g13c0da3d8d0_0_135"/>
            <p:cNvSpPr/>
            <p:nvPr/>
          </p:nvSpPr>
          <p:spPr>
            <a:xfrm>
              <a:off x="3695300" y="2429675"/>
              <a:ext cx="160150" cy="114275"/>
            </a:xfrm>
            <a:custGeom>
              <a:rect b="b" l="l" r="r" t="t"/>
              <a:pathLst>
                <a:path extrusionOk="0" h="4571" w="6406">
                  <a:moveTo>
                    <a:pt x="6305" y="1"/>
                  </a:moveTo>
                  <a:lnTo>
                    <a:pt x="1" y="168"/>
                  </a:lnTo>
                  <a:lnTo>
                    <a:pt x="68" y="3103"/>
                  </a:lnTo>
                  <a:cubicBezTo>
                    <a:pt x="2136" y="4004"/>
                    <a:pt x="4237" y="4537"/>
                    <a:pt x="6405" y="4571"/>
                  </a:cubicBezTo>
                  <a:lnTo>
                    <a:pt x="6305" y="1"/>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g13c0da3d8d0_0_135"/>
            <p:cNvSpPr/>
            <p:nvPr/>
          </p:nvSpPr>
          <p:spPr>
            <a:xfrm>
              <a:off x="3556875" y="1930150"/>
              <a:ext cx="451175" cy="556350"/>
            </a:xfrm>
            <a:custGeom>
              <a:rect b="b" l="l" r="r" t="t"/>
              <a:pathLst>
                <a:path extrusionOk="0" h="22254" w="18047">
                  <a:moveTo>
                    <a:pt x="8506" y="1"/>
                  </a:moveTo>
                  <a:cubicBezTo>
                    <a:pt x="8469" y="1"/>
                    <a:pt x="8435" y="1"/>
                    <a:pt x="8407" y="1"/>
                  </a:cubicBezTo>
                  <a:cubicBezTo>
                    <a:pt x="1" y="4037"/>
                    <a:pt x="201" y="9708"/>
                    <a:pt x="267" y="11709"/>
                  </a:cubicBezTo>
                  <a:cubicBezTo>
                    <a:pt x="334" y="13477"/>
                    <a:pt x="401" y="15679"/>
                    <a:pt x="1869" y="17914"/>
                  </a:cubicBezTo>
                  <a:cubicBezTo>
                    <a:pt x="2360" y="18700"/>
                    <a:pt x="4814" y="22254"/>
                    <a:pt x="8852" y="22254"/>
                  </a:cubicBezTo>
                  <a:cubicBezTo>
                    <a:pt x="8926" y="22254"/>
                    <a:pt x="8999" y="22252"/>
                    <a:pt x="9074" y="22250"/>
                  </a:cubicBezTo>
                  <a:cubicBezTo>
                    <a:pt x="12510" y="22183"/>
                    <a:pt x="14611" y="19648"/>
                    <a:pt x="15011" y="19181"/>
                  </a:cubicBezTo>
                  <a:cubicBezTo>
                    <a:pt x="16379" y="17513"/>
                    <a:pt x="16713" y="15845"/>
                    <a:pt x="17246" y="12877"/>
                  </a:cubicBezTo>
                  <a:cubicBezTo>
                    <a:pt x="17747" y="10041"/>
                    <a:pt x="18047" y="8574"/>
                    <a:pt x="17446" y="6672"/>
                  </a:cubicBezTo>
                  <a:cubicBezTo>
                    <a:pt x="16379" y="3036"/>
                    <a:pt x="13377" y="1335"/>
                    <a:pt x="13010" y="1135"/>
                  </a:cubicBezTo>
                  <a:cubicBezTo>
                    <a:pt x="11022" y="31"/>
                    <a:pt x="9153" y="1"/>
                    <a:pt x="8506"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g13c0da3d8d0_0_135"/>
            <p:cNvSpPr/>
            <p:nvPr/>
          </p:nvSpPr>
          <p:spPr>
            <a:xfrm>
              <a:off x="3757025" y="2353000"/>
              <a:ext cx="66725" cy="28350"/>
            </a:xfrm>
            <a:custGeom>
              <a:rect b="b" l="l" r="r" t="t"/>
              <a:pathLst>
                <a:path extrusionOk="0" h="1134" w="2669">
                  <a:moveTo>
                    <a:pt x="2387" y="0"/>
                  </a:moveTo>
                  <a:cubicBezTo>
                    <a:pt x="2208" y="0"/>
                    <a:pt x="1881" y="109"/>
                    <a:pt x="1335" y="132"/>
                  </a:cubicBezTo>
                  <a:cubicBezTo>
                    <a:pt x="757" y="108"/>
                    <a:pt x="422" y="15"/>
                    <a:pt x="243" y="15"/>
                  </a:cubicBezTo>
                  <a:cubicBezTo>
                    <a:pt x="174" y="15"/>
                    <a:pt x="128" y="29"/>
                    <a:pt x="100" y="66"/>
                  </a:cubicBezTo>
                  <a:cubicBezTo>
                    <a:pt x="0" y="266"/>
                    <a:pt x="567" y="1133"/>
                    <a:pt x="1335" y="1133"/>
                  </a:cubicBezTo>
                  <a:cubicBezTo>
                    <a:pt x="2068" y="1133"/>
                    <a:pt x="2669" y="266"/>
                    <a:pt x="2535" y="66"/>
                  </a:cubicBezTo>
                  <a:cubicBezTo>
                    <a:pt x="2507" y="18"/>
                    <a:pt x="2459" y="0"/>
                    <a:pt x="2387"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g13c0da3d8d0_0_135"/>
            <p:cNvSpPr/>
            <p:nvPr/>
          </p:nvSpPr>
          <p:spPr>
            <a:xfrm>
              <a:off x="3773700" y="2233700"/>
              <a:ext cx="27550" cy="56750"/>
            </a:xfrm>
            <a:custGeom>
              <a:rect b="b" l="l" r="r" t="t"/>
              <a:pathLst>
                <a:path extrusionOk="0" fill="none" h="2270" w="1102">
                  <a:moveTo>
                    <a:pt x="167" y="1"/>
                  </a:moveTo>
                  <a:cubicBezTo>
                    <a:pt x="167" y="234"/>
                    <a:pt x="67" y="601"/>
                    <a:pt x="167" y="868"/>
                  </a:cubicBezTo>
                  <a:cubicBezTo>
                    <a:pt x="234" y="1102"/>
                    <a:pt x="401" y="1035"/>
                    <a:pt x="701" y="1035"/>
                  </a:cubicBezTo>
                  <a:cubicBezTo>
                    <a:pt x="768" y="1035"/>
                    <a:pt x="834" y="1035"/>
                    <a:pt x="901" y="1068"/>
                  </a:cubicBezTo>
                  <a:cubicBezTo>
                    <a:pt x="1101" y="1235"/>
                    <a:pt x="901" y="1702"/>
                    <a:pt x="768" y="1869"/>
                  </a:cubicBezTo>
                  <a:cubicBezTo>
                    <a:pt x="601" y="2102"/>
                    <a:pt x="267" y="2269"/>
                    <a:pt x="0" y="2236"/>
                  </a:cubicBezTo>
                </a:path>
              </a:pathLst>
            </a:custGeom>
            <a:noFill/>
            <a:ln cap="rnd" cmpd="sng" w="108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g13c0da3d8d0_0_135"/>
            <p:cNvSpPr/>
            <p:nvPr/>
          </p:nvSpPr>
          <p:spPr>
            <a:xfrm>
              <a:off x="3645275" y="2222875"/>
              <a:ext cx="46725" cy="23375"/>
            </a:xfrm>
            <a:custGeom>
              <a:rect b="b" l="l" r="r" t="t"/>
              <a:pathLst>
                <a:path extrusionOk="0" fill="none" h="935" w="1869">
                  <a:moveTo>
                    <a:pt x="1735" y="934"/>
                  </a:moveTo>
                  <a:cubicBezTo>
                    <a:pt x="1868" y="534"/>
                    <a:pt x="1602" y="100"/>
                    <a:pt x="1201" y="34"/>
                  </a:cubicBezTo>
                  <a:cubicBezTo>
                    <a:pt x="834" y="0"/>
                    <a:pt x="434" y="367"/>
                    <a:pt x="501" y="801"/>
                  </a:cubicBezTo>
                  <a:cubicBezTo>
                    <a:pt x="367" y="701"/>
                    <a:pt x="134" y="767"/>
                    <a:pt x="0" y="667"/>
                  </a:cubicBezTo>
                </a:path>
              </a:pathLst>
            </a:custGeom>
            <a:noFill/>
            <a:ln cap="rnd" cmpd="sng" w="108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g13c0da3d8d0_0_135"/>
            <p:cNvSpPr/>
            <p:nvPr/>
          </p:nvSpPr>
          <p:spPr>
            <a:xfrm>
              <a:off x="3859600" y="2222875"/>
              <a:ext cx="46725" cy="23375"/>
            </a:xfrm>
            <a:custGeom>
              <a:rect b="b" l="l" r="r" t="t"/>
              <a:pathLst>
                <a:path extrusionOk="0" fill="none" h="935" w="1869">
                  <a:moveTo>
                    <a:pt x="134" y="934"/>
                  </a:moveTo>
                  <a:cubicBezTo>
                    <a:pt x="0" y="534"/>
                    <a:pt x="267" y="100"/>
                    <a:pt x="667" y="34"/>
                  </a:cubicBezTo>
                  <a:cubicBezTo>
                    <a:pt x="1034" y="0"/>
                    <a:pt x="1435" y="367"/>
                    <a:pt x="1368" y="801"/>
                  </a:cubicBezTo>
                  <a:cubicBezTo>
                    <a:pt x="1501" y="701"/>
                    <a:pt x="1768" y="767"/>
                    <a:pt x="1868" y="667"/>
                  </a:cubicBezTo>
                </a:path>
              </a:pathLst>
            </a:custGeom>
            <a:noFill/>
            <a:ln cap="rnd" cmpd="sng" w="108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g13c0da3d8d0_0_135"/>
            <p:cNvSpPr/>
            <p:nvPr/>
          </p:nvSpPr>
          <p:spPr>
            <a:xfrm>
              <a:off x="3549375" y="2230375"/>
              <a:ext cx="15875" cy="38375"/>
            </a:xfrm>
            <a:custGeom>
              <a:rect b="b" l="l" r="r" t="t"/>
              <a:pathLst>
                <a:path extrusionOk="0" fill="none" h="1535" w="635">
                  <a:moveTo>
                    <a:pt x="234" y="0"/>
                  </a:moveTo>
                  <a:cubicBezTo>
                    <a:pt x="501" y="501"/>
                    <a:pt x="634" y="1001"/>
                    <a:pt x="634" y="1535"/>
                  </a:cubicBezTo>
                  <a:cubicBezTo>
                    <a:pt x="567" y="1201"/>
                    <a:pt x="301" y="934"/>
                    <a:pt x="0" y="901"/>
                  </a:cubicBezTo>
                  <a:lnTo>
                    <a:pt x="0" y="1068"/>
                  </a:lnTo>
                </a:path>
              </a:pathLst>
            </a:custGeom>
            <a:noFill/>
            <a:ln cap="rnd" cmpd="sng" w="108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g13c0da3d8d0_0_135"/>
            <p:cNvSpPr/>
            <p:nvPr/>
          </p:nvSpPr>
          <p:spPr>
            <a:xfrm>
              <a:off x="3992200" y="2230375"/>
              <a:ext cx="15850" cy="38375"/>
            </a:xfrm>
            <a:custGeom>
              <a:rect b="b" l="l" r="r" t="t"/>
              <a:pathLst>
                <a:path extrusionOk="0" fill="none" h="1535" w="634">
                  <a:moveTo>
                    <a:pt x="367" y="0"/>
                  </a:moveTo>
                  <a:cubicBezTo>
                    <a:pt x="133" y="501"/>
                    <a:pt x="0" y="1001"/>
                    <a:pt x="0" y="1535"/>
                  </a:cubicBezTo>
                  <a:cubicBezTo>
                    <a:pt x="33" y="1201"/>
                    <a:pt x="334" y="934"/>
                    <a:pt x="634" y="901"/>
                  </a:cubicBezTo>
                  <a:lnTo>
                    <a:pt x="634" y="1068"/>
                  </a:lnTo>
                </a:path>
              </a:pathLst>
            </a:custGeom>
            <a:noFill/>
            <a:ln cap="rnd" cmpd="sng" w="108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g13c0da3d8d0_0_135"/>
            <p:cNvSpPr/>
            <p:nvPr/>
          </p:nvSpPr>
          <p:spPr>
            <a:xfrm>
              <a:off x="3484325" y="1808100"/>
              <a:ext cx="447850" cy="413950"/>
            </a:xfrm>
            <a:custGeom>
              <a:rect b="b" l="l" r="r" t="t"/>
              <a:pathLst>
                <a:path extrusionOk="0" h="16558" w="17914">
                  <a:moveTo>
                    <a:pt x="13144" y="0"/>
                  </a:moveTo>
                  <a:cubicBezTo>
                    <a:pt x="10017" y="0"/>
                    <a:pt x="5930" y="1508"/>
                    <a:pt x="3670" y="4616"/>
                  </a:cubicBezTo>
                  <a:cubicBezTo>
                    <a:pt x="1" y="9620"/>
                    <a:pt x="2569" y="16558"/>
                    <a:pt x="3136" y="16558"/>
                  </a:cubicBezTo>
                  <a:cubicBezTo>
                    <a:pt x="3636" y="16558"/>
                    <a:pt x="2636" y="11955"/>
                    <a:pt x="5404" y="9453"/>
                  </a:cubicBezTo>
                  <a:cubicBezTo>
                    <a:pt x="6809" y="8163"/>
                    <a:pt x="8578" y="8006"/>
                    <a:pt x="10339" y="8006"/>
                  </a:cubicBezTo>
                  <a:cubicBezTo>
                    <a:pt x="10903" y="8006"/>
                    <a:pt x="11467" y="8022"/>
                    <a:pt x="12018" y="8022"/>
                  </a:cubicBezTo>
                  <a:cubicBezTo>
                    <a:pt x="13747" y="8022"/>
                    <a:pt x="15349" y="7863"/>
                    <a:pt x="16446" y="6551"/>
                  </a:cubicBezTo>
                  <a:cubicBezTo>
                    <a:pt x="17680" y="5050"/>
                    <a:pt x="17913" y="2548"/>
                    <a:pt x="16913" y="1280"/>
                  </a:cubicBezTo>
                  <a:cubicBezTo>
                    <a:pt x="16215" y="432"/>
                    <a:pt x="14817" y="0"/>
                    <a:pt x="13144" y="0"/>
                  </a:cubicBezTo>
                  <a:close/>
                </a:path>
              </a:pathLst>
            </a:custGeom>
            <a:solidFill>
              <a:srgbClr val="83C1F7"/>
            </a:solidFill>
            <a:ln cap="flat" cmpd="sng" w="9525">
              <a:solidFill>
                <a:srgbClr val="83C1F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g13c0da3d8d0_0_135"/>
            <p:cNvSpPr/>
            <p:nvPr/>
          </p:nvSpPr>
          <p:spPr>
            <a:xfrm>
              <a:off x="3432625" y="1708325"/>
              <a:ext cx="338600" cy="220200"/>
            </a:xfrm>
            <a:custGeom>
              <a:rect b="b" l="l" r="r" t="t"/>
              <a:pathLst>
                <a:path extrusionOk="0" h="8808" w="13544">
                  <a:moveTo>
                    <a:pt x="8807" y="1"/>
                  </a:moveTo>
                  <a:cubicBezTo>
                    <a:pt x="2669" y="1"/>
                    <a:pt x="0" y="7339"/>
                    <a:pt x="7506" y="8807"/>
                  </a:cubicBezTo>
                  <a:lnTo>
                    <a:pt x="10641" y="6005"/>
                  </a:lnTo>
                  <a:cubicBezTo>
                    <a:pt x="13543" y="3003"/>
                    <a:pt x="12343" y="34"/>
                    <a:pt x="8807" y="1"/>
                  </a:cubicBezTo>
                  <a:close/>
                </a:path>
              </a:pathLst>
            </a:custGeom>
            <a:solidFill>
              <a:srgbClr val="83C1F7"/>
            </a:solidFill>
            <a:ln cap="flat" cmpd="sng" w="9525">
              <a:solidFill>
                <a:srgbClr val="83C1F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g13c0da3d8d0_0_135"/>
            <p:cNvSpPr/>
            <p:nvPr/>
          </p:nvSpPr>
          <p:spPr>
            <a:xfrm>
              <a:off x="3895450" y="1862075"/>
              <a:ext cx="159875" cy="365875"/>
            </a:xfrm>
            <a:custGeom>
              <a:rect b="b" l="l" r="r" t="t"/>
              <a:pathLst>
                <a:path extrusionOk="0" h="14635" w="6395">
                  <a:moveTo>
                    <a:pt x="1543" y="0"/>
                  </a:moveTo>
                  <a:cubicBezTo>
                    <a:pt x="1492" y="0"/>
                    <a:pt x="1445" y="7"/>
                    <a:pt x="1402" y="22"/>
                  </a:cubicBezTo>
                  <a:cubicBezTo>
                    <a:pt x="1201" y="89"/>
                    <a:pt x="1001" y="889"/>
                    <a:pt x="501" y="2524"/>
                  </a:cubicBezTo>
                  <a:cubicBezTo>
                    <a:pt x="1" y="4125"/>
                    <a:pt x="34" y="4292"/>
                    <a:pt x="34" y="4425"/>
                  </a:cubicBezTo>
                  <a:cubicBezTo>
                    <a:pt x="167" y="5626"/>
                    <a:pt x="1302" y="5759"/>
                    <a:pt x="2369" y="7294"/>
                  </a:cubicBezTo>
                  <a:cubicBezTo>
                    <a:pt x="3403" y="8761"/>
                    <a:pt x="3570" y="10429"/>
                    <a:pt x="3703" y="11630"/>
                  </a:cubicBezTo>
                  <a:cubicBezTo>
                    <a:pt x="3870" y="13565"/>
                    <a:pt x="3503" y="14599"/>
                    <a:pt x="3670" y="14632"/>
                  </a:cubicBezTo>
                  <a:cubicBezTo>
                    <a:pt x="3673" y="14633"/>
                    <a:pt x="3677" y="14634"/>
                    <a:pt x="3681" y="14634"/>
                  </a:cubicBezTo>
                  <a:cubicBezTo>
                    <a:pt x="4027" y="14634"/>
                    <a:pt x="6395" y="10510"/>
                    <a:pt x="5505" y="6093"/>
                  </a:cubicBezTo>
                  <a:cubicBezTo>
                    <a:pt x="4774" y="2760"/>
                    <a:pt x="2534" y="0"/>
                    <a:pt x="1543" y="0"/>
                  </a:cubicBezTo>
                  <a:close/>
                </a:path>
              </a:pathLst>
            </a:custGeom>
            <a:solidFill>
              <a:srgbClr val="83C1F7"/>
            </a:solidFill>
            <a:ln cap="flat" cmpd="sng" w="9525">
              <a:solidFill>
                <a:srgbClr val="83C1F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3" name="Google Shape;993;g13c0da3d8d0_0_135"/>
            <p:cNvSpPr/>
            <p:nvPr/>
          </p:nvSpPr>
          <p:spPr>
            <a:xfrm>
              <a:off x="3871275" y="2166350"/>
              <a:ext cx="82325" cy="37975"/>
            </a:xfrm>
            <a:custGeom>
              <a:rect b="b" l="l" r="r" t="t"/>
              <a:pathLst>
                <a:path extrusionOk="0" h="1519" w="3293">
                  <a:moveTo>
                    <a:pt x="1064" y="1"/>
                  </a:moveTo>
                  <a:cubicBezTo>
                    <a:pt x="966" y="1"/>
                    <a:pt x="867" y="9"/>
                    <a:pt x="767" y="26"/>
                  </a:cubicBezTo>
                  <a:cubicBezTo>
                    <a:pt x="667" y="26"/>
                    <a:pt x="134" y="60"/>
                    <a:pt x="100" y="260"/>
                  </a:cubicBezTo>
                  <a:cubicBezTo>
                    <a:pt x="0" y="593"/>
                    <a:pt x="1368" y="1127"/>
                    <a:pt x="2369" y="1394"/>
                  </a:cubicBezTo>
                  <a:cubicBezTo>
                    <a:pt x="2672" y="1475"/>
                    <a:pt x="2889" y="1519"/>
                    <a:pt x="3021" y="1519"/>
                  </a:cubicBezTo>
                  <a:cubicBezTo>
                    <a:pt x="3107" y="1519"/>
                    <a:pt x="3156" y="1500"/>
                    <a:pt x="3169" y="1461"/>
                  </a:cubicBezTo>
                  <a:cubicBezTo>
                    <a:pt x="3293" y="1245"/>
                    <a:pt x="2274" y="1"/>
                    <a:pt x="1064" y="1"/>
                  </a:cubicBezTo>
                  <a:close/>
                </a:path>
              </a:pathLst>
            </a:custGeom>
            <a:solidFill>
              <a:srgbClr val="83C1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g13c0da3d8d0_0_135"/>
            <p:cNvSpPr/>
            <p:nvPr/>
          </p:nvSpPr>
          <p:spPr>
            <a:xfrm>
              <a:off x="3613575" y="2150325"/>
              <a:ext cx="81750" cy="42375"/>
            </a:xfrm>
            <a:custGeom>
              <a:rect b="b" l="l" r="r" t="t"/>
              <a:pathLst>
                <a:path extrusionOk="0" h="1695" w="3270">
                  <a:moveTo>
                    <a:pt x="2503" y="0"/>
                  </a:moveTo>
                  <a:cubicBezTo>
                    <a:pt x="1168" y="0"/>
                    <a:pt x="1" y="1434"/>
                    <a:pt x="168" y="1668"/>
                  </a:cubicBezTo>
                  <a:cubicBezTo>
                    <a:pt x="186" y="1686"/>
                    <a:pt x="215" y="1694"/>
                    <a:pt x="259" y="1694"/>
                  </a:cubicBezTo>
                  <a:cubicBezTo>
                    <a:pt x="379" y="1694"/>
                    <a:pt x="602" y="1632"/>
                    <a:pt x="968" y="1535"/>
                  </a:cubicBezTo>
                  <a:cubicBezTo>
                    <a:pt x="1936" y="1234"/>
                    <a:pt x="3270" y="601"/>
                    <a:pt x="3170" y="234"/>
                  </a:cubicBezTo>
                  <a:cubicBezTo>
                    <a:pt x="3136" y="33"/>
                    <a:pt x="2603" y="33"/>
                    <a:pt x="2503" y="0"/>
                  </a:cubicBezTo>
                  <a:close/>
                </a:path>
              </a:pathLst>
            </a:custGeom>
            <a:solidFill>
              <a:srgbClr val="83C1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g13c0da3d8d0_0_135"/>
            <p:cNvSpPr/>
            <p:nvPr/>
          </p:nvSpPr>
          <p:spPr>
            <a:xfrm>
              <a:off x="3195775" y="3949925"/>
              <a:ext cx="1150025" cy="1202100"/>
            </a:xfrm>
            <a:custGeom>
              <a:rect b="b" l="l" r="r" t="t"/>
              <a:pathLst>
                <a:path extrusionOk="0" h="48084" w="46001">
                  <a:moveTo>
                    <a:pt x="41797" y="1"/>
                  </a:moveTo>
                  <a:lnTo>
                    <a:pt x="5205" y="2670"/>
                  </a:lnTo>
                  <a:cubicBezTo>
                    <a:pt x="1" y="14078"/>
                    <a:pt x="1168" y="22617"/>
                    <a:pt x="6039" y="45167"/>
                  </a:cubicBezTo>
                  <a:cubicBezTo>
                    <a:pt x="6305" y="46267"/>
                    <a:pt x="7173" y="47101"/>
                    <a:pt x="8307" y="47201"/>
                  </a:cubicBezTo>
                  <a:cubicBezTo>
                    <a:pt x="12227" y="47710"/>
                    <a:pt x="16710" y="48084"/>
                    <a:pt x="21683" y="48084"/>
                  </a:cubicBezTo>
                  <a:cubicBezTo>
                    <a:pt x="23226" y="48084"/>
                    <a:pt x="24817" y="48048"/>
                    <a:pt x="26453" y="47969"/>
                  </a:cubicBezTo>
                  <a:cubicBezTo>
                    <a:pt x="32024" y="47668"/>
                    <a:pt x="37061" y="46968"/>
                    <a:pt x="41397" y="46101"/>
                  </a:cubicBezTo>
                  <a:cubicBezTo>
                    <a:pt x="42465" y="45867"/>
                    <a:pt x="43232" y="45100"/>
                    <a:pt x="43499" y="44066"/>
                  </a:cubicBezTo>
                  <a:cubicBezTo>
                    <a:pt x="44866" y="38128"/>
                    <a:pt x="46000" y="30056"/>
                    <a:pt x="45500" y="20616"/>
                  </a:cubicBezTo>
                  <a:cubicBezTo>
                    <a:pt x="45033" y="12310"/>
                    <a:pt x="43399" y="5305"/>
                    <a:pt x="41797" y="1"/>
                  </a:cubicBezTo>
                  <a:close/>
                </a:path>
              </a:pathLst>
            </a:custGeom>
            <a:solidFill>
              <a:srgbClr val="323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g13c0da3d8d0_0_135"/>
            <p:cNvSpPr/>
            <p:nvPr/>
          </p:nvSpPr>
          <p:spPr>
            <a:xfrm>
              <a:off x="3245000" y="4892275"/>
              <a:ext cx="1170850" cy="2420100"/>
            </a:xfrm>
            <a:custGeom>
              <a:rect b="b" l="l" r="r" t="t"/>
              <a:pathLst>
                <a:path extrusionOk="0" h="96804" w="46834">
                  <a:moveTo>
                    <a:pt x="0" y="1"/>
                  </a:moveTo>
                  <a:lnTo>
                    <a:pt x="0" y="96803"/>
                  </a:lnTo>
                  <a:lnTo>
                    <a:pt x="46833" y="96803"/>
                  </a:lnTo>
                  <a:lnTo>
                    <a:pt x="46833" y="1"/>
                  </a:ln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g13c0da3d8d0_0_135"/>
            <p:cNvSpPr/>
            <p:nvPr/>
          </p:nvSpPr>
          <p:spPr>
            <a:xfrm>
              <a:off x="3245000" y="4892275"/>
              <a:ext cx="1170850" cy="83425"/>
            </a:xfrm>
            <a:custGeom>
              <a:rect b="b" l="l" r="r" t="t"/>
              <a:pathLst>
                <a:path extrusionOk="0" h="3337" w="46834">
                  <a:moveTo>
                    <a:pt x="0" y="1"/>
                  </a:moveTo>
                  <a:lnTo>
                    <a:pt x="0" y="3336"/>
                  </a:lnTo>
                  <a:lnTo>
                    <a:pt x="46833" y="3336"/>
                  </a:lnTo>
                  <a:lnTo>
                    <a:pt x="46833" y="1"/>
                  </a:lnTo>
                  <a:close/>
                </a:path>
              </a:pathLst>
            </a:custGeom>
            <a:solidFill>
              <a:srgbClr val="6B22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g13c0da3d8d0_0_135"/>
            <p:cNvSpPr/>
            <p:nvPr/>
          </p:nvSpPr>
          <p:spPr>
            <a:xfrm>
              <a:off x="3538525" y="5151625"/>
              <a:ext cx="618800" cy="1914725"/>
            </a:xfrm>
            <a:custGeom>
              <a:rect b="b" l="l" r="r" t="t"/>
              <a:pathLst>
                <a:path extrusionOk="0" h="76589" w="24752">
                  <a:moveTo>
                    <a:pt x="1" y="1"/>
                  </a:moveTo>
                  <a:lnTo>
                    <a:pt x="1" y="76589"/>
                  </a:lnTo>
                  <a:lnTo>
                    <a:pt x="24752" y="76589"/>
                  </a:lnTo>
                  <a:lnTo>
                    <a:pt x="24752" y="1"/>
                  </a:lnTo>
                  <a:close/>
                </a:path>
              </a:pathLst>
            </a:custGeom>
            <a:solidFill>
              <a:srgbClr val="6B22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9" name="Google Shape;999;g13c0da3d8d0_0_135"/>
            <p:cNvSpPr/>
            <p:nvPr/>
          </p:nvSpPr>
          <p:spPr>
            <a:xfrm>
              <a:off x="3576050" y="5228350"/>
              <a:ext cx="544600" cy="1797150"/>
            </a:xfrm>
            <a:custGeom>
              <a:rect b="b" l="l" r="r" t="t"/>
              <a:pathLst>
                <a:path extrusionOk="0" h="71886" w="21784">
                  <a:moveTo>
                    <a:pt x="1" y="1"/>
                  </a:moveTo>
                  <a:lnTo>
                    <a:pt x="1" y="71885"/>
                  </a:lnTo>
                  <a:lnTo>
                    <a:pt x="21783" y="71885"/>
                  </a:lnTo>
                  <a:lnTo>
                    <a:pt x="21783" y="1"/>
                  </a:ln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g13c0da3d8d0_0_135"/>
            <p:cNvSpPr/>
            <p:nvPr/>
          </p:nvSpPr>
          <p:spPr>
            <a:xfrm>
              <a:off x="3462650" y="5058225"/>
              <a:ext cx="774750" cy="1984775"/>
            </a:xfrm>
            <a:custGeom>
              <a:rect b="b" l="l" r="r" t="t"/>
              <a:pathLst>
                <a:path extrusionOk="0" fill="none" h="79391" w="30990">
                  <a:moveTo>
                    <a:pt x="28988" y="79391"/>
                  </a:moveTo>
                  <a:lnTo>
                    <a:pt x="28988" y="4437"/>
                  </a:lnTo>
                  <a:lnTo>
                    <a:pt x="28988" y="1001"/>
                  </a:lnTo>
                  <a:cubicBezTo>
                    <a:pt x="29021" y="468"/>
                    <a:pt x="29455" y="1"/>
                    <a:pt x="29988" y="1"/>
                  </a:cubicBezTo>
                  <a:cubicBezTo>
                    <a:pt x="30522" y="1"/>
                    <a:pt x="30989" y="468"/>
                    <a:pt x="30989" y="1001"/>
                  </a:cubicBezTo>
                  <a:cubicBezTo>
                    <a:pt x="30989" y="1535"/>
                    <a:pt x="30522" y="2002"/>
                    <a:pt x="29988" y="2002"/>
                  </a:cubicBezTo>
                  <a:lnTo>
                    <a:pt x="25985" y="2002"/>
                  </a:lnTo>
                  <a:lnTo>
                    <a:pt x="5004" y="2002"/>
                  </a:lnTo>
                  <a:lnTo>
                    <a:pt x="1001" y="2002"/>
                  </a:lnTo>
                  <a:cubicBezTo>
                    <a:pt x="467" y="2035"/>
                    <a:pt x="0" y="1535"/>
                    <a:pt x="0" y="1001"/>
                  </a:cubicBezTo>
                  <a:cubicBezTo>
                    <a:pt x="0" y="468"/>
                    <a:pt x="467" y="1"/>
                    <a:pt x="1001" y="1"/>
                  </a:cubicBezTo>
                  <a:cubicBezTo>
                    <a:pt x="1535" y="1"/>
                    <a:pt x="1968" y="468"/>
                    <a:pt x="2002" y="1001"/>
                  </a:cubicBezTo>
                  <a:lnTo>
                    <a:pt x="2002" y="4437"/>
                  </a:lnTo>
                  <a:lnTo>
                    <a:pt x="2002" y="79091"/>
                  </a:lnTo>
                </a:path>
              </a:pathLst>
            </a:custGeom>
            <a:noFill/>
            <a:ln cap="rnd" cmpd="sng" w="141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g13c0da3d8d0_0_135"/>
            <p:cNvSpPr/>
            <p:nvPr/>
          </p:nvSpPr>
          <p:spPr>
            <a:xfrm>
              <a:off x="3461800" y="7035475"/>
              <a:ext cx="773075" cy="110950"/>
            </a:xfrm>
            <a:custGeom>
              <a:rect b="b" l="l" r="r" t="t"/>
              <a:pathLst>
                <a:path extrusionOk="0" fill="none" h="4438" w="30923">
                  <a:moveTo>
                    <a:pt x="2002" y="1"/>
                  </a:moveTo>
                  <a:lnTo>
                    <a:pt x="2002" y="3436"/>
                  </a:lnTo>
                  <a:cubicBezTo>
                    <a:pt x="1969" y="3970"/>
                    <a:pt x="1535" y="4437"/>
                    <a:pt x="1002" y="4437"/>
                  </a:cubicBezTo>
                  <a:cubicBezTo>
                    <a:pt x="435" y="4437"/>
                    <a:pt x="1" y="3970"/>
                    <a:pt x="1" y="3436"/>
                  </a:cubicBezTo>
                  <a:cubicBezTo>
                    <a:pt x="1" y="2903"/>
                    <a:pt x="435" y="2436"/>
                    <a:pt x="1002" y="2436"/>
                  </a:cubicBezTo>
                  <a:lnTo>
                    <a:pt x="5004" y="2436"/>
                  </a:lnTo>
                  <a:lnTo>
                    <a:pt x="25919" y="2436"/>
                  </a:lnTo>
                  <a:lnTo>
                    <a:pt x="29922" y="2436"/>
                  </a:lnTo>
                  <a:cubicBezTo>
                    <a:pt x="30489" y="2402"/>
                    <a:pt x="30923" y="2903"/>
                    <a:pt x="30923" y="3436"/>
                  </a:cubicBezTo>
                  <a:cubicBezTo>
                    <a:pt x="30923" y="3970"/>
                    <a:pt x="30456" y="4437"/>
                    <a:pt x="29922" y="4437"/>
                  </a:cubicBezTo>
                  <a:cubicBezTo>
                    <a:pt x="29389" y="4437"/>
                    <a:pt x="28955" y="3970"/>
                    <a:pt x="28922" y="3436"/>
                  </a:cubicBezTo>
                  <a:lnTo>
                    <a:pt x="28922" y="1"/>
                  </a:lnTo>
                </a:path>
              </a:pathLst>
            </a:custGeom>
            <a:noFill/>
            <a:ln cap="rnd" cmpd="sng" w="14175">
              <a:solidFill>
                <a:srgbClr val="38190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g13c0da3d8d0_0_135"/>
            <p:cNvSpPr/>
            <p:nvPr/>
          </p:nvSpPr>
          <p:spPr>
            <a:xfrm>
              <a:off x="3031500" y="4695475"/>
              <a:ext cx="1581150" cy="228525"/>
            </a:xfrm>
            <a:custGeom>
              <a:rect b="b" l="l" r="r" t="t"/>
              <a:pathLst>
                <a:path extrusionOk="0" h="9141" w="63246">
                  <a:moveTo>
                    <a:pt x="1" y="0"/>
                  </a:moveTo>
                  <a:lnTo>
                    <a:pt x="1" y="9140"/>
                  </a:lnTo>
                  <a:lnTo>
                    <a:pt x="63246" y="9140"/>
                  </a:lnTo>
                  <a:lnTo>
                    <a:pt x="63246" y="0"/>
                  </a:ln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g13c0da3d8d0_0_135"/>
            <p:cNvSpPr/>
            <p:nvPr/>
          </p:nvSpPr>
          <p:spPr>
            <a:xfrm>
              <a:off x="3031500" y="4695475"/>
              <a:ext cx="1581150" cy="83425"/>
            </a:xfrm>
            <a:custGeom>
              <a:rect b="b" l="l" r="r" t="t"/>
              <a:pathLst>
                <a:path extrusionOk="0" h="3337" w="63246">
                  <a:moveTo>
                    <a:pt x="1" y="0"/>
                  </a:moveTo>
                  <a:lnTo>
                    <a:pt x="1" y="3336"/>
                  </a:lnTo>
                  <a:lnTo>
                    <a:pt x="63246" y="3336"/>
                  </a:lnTo>
                  <a:lnTo>
                    <a:pt x="63246" y="0"/>
                  </a:lnTo>
                  <a:close/>
                </a:path>
              </a:pathLst>
            </a:custGeom>
            <a:solidFill>
              <a:srgbClr val="6B22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g13c0da3d8d0_0_135"/>
            <p:cNvSpPr/>
            <p:nvPr/>
          </p:nvSpPr>
          <p:spPr>
            <a:xfrm>
              <a:off x="2863050" y="4150075"/>
              <a:ext cx="1944750" cy="582950"/>
            </a:xfrm>
            <a:custGeom>
              <a:rect b="b" l="l" r="r" t="t"/>
              <a:pathLst>
                <a:path extrusionOk="0" h="23318" w="77790">
                  <a:moveTo>
                    <a:pt x="0" y="1"/>
                  </a:moveTo>
                  <a:lnTo>
                    <a:pt x="0" y="23317"/>
                  </a:lnTo>
                  <a:lnTo>
                    <a:pt x="77789" y="23317"/>
                  </a:lnTo>
                  <a:lnTo>
                    <a:pt x="77789" y="1"/>
                  </a:ln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g13c0da3d8d0_0_135"/>
            <p:cNvSpPr/>
            <p:nvPr/>
          </p:nvSpPr>
          <p:spPr>
            <a:xfrm>
              <a:off x="2863050" y="4150075"/>
              <a:ext cx="1944750" cy="36725"/>
            </a:xfrm>
            <a:custGeom>
              <a:rect b="b" l="l" r="r" t="t"/>
              <a:pathLst>
                <a:path extrusionOk="0" h="1469" w="77790">
                  <a:moveTo>
                    <a:pt x="0" y="1"/>
                  </a:moveTo>
                  <a:lnTo>
                    <a:pt x="0" y="1468"/>
                  </a:lnTo>
                  <a:lnTo>
                    <a:pt x="77789" y="1468"/>
                  </a:lnTo>
                  <a:lnTo>
                    <a:pt x="77789" y="1"/>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g13c0da3d8d0_0_135"/>
            <p:cNvSpPr/>
            <p:nvPr/>
          </p:nvSpPr>
          <p:spPr>
            <a:xfrm>
              <a:off x="3720325" y="3069775"/>
              <a:ext cx="935700" cy="356475"/>
            </a:xfrm>
            <a:custGeom>
              <a:rect b="b" l="l" r="r" t="t"/>
              <a:pathLst>
                <a:path extrusionOk="0" h="14259" w="37428">
                  <a:moveTo>
                    <a:pt x="2969" y="0"/>
                  </a:moveTo>
                  <a:cubicBezTo>
                    <a:pt x="2914" y="0"/>
                    <a:pt x="2858" y="4"/>
                    <a:pt x="2803" y="15"/>
                  </a:cubicBezTo>
                  <a:cubicBezTo>
                    <a:pt x="1235" y="82"/>
                    <a:pt x="1" y="1349"/>
                    <a:pt x="34" y="2884"/>
                  </a:cubicBezTo>
                  <a:cubicBezTo>
                    <a:pt x="67" y="4151"/>
                    <a:pt x="901" y="5185"/>
                    <a:pt x="2035" y="5519"/>
                  </a:cubicBezTo>
                  <a:lnTo>
                    <a:pt x="2069" y="5519"/>
                  </a:lnTo>
                  <a:lnTo>
                    <a:pt x="31390" y="13992"/>
                  </a:lnTo>
                  <a:cubicBezTo>
                    <a:pt x="31490" y="14025"/>
                    <a:pt x="31556" y="14025"/>
                    <a:pt x="31657" y="14058"/>
                  </a:cubicBezTo>
                  <a:lnTo>
                    <a:pt x="31723" y="14125"/>
                  </a:lnTo>
                  <a:cubicBezTo>
                    <a:pt x="32090" y="14192"/>
                    <a:pt x="32490" y="14259"/>
                    <a:pt x="32891" y="14259"/>
                  </a:cubicBezTo>
                  <a:cubicBezTo>
                    <a:pt x="35426" y="14192"/>
                    <a:pt x="37427" y="12090"/>
                    <a:pt x="37361" y="9589"/>
                  </a:cubicBezTo>
                  <a:cubicBezTo>
                    <a:pt x="37327" y="7354"/>
                    <a:pt x="35726" y="5586"/>
                    <a:pt x="33658" y="5185"/>
                  </a:cubicBezTo>
                  <a:lnTo>
                    <a:pt x="33558" y="5185"/>
                  </a:lnTo>
                  <a:lnTo>
                    <a:pt x="3303" y="15"/>
                  </a:lnTo>
                  <a:cubicBezTo>
                    <a:pt x="3192" y="15"/>
                    <a:pt x="3081" y="0"/>
                    <a:pt x="2969"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g13c0da3d8d0_0_135"/>
            <p:cNvSpPr/>
            <p:nvPr/>
          </p:nvSpPr>
          <p:spPr>
            <a:xfrm>
              <a:off x="3929650" y="3090150"/>
              <a:ext cx="734700" cy="346950"/>
            </a:xfrm>
            <a:custGeom>
              <a:rect b="b" l="l" r="r" t="t"/>
              <a:pathLst>
                <a:path extrusionOk="0" h="13878" w="29388">
                  <a:moveTo>
                    <a:pt x="1968" y="1"/>
                  </a:moveTo>
                  <a:cubicBezTo>
                    <a:pt x="1034" y="2269"/>
                    <a:pt x="434" y="4637"/>
                    <a:pt x="0" y="7006"/>
                  </a:cubicBezTo>
                  <a:lnTo>
                    <a:pt x="22883" y="13644"/>
                  </a:lnTo>
                  <a:cubicBezTo>
                    <a:pt x="22983" y="13677"/>
                    <a:pt x="23050" y="13677"/>
                    <a:pt x="23150" y="13710"/>
                  </a:cubicBezTo>
                  <a:lnTo>
                    <a:pt x="23684" y="13877"/>
                  </a:lnTo>
                  <a:lnTo>
                    <a:pt x="23684" y="13844"/>
                  </a:lnTo>
                  <a:cubicBezTo>
                    <a:pt x="23951" y="13877"/>
                    <a:pt x="24151" y="13877"/>
                    <a:pt x="24384" y="13877"/>
                  </a:cubicBezTo>
                  <a:lnTo>
                    <a:pt x="24484" y="13877"/>
                  </a:lnTo>
                  <a:cubicBezTo>
                    <a:pt x="27220" y="13844"/>
                    <a:pt x="29388" y="11542"/>
                    <a:pt x="29355" y="8807"/>
                  </a:cubicBezTo>
                  <a:cubicBezTo>
                    <a:pt x="29355" y="6539"/>
                    <a:pt x="27820" y="4637"/>
                    <a:pt x="25685" y="4037"/>
                  </a:cubicBezTo>
                  <a:lnTo>
                    <a:pt x="1968" y="1"/>
                  </a:lnTo>
                  <a:close/>
                </a:path>
              </a:pathLst>
            </a:custGeom>
            <a:solidFill>
              <a:srgbClr val="323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g13c0da3d8d0_0_135"/>
            <p:cNvSpPr/>
            <p:nvPr/>
          </p:nvSpPr>
          <p:spPr>
            <a:xfrm>
              <a:off x="4542575" y="3436225"/>
              <a:ext cx="25" cy="25"/>
            </a:xfrm>
            <a:custGeom>
              <a:rect b="b" l="l" r="r" t="t"/>
              <a:pathLst>
                <a:path extrusionOk="0" fill="none" h="1" w="1">
                  <a:moveTo>
                    <a:pt x="1" y="1"/>
                  </a:moveTo>
                  <a:close/>
                </a:path>
              </a:pathLst>
            </a:custGeom>
            <a:noFill/>
            <a:ln cap="rnd" cmpd="sng" w="10850">
              <a:solidFill>
                <a:srgbClr val="38190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9" name="Google Shape;1009;g13c0da3d8d0_0_135"/>
            <p:cNvSpPr/>
            <p:nvPr/>
          </p:nvSpPr>
          <p:spPr>
            <a:xfrm>
              <a:off x="3929650" y="3090150"/>
              <a:ext cx="642150" cy="259375"/>
            </a:xfrm>
            <a:custGeom>
              <a:rect b="b" l="l" r="r" t="t"/>
              <a:pathLst>
                <a:path extrusionOk="0" fill="none" h="10375" w="25686">
                  <a:moveTo>
                    <a:pt x="25685" y="4037"/>
                  </a:moveTo>
                  <a:lnTo>
                    <a:pt x="25685" y="4037"/>
                  </a:lnTo>
                  <a:lnTo>
                    <a:pt x="1968" y="1"/>
                  </a:lnTo>
                  <a:cubicBezTo>
                    <a:pt x="1034" y="2269"/>
                    <a:pt x="434" y="4637"/>
                    <a:pt x="0" y="7006"/>
                  </a:cubicBezTo>
                  <a:lnTo>
                    <a:pt x="11709" y="10375"/>
                  </a:lnTo>
                </a:path>
              </a:pathLst>
            </a:custGeom>
            <a:noFill/>
            <a:ln cap="rnd" cmpd="sng" w="108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0" name="Google Shape;1010;g13c0da3d8d0_0_135"/>
            <p:cNvSpPr/>
            <p:nvPr/>
          </p:nvSpPr>
          <p:spPr>
            <a:xfrm>
              <a:off x="3788700" y="3528800"/>
              <a:ext cx="587950" cy="615475"/>
            </a:xfrm>
            <a:custGeom>
              <a:rect b="b" l="l" r="r" t="t"/>
              <a:pathLst>
                <a:path extrusionOk="0" fill="none" h="24619" w="23518">
                  <a:moveTo>
                    <a:pt x="1" y="1"/>
                  </a:moveTo>
                  <a:cubicBezTo>
                    <a:pt x="1" y="1"/>
                    <a:pt x="435" y="11342"/>
                    <a:pt x="2469" y="18247"/>
                  </a:cubicBezTo>
                  <a:cubicBezTo>
                    <a:pt x="3570" y="21850"/>
                    <a:pt x="7073" y="23684"/>
                    <a:pt x="10809" y="23651"/>
                  </a:cubicBezTo>
                  <a:cubicBezTo>
                    <a:pt x="12176" y="23651"/>
                    <a:pt x="13511" y="24618"/>
                    <a:pt x="23518" y="16846"/>
                  </a:cubicBezTo>
                </a:path>
              </a:pathLst>
            </a:custGeom>
            <a:noFill/>
            <a:ln cap="rnd" cmpd="sng" w="108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g13c0da3d8d0_0_135"/>
            <p:cNvSpPr/>
            <p:nvPr/>
          </p:nvSpPr>
          <p:spPr>
            <a:xfrm>
              <a:off x="3240825" y="3528800"/>
              <a:ext cx="547900" cy="603800"/>
            </a:xfrm>
            <a:custGeom>
              <a:rect b="b" l="l" r="r" t="t"/>
              <a:pathLst>
                <a:path extrusionOk="0" fill="none" h="24152" w="21916">
                  <a:moveTo>
                    <a:pt x="21916" y="1"/>
                  </a:moveTo>
                  <a:cubicBezTo>
                    <a:pt x="21916" y="1"/>
                    <a:pt x="21182" y="10241"/>
                    <a:pt x="19247" y="18347"/>
                  </a:cubicBezTo>
                  <a:cubicBezTo>
                    <a:pt x="18380" y="22016"/>
                    <a:pt x="12309" y="24151"/>
                    <a:pt x="8540" y="23651"/>
                  </a:cubicBezTo>
                  <a:cubicBezTo>
                    <a:pt x="7739" y="23584"/>
                    <a:pt x="2202" y="21816"/>
                    <a:pt x="0" y="20482"/>
                  </a:cubicBezTo>
                </a:path>
              </a:pathLst>
            </a:custGeom>
            <a:noFill/>
            <a:ln cap="rnd" cmpd="sng" w="108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g13c0da3d8d0_0_135"/>
            <p:cNvSpPr/>
            <p:nvPr/>
          </p:nvSpPr>
          <p:spPr>
            <a:xfrm>
              <a:off x="3570225" y="2927550"/>
              <a:ext cx="238525" cy="1220050"/>
            </a:xfrm>
            <a:custGeom>
              <a:rect b="b" l="l" r="r" t="t"/>
              <a:pathLst>
                <a:path extrusionOk="0" h="48802" w="9541">
                  <a:moveTo>
                    <a:pt x="7806" y="0"/>
                  </a:moveTo>
                  <a:lnTo>
                    <a:pt x="401" y="5270"/>
                  </a:lnTo>
                  <a:cubicBezTo>
                    <a:pt x="134" y="5471"/>
                    <a:pt x="0" y="5804"/>
                    <a:pt x="67" y="6138"/>
                  </a:cubicBezTo>
                  <a:lnTo>
                    <a:pt x="7572" y="36626"/>
                  </a:lnTo>
                  <a:lnTo>
                    <a:pt x="7906" y="48802"/>
                  </a:lnTo>
                  <a:lnTo>
                    <a:pt x="9540" y="48802"/>
                  </a:lnTo>
                  <a:lnTo>
                    <a:pt x="9207" y="36493"/>
                  </a:lnTo>
                  <a:cubicBezTo>
                    <a:pt x="9207" y="36459"/>
                    <a:pt x="9207" y="36359"/>
                    <a:pt x="9174" y="36326"/>
                  </a:cubicBezTo>
                  <a:lnTo>
                    <a:pt x="1835" y="6305"/>
                  </a:lnTo>
                  <a:lnTo>
                    <a:pt x="8740" y="1334"/>
                  </a:lnTo>
                  <a:lnTo>
                    <a:pt x="7806" y="0"/>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g13c0da3d8d0_0_135"/>
            <p:cNvSpPr/>
            <p:nvPr/>
          </p:nvSpPr>
          <p:spPr>
            <a:xfrm>
              <a:off x="3700325" y="2943375"/>
              <a:ext cx="120100" cy="313625"/>
            </a:xfrm>
            <a:custGeom>
              <a:rect b="b" l="l" r="r" t="t"/>
              <a:pathLst>
                <a:path extrusionOk="0" h="12545" w="4804">
                  <a:moveTo>
                    <a:pt x="4803" y="1"/>
                  </a:moveTo>
                  <a:lnTo>
                    <a:pt x="0" y="68"/>
                  </a:lnTo>
                  <a:lnTo>
                    <a:pt x="1368" y="11409"/>
                  </a:lnTo>
                  <a:cubicBezTo>
                    <a:pt x="1432" y="12055"/>
                    <a:pt x="1966" y="12545"/>
                    <a:pt x="2575" y="12545"/>
                  </a:cubicBezTo>
                  <a:cubicBezTo>
                    <a:pt x="2595" y="12545"/>
                    <a:pt x="2615" y="12544"/>
                    <a:pt x="2635" y="12543"/>
                  </a:cubicBezTo>
                  <a:cubicBezTo>
                    <a:pt x="3302" y="12543"/>
                    <a:pt x="3803" y="12043"/>
                    <a:pt x="3869" y="11376"/>
                  </a:cubicBezTo>
                  <a:lnTo>
                    <a:pt x="4803" y="1"/>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4" name="Google Shape;1014;g13c0da3d8d0_0_135"/>
            <p:cNvSpPr/>
            <p:nvPr/>
          </p:nvSpPr>
          <p:spPr>
            <a:xfrm>
              <a:off x="3676125" y="2759025"/>
              <a:ext cx="165975" cy="163550"/>
            </a:xfrm>
            <a:custGeom>
              <a:rect b="b" l="l" r="r" t="t"/>
              <a:pathLst>
                <a:path extrusionOk="0" h="6542" w="6639">
                  <a:moveTo>
                    <a:pt x="3390" y="1"/>
                  </a:moveTo>
                  <a:cubicBezTo>
                    <a:pt x="3350" y="1"/>
                    <a:pt x="3310" y="1"/>
                    <a:pt x="3270" y="3"/>
                  </a:cubicBezTo>
                  <a:cubicBezTo>
                    <a:pt x="1435" y="36"/>
                    <a:pt x="1" y="1537"/>
                    <a:pt x="67" y="3339"/>
                  </a:cubicBezTo>
                  <a:cubicBezTo>
                    <a:pt x="100" y="5087"/>
                    <a:pt x="1536" y="6541"/>
                    <a:pt x="3342" y="6541"/>
                  </a:cubicBezTo>
                  <a:cubicBezTo>
                    <a:pt x="3362" y="6541"/>
                    <a:pt x="3383" y="6541"/>
                    <a:pt x="3403" y="6541"/>
                  </a:cubicBezTo>
                  <a:cubicBezTo>
                    <a:pt x="5171" y="6474"/>
                    <a:pt x="6639" y="5040"/>
                    <a:pt x="6605" y="3205"/>
                  </a:cubicBezTo>
                  <a:cubicBezTo>
                    <a:pt x="6573" y="1443"/>
                    <a:pt x="5168" y="1"/>
                    <a:pt x="3390"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g13c0da3d8d0_0_135"/>
            <p:cNvSpPr/>
            <p:nvPr/>
          </p:nvSpPr>
          <p:spPr>
            <a:xfrm>
              <a:off x="3652775" y="2857500"/>
              <a:ext cx="216850" cy="130950"/>
            </a:xfrm>
            <a:custGeom>
              <a:rect b="b" l="l" r="r" t="t"/>
              <a:pathLst>
                <a:path extrusionOk="0" h="5238" w="8674">
                  <a:moveTo>
                    <a:pt x="8340" y="0"/>
                  </a:moveTo>
                  <a:lnTo>
                    <a:pt x="234" y="167"/>
                  </a:lnTo>
                  <a:cubicBezTo>
                    <a:pt x="67" y="167"/>
                    <a:pt x="1" y="300"/>
                    <a:pt x="1" y="434"/>
                  </a:cubicBezTo>
                  <a:lnTo>
                    <a:pt x="67" y="4970"/>
                  </a:lnTo>
                  <a:cubicBezTo>
                    <a:pt x="34" y="5104"/>
                    <a:pt x="167" y="5237"/>
                    <a:pt x="334" y="5237"/>
                  </a:cubicBezTo>
                  <a:lnTo>
                    <a:pt x="8407" y="5070"/>
                  </a:lnTo>
                  <a:cubicBezTo>
                    <a:pt x="8573" y="5070"/>
                    <a:pt x="8674" y="4937"/>
                    <a:pt x="8674" y="4803"/>
                  </a:cubicBezTo>
                  <a:lnTo>
                    <a:pt x="8573" y="267"/>
                  </a:lnTo>
                  <a:cubicBezTo>
                    <a:pt x="8573" y="100"/>
                    <a:pt x="8440" y="0"/>
                    <a:pt x="8340" y="0"/>
                  </a:cubicBezTo>
                  <a:close/>
                </a:path>
              </a:pathLst>
            </a:custGeom>
            <a:solidFill>
              <a:srgbClr val="83C1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g13c0da3d8d0_0_135"/>
            <p:cNvSpPr/>
            <p:nvPr/>
          </p:nvSpPr>
          <p:spPr>
            <a:xfrm>
              <a:off x="3750350" y="3231100"/>
              <a:ext cx="34225" cy="71725"/>
            </a:xfrm>
            <a:custGeom>
              <a:rect b="b" l="l" r="r" t="t"/>
              <a:pathLst>
                <a:path extrusionOk="0" h="2869" w="1369">
                  <a:moveTo>
                    <a:pt x="668" y="0"/>
                  </a:moveTo>
                  <a:cubicBezTo>
                    <a:pt x="301" y="0"/>
                    <a:pt x="0" y="267"/>
                    <a:pt x="0" y="667"/>
                  </a:cubicBezTo>
                  <a:lnTo>
                    <a:pt x="34" y="2202"/>
                  </a:lnTo>
                  <a:cubicBezTo>
                    <a:pt x="34" y="2569"/>
                    <a:pt x="334" y="2869"/>
                    <a:pt x="701" y="2869"/>
                  </a:cubicBezTo>
                  <a:cubicBezTo>
                    <a:pt x="1101" y="2869"/>
                    <a:pt x="1368" y="2569"/>
                    <a:pt x="1368" y="2202"/>
                  </a:cubicBezTo>
                  <a:lnTo>
                    <a:pt x="1335" y="667"/>
                  </a:lnTo>
                  <a:cubicBezTo>
                    <a:pt x="1335" y="300"/>
                    <a:pt x="1035" y="0"/>
                    <a:pt x="668"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g13c0da3d8d0_0_135"/>
            <p:cNvSpPr/>
            <p:nvPr/>
          </p:nvSpPr>
          <p:spPr>
            <a:xfrm>
              <a:off x="3712825" y="2877475"/>
              <a:ext cx="95100" cy="79300"/>
            </a:xfrm>
            <a:custGeom>
              <a:rect b="b" l="l" r="r" t="t"/>
              <a:pathLst>
                <a:path extrusionOk="0" h="3172" w="3804">
                  <a:moveTo>
                    <a:pt x="1906" y="0"/>
                  </a:moveTo>
                  <a:cubicBezTo>
                    <a:pt x="1882" y="0"/>
                    <a:pt x="1859" y="1"/>
                    <a:pt x="1835" y="2"/>
                  </a:cubicBezTo>
                  <a:cubicBezTo>
                    <a:pt x="834" y="2"/>
                    <a:pt x="0" y="702"/>
                    <a:pt x="0" y="1636"/>
                  </a:cubicBezTo>
                  <a:cubicBezTo>
                    <a:pt x="0" y="2483"/>
                    <a:pt x="828" y="3172"/>
                    <a:pt x="1862" y="3172"/>
                  </a:cubicBezTo>
                  <a:cubicBezTo>
                    <a:pt x="1886" y="3172"/>
                    <a:pt x="1911" y="3171"/>
                    <a:pt x="1935" y="3171"/>
                  </a:cubicBezTo>
                  <a:cubicBezTo>
                    <a:pt x="2969" y="3171"/>
                    <a:pt x="3803" y="2437"/>
                    <a:pt x="3770" y="1536"/>
                  </a:cubicBezTo>
                  <a:cubicBezTo>
                    <a:pt x="3770" y="689"/>
                    <a:pt x="2910" y="0"/>
                    <a:pt x="190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g13c0da3d8d0_0_135"/>
            <p:cNvSpPr/>
            <p:nvPr/>
          </p:nvSpPr>
          <p:spPr>
            <a:xfrm>
              <a:off x="3653625" y="2959700"/>
              <a:ext cx="242675" cy="265475"/>
            </a:xfrm>
            <a:custGeom>
              <a:rect b="b" l="l" r="r" t="t"/>
              <a:pathLst>
                <a:path extrusionOk="0" h="10619" w="9707">
                  <a:moveTo>
                    <a:pt x="5175" y="1"/>
                  </a:moveTo>
                  <a:cubicBezTo>
                    <a:pt x="4846" y="1"/>
                    <a:pt x="4503" y="172"/>
                    <a:pt x="4503" y="515"/>
                  </a:cubicBezTo>
                  <a:cubicBezTo>
                    <a:pt x="4470" y="849"/>
                    <a:pt x="4837" y="1082"/>
                    <a:pt x="5137" y="1283"/>
                  </a:cubicBezTo>
                  <a:cubicBezTo>
                    <a:pt x="5404" y="1516"/>
                    <a:pt x="5704" y="1850"/>
                    <a:pt x="5571" y="2116"/>
                  </a:cubicBezTo>
                  <a:cubicBezTo>
                    <a:pt x="4837" y="1950"/>
                    <a:pt x="4136" y="1616"/>
                    <a:pt x="3503" y="1216"/>
                  </a:cubicBezTo>
                  <a:cubicBezTo>
                    <a:pt x="3183" y="1003"/>
                    <a:pt x="2754" y="735"/>
                    <a:pt x="2347" y="735"/>
                  </a:cubicBezTo>
                  <a:cubicBezTo>
                    <a:pt x="2117" y="735"/>
                    <a:pt x="1894" y="820"/>
                    <a:pt x="1701" y="1049"/>
                  </a:cubicBezTo>
                  <a:cubicBezTo>
                    <a:pt x="1234" y="1583"/>
                    <a:pt x="1868" y="2583"/>
                    <a:pt x="1368" y="3117"/>
                  </a:cubicBezTo>
                  <a:cubicBezTo>
                    <a:pt x="1067" y="3417"/>
                    <a:pt x="534" y="3451"/>
                    <a:pt x="334" y="3851"/>
                  </a:cubicBezTo>
                  <a:cubicBezTo>
                    <a:pt x="0" y="4385"/>
                    <a:pt x="534" y="5019"/>
                    <a:pt x="567" y="5552"/>
                  </a:cubicBezTo>
                  <a:cubicBezTo>
                    <a:pt x="634" y="6253"/>
                    <a:pt x="167" y="6953"/>
                    <a:pt x="534" y="7687"/>
                  </a:cubicBezTo>
                  <a:cubicBezTo>
                    <a:pt x="734" y="8187"/>
                    <a:pt x="1401" y="8654"/>
                    <a:pt x="2168" y="9021"/>
                  </a:cubicBezTo>
                  <a:cubicBezTo>
                    <a:pt x="2969" y="9422"/>
                    <a:pt x="3869" y="9722"/>
                    <a:pt x="4503" y="10022"/>
                  </a:cubicBezTo>
                  <a:cubicBezTo>
                    <a:pt x="5220" y="10364"/>
                    <a:pt x="5985" y="10619"/>
                    <a:pt x="6707" y="10619"/>
                  </a:cubicBezTo>
                  <a:cubicBezTo>
                    <a:pt x="7465" y="10619"/>
                    <a:pt x="8176" y="10339"/>
                    <a:pt x="8740" y="9588"/>
                  </a:cubicBezTo>
                  <a:cubicBezTo>
                    <a:pt x="9707" y="8388"/>
                    <a:pt x="9674" y="6753"/>
                    <a:pt x="9373" y="5352"/>
                  </a:cubicBezTo>
                  <a:cubicBezTo>
                    <a:pt x="9073" y="3951"/>
                    <a:pt x="8706" y="2350"/>
                    <a:pt x="7706" y="1349"/>
                  </a:cubicBezTo>
                  <a:cubicBezTo>
                    <a:pt x="7305" y="916"/>
                    <a:pt x="6738" y="615"/>
                    <a:pt x="6204" y="349"/>
                  </a:cubicBezTo>
                  <a:cubicBezTo>
                    <a:pt x="5904" y="182"/>
                    <a:pt x="5637" y="48"/>
                    <a:pt x="5337" y="15"/>
                  </a:cubicBezTo>
                  <a:cubicBezTo>
                    <a:pt x="5285" y="5"/>
                    <a:pt x="5230" y="1"/>
                    <a:pt x="5175" y="1"/>
                  </a:cubicBezTo>
                  <a:close/>
                </a:path>
              </a:pathLst>
            </a:custGeom>
            <a:solidFill>
              <a:srgbClr val="FF8C6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g13c0da3d8d0_0_135"/>
            <p:cNvSpPr/>
            <p:nvPr/>
          </p:nvSpPr>
          <p:spPr>
            <a:xfrm>
              <a:off x="3385925" y="2799100"/>
              <a:ext cx="30875" cy="357800"/>
            </a:xfrm>
            <a:custGeom>
              <a:rect b="b" l="l" r="r" t="t"/>
              <a:pathLst>
                <a:path extrusionOk="0" fill="none" h="14312" w="1235">
                  <a:moveTo>
                    <a:pt x="0" y="1"/>
                  </a:moveTo>
                  <a:cubicBezTo>
                    <a:pt x="401" y="4771"/>
                    <a:pt x="834" y="9541"/>
                    <a:pt x="1235" y="14311"/>
                  </a:cubicBezTo>
                </a:path>
              </a:pathLst>
            </a:custGeom>
            <a:noFill/>
            <a:ln cap="rnd" cmpd="sng" w="108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g13c0da3d8d0_0_135"/>
            <p:cNvSpPr/>
            <p:nvPr/>
          </p:nvSpPr>
          <p:spPr>
            <a:xfrm>
              <a:off x="4136450" y="2704875"/>
              <a:ext cx="1700" cy="368625"/>
            </a:xfrm>
            <a:custGeom>
              <a:rect b="b" l="l" r="r" t="t"/>
              <a:pathLst>
                <a:path extrusionOk="0" fill="none" h="14745" w="68">
                  <a:moveTo>
                    <a:pt x="68" y="14745"/>
                  </a:moveTo>
                  <a:cubicBezTo>
                    <a:pt x="34" y="9841"/>
                    <a:pt x="34" y="4904"/>
                    <a:pt x="1" y="1"/>
                  </a:cubicBezTo>
                </a:path>
              </a:pathLst>
            </a:custGeom>
            <a:noFill/>
            <a:ln cap="rnd" cmpd="sng" w="108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g13c0da3d8d0_0_135"/>
            <p:cNvSpPr/>
            <p:nvPr/>
          </p:nvSpPr>
          <p:spPr>
            <a:xfrm>
              <a:off x="3724500" y="3977450"/>
              <a:ext cx="125950" cy="15875"/>
            </a:xfrm>
            <a:custGeom>
              <a:rect b="b" l="l" r="r" t="t"/>
              <a:pathLst>
                <a:path extrusionOk="0" fill="none" h="635" w="5038">
                  <a:moveTo>
                    <a:pt x="0" y="1"/>
                  </a:moveTo>
                  <a:cubicBezTo>
                    <a:pt x="0" y="1"/>
                    <a:pt x="3336" y="635"/>
                    <a:pt x="5037" y="301"/>
                  </a:cubicBezTo>
                </a:path>
              </a:pathLst>
            </a:custGeom>
            <a:noFill/>
            <a:ln cap="rnd" cmpd="sng" w="108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g13c0da3d8d0_0_135"/>
            <p:cNvSpPr/>
            <p:nvPr/>
          </p:nvSpPr>
          <p:spPr>
            <a:xfrm>
              <a:off x="4132300" y="3068475"/>
              <a:ext cx="181800" cy="316400"/>
            </a:xfrm>
            <a:custGeom>
              <a:rect b="b" l="l" r="r" t="t"/>
              <a:pathLst>
                <a:path extrusionOk="0" h="12656" w="7272">
                  <a:moveTo>
                    <a:pt x="4537" y="0"/>
                  </a:moveTo>
                  <a:lnTo>
                    <a:pt x="0" y="1535"/>
                  </a:lnTo>
                  <a:lnTo>
                    <a:pt x="4737" y="11909"/>
                  </a:lnTo>
                  <a:cubicBezTo>
                    <a:pt x="4942" y="12371"/>
                    <a:pt x="5385" y="12655"/>
                    <a:pt x="5851" y="12655"/>
                  </a:cubicBezTo>
                  <a:cubicBezTo>
                    <a:pt x="5991" y="12655"/>
                    <a:pt x="6133" y="12630"/>
                    <a:pt x="6271" y="12576"/>
                  </a:cubicBezTo>
                  <a:cubicBezTo>
                    <a:pt x="6905" y="12343"/>
                    <a:pt x="7272" y="11709"/>
                    <a:pt x="7105" y="11075"/>
                  </a:cubicBezTo>
                  <a:lnTo>
                    <a:pt x="4537" y="0"/>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g13c0da3d8d0_0_135"/>
            <p:cNvSpPr/>
            <p:nvPr/>
          </p:nvSpPr>
          <p:spPr>
            <a:xfrm>
              <a:off x="4063075" y="2906625"/>
              <a:ext cx="183475" cy="162775"/>
            </a:xfrm>
            <a:custGeom>
              <a:rect b="b" l="l" r="r" t="t"/>
              <a:pathLst>
                <a:path extrusionOk="0" h="6511" w="7339">
                  <a:moveTo>
                    <a:pt x="3674" y="0"/>
                  </a:moveTo>
                  <a:cubicBezTo>
                    <a:pt x="3330" y="0"/>
                    <a:pt x="2980" y="55"/>
                    <a:pt x="2636" y="170"/>
                  </a:cubicBezTo>
                  <a:cubicBezTo>
                    <a:pt x="934" y="770"/>
                    <a:pt x="0" y="2605"/>
                    <a:pt x="601" y="4306"/>
                  </a:cubicBezTo>
                  <a:cubicBezTo>
                    <a:pt x="1053" y="5663"/>
                    <a:pt x="2311" y="6510"/>
                    <a:pt x="3665" y="6510"/>
                  </a:cubicBezTo>
                  <a:cubicBezTo>
                    <a:pt x="4009" y="6510"/>
                    <a:pt x="4359" y="6456"/>
                    <a:pt x="4704" y="6341"/>
                  </a:cubicBezTo>
                  <a:cubicBezTo>
                    <a:pt x="6438" y="5774"/>
                    <a:pt x="7339" y="3939"/>
                    <a:pt x="6772" y="2205"/>
                  </a:cubicBezTo>
                  <a:cubicBezTo>
                    <a:pt x="6293" y="848"/>
                    <a:pt x="5029" y="0"/>
                    <a:pt x="3674"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g13c0da3d8d0_0_135"/>
            <p:cNvSpPr/>
            <p:nvPr/>
          </p:nvSpPr>
          <p:spPr>
            <a:xfrm>
              <a:off x="4060575" y="2973200"/>
              <a:ext cx="242700" cy="186350"/>
            </a:xfrm>
            <a:custGeom>
              <a:rect b="b" l="l" r="r" t="t"/>
              <a:pathLst>
                <a:path extrusionOk="0" h="7454" w="9708">
                  <a:moveTo>
                    <a:pt x="7929" y="0"/>
                  </a:moveTo>
                  <a:cubicBezTo>
                    <a:pt x="7909" y="0"/>
                    <a:pt x="7890" y="3"/>
                    <a:pt x="7873" y="9"/>
                  </a:cubicBezTo>
                  <a:lnTo>
                    <a:pt x="234" y="2644"/>
                  </a:lnTo>
                  <a:cubicBezTo>
                    <a:pt x="100" y="2677"/>
                    <a:pt x="0" y="2844"/>
                    <a:pt x="67" y="2977"/>
                  </a:cubicBezTo>
                  <a:lnTo>
                    <a:pt x="1535" y="7281"/>
                  </a:lnTo>
                  <a:cubicBezTo>
                    <a:pt x="1564" y="7367"/>
                    <a:pt x="1693" y="7454"/>
                    <a:pt x="1813" y="7454"/>
                  </a:cubicBezTo>
                  <a:cubicBezTo>
                    <a:pt x="1832" y="7454"/>
                    <a:pt x="1850" y="7452"/>
                    <a:pt x="1868" y="7447"/>
                  </a:cubicBezTo>
                  <a:lnTo>
                    <a:pt x="9474" y="4812"/>
                  </a:lnTo>
                  <a:cubicBezTo>
                    <a:pt x="9607" y="4779"/>
                    <a:pt x="9707" y="4579"/>
                    <a:pt x="9641" y="4479"/>
                  </a:cubicBezTo>
                  <a:lnTo>
                    <a:pt x="8206" y="175"/>
                  </a:lnTo>
                  <a:cubicBezTo>
                    <a:pt x="8151" y="65"/>
                    <a:pt x="8027" y="0"/>
                    <a:pt x="7929" y="0"/>
                  </a:cubicBezTo>
                  <a:close/>
                </a:path>
              </a:pathLst>
            </a:custGeom>
            <a:solidFill>
              <a:srgbClr val="105F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g13c0da3d8d0_0_135"/>
            <p:cNvSpPr/>
            <p:nvPr/>
          </p:nvSpPr>
          <p:spPr>
            <a:xfrm>
              <a:off x="4266550" y="3357200"/>
              <a:ext cx="50050" cy="69700"/>
            </a:xfrm>
            <a:custGeom>
              <a:rect b="b" l="l" r="r" t="t"/>
              <a:pathLst>
                <a:path extrusionOk="0" h="2788" w="2002">
                  <a:moveTo>
                    <a:pt x="716" y="0"/>
                  </a:moveTo>
                  <a:cubicBezTo>
                    <a:pt x="654" y="0"/>
                    <a:pt x="593" y="9"/>
                    <a:pt x="534" y="26"/>
                  </a:cubicBezTo>
                  <a:cubicBezTo>
                    <a:pt x="201" y="126"/>
                    <a:pt x="1" y="527"/>
                    <a:pt x="134" y="860"/>
                  </a:cubicBezTo>
                  <a:lnTo>
                    <a:pt x="634" y="2328"/>
                  </a:lnTo>
                  <a:cubicBezTo>
                    <a:pt x="689" y="2603"/>
                    <a:pt x="994" y="2787"/>
                    <a:pt x="1286" y="2787"/>
                  </a:cubicBezTo>
                  <a:cubicBezTo>
                    <a:pt x="1348" y="2787"/>
                    <a:pt x="1410" y="2779"/>
                    <a:pt x="1468" y="2762"/>
                  </a:cubicBezTo>
                  <a:cubicBezTo>
                    <a:pt x="1835" y="2628"/>
                    <a:pt x="2002" y="2261"/>
                    <a:pt x="1869" y="1928"/>
                  </a:cubicBezTo>
                  <a:lnTo>
                    <a:pt x="1368" y="460"/>
                  </a:lnTo>
                  <a:cubicBezTo>
                    <a:pt x="1313" y="185"/>
                    <a:pt x="1009" y="0"/>
                    <a:pt x="716"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g13c0da3d8d0_0_135"/>
            <p:cNvSpPr/>
            <p:nvPr/>
          </p:nvSpPr>
          <p:spPr>
            <a:xfrm>
              <a:off x="4128125" y="3019675"/>
              <a:ext cx="102600" cy="81775"/>
            </a:xfrm>
            <a:custGeom>
              <a:rect b="b" l="l" r="r" t="t"/>
              <a:pathLst>
                <a:path extrusionOk="0" h="3271" w="4104">
                  <a:moveTo>
                    <a:pt x="2243" y="0"/>
                  </a:moveTo>
                  <a:cubicBezTo>
                    <a:pt x="2013" y="0"/>
                    <a:pt x="1774" y="38"/>
                    <a:pt x="1535" y="118"/>
                  </a:cubicBezTo>
                  <a:cubicBezTo>
                    <a:pt x="567" y="451"/>
                    <a:pt x="0" y="1419"/>
                    <a:pt x="267" y="2253"/>
                  </a:cubicBezTo>
                  <a:cubicBezTo>
                    <a:pt x="496" y="2887"/>
                    <a:pt x="1149" y="3271"/>
                    <a:pt x="1875" y="3271"/>
                  </a:cubicBezTo>
                  <a:cubicBezTo>
                    <a:pt x="2103" y="3271"/>
                    <a:pt x="2338" y="3233"/>
                    <a:pt x="2569" y="3153"/>
                  </a:cubicBezTo>
                  <a:cubicBezTo>
                    <a:pt x="3536" y="2820"/>
                    <a:pt x="4103" y="1852"/>
                    <a:pt x="3836" y="1018"/>
                  </a:cubicBezTo>
                  <a:cubicBezTo>
                    <a:pt x="3608" y="384"/>
                    <a:pt x="2974" y="0"/>
                    <a:pt x="224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g13c0da3d8d0_0_135"/>
            <p:cNvSpPr/>
            <p:nvPr/>
          </p:nvSpPr>
          <p:spPr>
            <a:xfrm>
              <a:off x="3259175" y="3167700"/>
              <a:ext cx="181800" cy="316075"/>
            </a:xfrm>
            <a:custGeom>
              <a:rect b="b" l="l" r="r" t="t"/>
              <a:pathLst>
                <a:path extrusionOk="0" h="12643" w="7272">
                  <a:moveTo>
                    <a:pt x="2735" y="1"/>
                  </a:moveTo>
                  <a:lnTo>
                    <a:pt x="134" y="11075"/>
                  </a:lnTo>
                  <a:cubicBezTo>
                    <a:pt x="0" y="11743"/>
                    <a:pt x="334" y="12376"/>
                    <a:pt x="967" y="12577"/>
                  </a:cubicBezTo>
                  <a:cubicBezTo>
                    <a:pt x="1108" y="12621"/>
                    <a:pt x="1250" y="12642"/>
                    <a:pt x="1388" y="12642"/>
                  </a:cubicBezTo>
                  <a:cubicBezTo>
                    <a:pt x="1875" y="12642"/>
                    <a:pt x="2320" y="12377"/>
                    <a:pt x="2502" y="11909"/>
                  </a:cubicBezTo>
                  <a:lnTo>
                    <a:pt x="7272" y="1535"/>
                  </a:lnTo>
                  <a:lnTo>
                    <a:pt x="2735" y="1"/>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g13c0da3d8d0_0_135"/>
            <p:cNvSpPr/>
            <p:nvPr/>
          </p:nvSpPr>
          <p:spPr>
            <a:xfrm>
              <a:off x="3325875" y="3006700"/>
              <a:ext cx="183500" cy="162775"/>
            </a:xfrm>
            <a:custGeom>
              <a:rect b="b" l="l" r="r" t="t"/>
              <a:pathLst>
                <a:path extrusionOk="0" h="6511" w="7340">
                  <a:moveTo>
                    <a:pt x="3708" y="0"/>
                  </a:moveTo>
                  <a:cubicBezTo>
                    <a:pt x="2354" y="0"/>
                    <a:pt x="1053" y="848"/>
                    <a:pt x="601" y="2205"/>
                  </a:cubicBezTo>
                  <a:cubicBezTo>
                    <a:pt x="1" y="3939"/>
                    <a:pt x="935" y="5740"/>
                    <a:pt x="2636" y="6341"/>
                  </a:cubicBezTo>
                  <a:cubicBezTo>
                    <a:pt x="2980" y="6456"/>
                    <a:pt x="3330" y="6510"/>
                    <a:pt x="3674" y="6510"/>
                  </a:cubicBezTo>
                  <a:cubicBezTo>
                    <a:pt x="5030" y="6510"/>
                    <a:pt x="6293" y="5663"/>
                    <a:pt x="6772" y="4306"/>
                  </a:cubicBezTo>
                  <a:cubicBezTo>
                    <a:pt x="7339" y="2571"/>
                    <a:pt x="6439" y="737"/>
                    <a:pt x="4737" y="170"/>
                  </a:cubicBezTo>
                  <a:cubicBezTo>
                    <a:pt x="4400" y="55"/>
                    <a:pt x="4052" y="0"/>
                    <a:pt x="3708"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9" name="Google Shape;1029;g13c0da3d8d0_0_135"/>
            <p:cNvSpPr/>
            <p:nvPr/>
          </p:nvSpPr>
          <p:spPr>
            <a:xfrm>
              <a:off x="3270000" y="3073275"/>
              <a:ext cx="241875" cy="186350"/>
            </a:xfrm>
            <a:custGeom>
              <a:rect b="b" l="l" r="r" t="t"/>
              <a:pathLst>
                <a:path extrusionOk="0" h="7454" w="9675">
                  <a:moveTo>
                    <a:pt x="1798" y="0"/>
                  </a:moveTo>
                  <a:cubicBezTo>
                    <a:pt x="1682" y="0"/>
                    <a:pt x="1563" y="65"/>
                    <a:pt x="1535" y="175"/>
                  </a:cubicBezTo>
                  <a:lnTo>
                    <a:pt x="67" y="4478"/>
                  </a:lnTo>
                  <a:cubicBezTo>
                    <a:pt x="1" y="4612"/>
                    <a:pt x="67" y="4745"/>
                    <a:pt x="201" y="4812"/>
                  </a:cubicBezTo>
                  <a:lnTo>
                    <a:pt x="7840" y="7447"/>
                  </a:lnTo>
                  <a:cubicBezTo>
                    <a:pt x="7858" y="7452"/>
                    <a:pt x="7876" y="7454"/>
                    <a:pt x="7895" y="7454"/>
                  </a:cubicBezTo>
                  <a:cubicBezTo>
                    <a:pt x="8015" y="7454"/>
                    <a:pt x="8144" y="7367"/>
                    <a:pt x="8173" y="7280"/>
                  </a:cubicBezTo>
                  <a:lnTo>
                    <a:pt x="9641" y="2977"/>
                  </a:lnTo>
                  <a:cubicBezTo>
                    <a:pt x="9674" y="2844"/>
                    <a:pt x="9574" y="2677"/>
                    <a:pt x="9474" y="2644"/>
                  </a:cubicBezTo>
                  <a:lnTo>
                    <a:pt x="1869" y="9"/>
                  </a:lnTo>
                  <a:cubicBezTo>
                    <a:pt x="1846" y="3"/>
                    <a:pt x="1822" y="0"/>
                    <a:pt x="1798" y="0"/>
                  </a:cubicBezTo>
                  <a:close/>
                </a:path>
              </a:pathLst>
            </a:custGeom>
            <a:solidFill>
              <a:srgbClr val="F140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0" name="Google Shape;1030;g13c0da3d8d0_0_135"/>
            <p:cNvSpPr/>
            <p:nvPr/>
          </p:nvSpPr>
          <p:spPr>
            <a:xfrm>
              <a:off x="3256675" y="3456975"/>
              <a:ext cx="50050" cy="69550"/>
            </a:xfrm>
            <a:custGeom>
              <a:rect b="b" l="l" r="r" t="t"/>
              <a:pathLst>
                <a:path extrusionOk="0" h="2782" w="2002">
                  <a:moveTo>
                    <a:pt x="1234" y="0"/>
                  </a:moveTo>
                  <a:cubicBezTo>
                    <a:pt x="956" y="0"/>
                    <a:pt x="681" y="204"/>
                    <a:pt x="600" y="472"/>
                  </a:cubicBezTo>
                  <a:lnTo>
                    <a:pt x="100" y="1906"/>
                  </a:lnTo>
                  <a:cubicBezTo>
                    <a:pt x="0" y="2273"/>
                    <a:pt x="200" y="2640"/>
                    <a:pt x="534" y="2740"/>
                  </a:cubicBezTo>
                  <a:cubicBezTo>
                    <a:pt x="605" y="2769"/>
                    <a:pt x="679" y="2782"/>
                    <a:pt x="753" y="2782"/>
                  </a:cubicBezTo>
                  <a:cubicBezTo>
                    <a:pt x="1025" y="2782"/>
                    <a:pt x="1289" y="2602"/>
                    <a:pt x="1368" y="2340"/>
                  </a:cubicBezTo>
                  <a:lnTo>
                    <a:pt x="1868" y="872"/>
                  </a:lnTo>
                  <a:cubicBezTo>
                    <a:pt x="2001" y="539"/>
                    <a:pt x="1768" y="138"/>
                    <a:pt x="1434" y="38"/>
                  </a:cubicBezTo>
                  <a:cubicBezTo>
                    <a:pt x="1369" y="12"/>
                    <a:pt x="1301" y="0"/>
                    <a:pt x="1234"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g13c0da3d8d0_0_135"/>
            <p:cNvSpPr/>
            <p:nvPr/>
          </p:nvSpPr>
          <p:spPr>
            <a:xfrm>
              <a:off x="3341725" y="3119750"/>
              <a:ext cx="103425" cy="81775"/>
            </a:xfrm>
            <a:custGeom>
              <a:rect b="b" l="l" r="r" t="t"/>
              <a:pathLst>
                <a:path extrusionOk="0" h="3271" w="4137">
                  <a:moveTo>
                    <a:pt x="1908" y="0"/>
                  </a:moveTo>
                  <a:cubicBezTo>
                    <a:pt x="1183" y="0"/>
                    <a:pt x="529" y="384"/>
                    <a:pt x="301" y="1018"/>
                  </a:cubicBezTo>
                  <a:cubicBezTo>
                    <a:pt x="0" y="1852"/>
                    <a:pt x="601" y="2820"/>
                    <a:pt x="1535" y="3153"/>
                  </a:cubicBezTo>
                  <a:cubicBezTo>
                    <a:pt x="1766" y="3233"/>
                    <a:pt x="2001" y="3271"/>
                    <a:pt x="2229" y="3271"/>
                  </a:cubicBezTo>
                  <a:cubicBezTo>
                    <a:pt x="2955" y="3271"/>
                    <a:pt x="3608" y="2887"/>
                    <a:pt x="3837" y="2252"/>
                  </a:cubicBezTo>
                  <a:cubicBezTo>
                    <a:pt x="4137" y="1419"/>
                    <a:pt x="3536" y="451"/>
                    <a:pt x="2602" y="118"/>
                  </a:cubicBezTo>
                  <a:cubicBezTo>
                    <a:pt x="2371" y="38"/>
                    <a:pt x="2136" y="0"/>
                    <a:pt x="190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g13c0da3d8d0_0_135"/>
            <p:cNvSpPr/>
            <p:nvPr/>
          </p:nvSpPr>
          <p:spPr>
            <a:xfrm>
              <a:off x="3328375" y="3301975"/>
              <a:ext cx="162650" cy="846450"/>
            </a:xfrm>
            <a:custGeom>
              <a:rect b="b" l="l" r="r" t="t"/>
              <a:pathLst>
                <a:path extrusionOk="0" h="33858" w="6506">
                  <a:moveTo>
                    <a:pt x="1569" y="0"/>
                  </a:moveTo>
                  <a:lnTo>
                    <a:pt x="1" y="367"/>
                  </a:lnTo>
                  <a:lnTo>
                    <a:pt x="4838" y="22150"/>
                  </a:lnTo>
                  <a:lnTo>
                    <a:pt x="1702" y="33858"/>
                  </a:lnTo>
                  <a:lnTo>
                    <a:pt x="3403" y="33858"/>
                  </a:lnTo>
                  <a:lnTo>
                    <a:pt x="6472" y="22350"/>
                  </a:lnTo>
                  <a:cubicBezTo>
                    <a:pt x="6505" y="22216"/>
                    <a:pt x="6505" y="22083"/>
                    <a:pt x="6472" y="21983"/>
                  </a:cubicBezTo>
                  <a:lnTo>
                    <a:pt x="1569" y="0"/>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g13c0da3d8d0_0_135"/>
            <p:cNvSpPr/>
            <p:nvPr/>
          </p:nvSpPr>
          <p:spPr>
            <a:xfrm>
              <a:off x="3975500" y="3198575"/>
              <a:ext cx="273575" cy="949850"/>
            </a:xfrm>
            <a:custGeom>
              <a:rect b="b" l="l" r="r" t="t"/>
              <a:pathLst>
                <a:path extrusionOk="0" h="37994" w="10943">
                  <a:moveTo>
                    <a:pt x="9474" y="0"/>
                  </a:moveTo>
                  <a:lnTo>
                    <a:pt x="101" y="18814"/>
                  </a:lnTo>
                  <a:cubicBezTo>
                    <a:pt x="1" y="18947"/>
                    <a:pt x="1" y="19047"/>
                    <a:pt x="1" y="19214"/>
                  </a:cubicBezTo>
                  <a:lnTo>
                    <a:pt x="1002" y="37994"/>
                  </a:lnTo>
                  <a:lnTo>
                    <a:pt x="2636" y="37994"/>
                  </a:lnTo>
                  <a:lnTo>
                    <a:pt x="1635" y="19347"/>
                  </a:lnTo>
                  <a:lnTo>
                    <a:pt x="10942" y="767"/>
                  </a:lnTo>
                  <a:lnTo>
                    <a:pt x="9474" y="0"/>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g13c0da3d8d0_0_135"/>
            <p:cNvSpPr/>
            <p:nvPr/>
          </p:nvSpPr>
          <p:spPr>
            <a:xfrm>
              <a:off x="3258325" y="3506275"/>
              <a:ext cx="166825" cy="562950"/>
            </a:xfrm>
            <a:custGeom>
              <a:rect b="b" l="l" r="r" t="t"/>
              <a:pathLst>
                <a:path extrusionOk="0" fill="none" h="22518" w="6673">
                  <a:moveTo>
                    <a:pt x="1001" y="1"/>
                  </a:moveTo>
                  <a:cubicBezTo>
                    <a:pt x="1" y="1502"/>
                    <a:pt x="168" y="3537"/>
                    <a:pt x="868" y="5205"/>
                  </a:cubicBezTo>
                  <a:cubicBezTo>
                    <a:pt x="1602" y="6873"/>
                    <a:pt x="2703" y="8307"/>
                    <a:pt x="3637" y="9875"/>
                  </a:cubicBezTo>
                  <a:cubicBezTo>
                    <a:pt x="5838" y="13644"/>
                    <a:pt x="6672" y="18181"/>
                    <a:pt x="5938" y="22517"/>
                  </a:cubicBezTo>
                </a:path>
              </a:pathLst>
            </a:custGeom>
            <a:noFill/>
            <a:ln cap="rnd" cmpd="sng" w="108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g13c0da3d8d0_0_135"/>
            <p:cNvSpPr/>
            <p:nvPr/>
          </p:nvSpPr>
          <p:spPr>
            <a:xfrm>
              <a:off x="3724500" y="3275275"/>
              <a:ext cx="75075" cy="670525"/>
            </a:xfrm>
            <a:custGeom>
              <a:rect b="b" l="l" r="r" t="t"/>
              <a:pathLst>
                <a:path extrusionOk="0" fill="none" h="26821" w="3003">
                  <a:moveTo>
                    <a:pt x="2202" y="1"/>
                  </a:moveTo>
                  <a:cubicBezTo>
                    <a:pt x="0" y="3970"/>
                    <a:pt x="234" y="8841"/>
                    <a:pt x="1034" y="13310"/>
                  </a:cubicBezTo>
                  <a:cubicBezTo>
                    <a:pt x="1802" y="17780"/>
                    <a:pt x="3003" y="22317"/>
                    <a:pt x="2402" y="26820"/>
                  </a:cubicBezTo>
                </a:path>
              </a:pathLst>
            </a:custGeom>
            <a:noFill/>
            <a:ln cap="rnd" cmpd="sng" w="108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6" name="Google Shape;1036;g13c0da3d8d0_0_135"/>
            <p:cNvSpPr/>
            <p:nvPr/>
          </p:nvSpPr>
          <p:spPr>
            <a:xfrm>
              <a:off x="4007200" y="3410375"/>
              <a:ext cx="296900" cy="712200"/>
            </a:xfrm>
            <a:custGeom>
              <a:rect b="b" l="l" r="r" t="t"/>
              <a:pathLst>
                <a:path extrusionOk="0" fill="none" h="28488" w="11876">
                  <a:moveTo>
                    <a:pt x="1068" y="28488"/>
                  </a:moveTo>
                  <a:cubicBezTo>
                    <a:pt x="0" y="20849"/>
                    <a:pt x="2536" y="12810"/>
                    <a:pt x="7739" y="7139"/>
                  </a:cubicBezTo>
                  <a:cubicBezTo>
                    <a:pt x="8707" y="6072"/>
                    <a:pt x="9741" y="5138"/>
                    <a:pt x="10541" y="3970"/>
                  </a:cubicBezTo>
                  <a:cubicBezTo>
                    <a:pt x="11309" y="2803"/>
                    <a:pt x="11876" y="1368"/>
                    <a:pt x="11609" y="1"/>
                  </a:cubicBezTo>
                </a:path>
              </a:pathLst>
            </a:custGeom>
            <a:noFill/>
            <a:ln cap="rnd" cmpd="sng" w="108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g13c0da3d8d0_0_135"/>
            <p:cNvSpPr/>
            <p:nvPr/>
          </p:nvSpPr>
          <p:spPr>
            <a:xfrm>
              <a:off x="3351725" y="4068425"/>
              <a:ext cx="956550" cy="890300"/>
            </a:xfrm>
            <a:custGeom>
              <a:rect b="b" l="l" r="r" t="t"/>
              <a:pathLst>
                <a:path extrusionOk="0" h="35612" w="38262">
                  <a:moveTo>
                    <a:pt x="19117" y="1"/>
                  </a:moveTo>
                  <a:cubicBezTo>
                    <a:pt x="10514" y="1"/>
                    <a:pt x="2981" y="6229"/>
                    <a:pt x="1569" y="14975"/>
                  </a:cubicBezTo>
                  <a:cubicBezTo>
                    <a:pt x="1" y="24682"/>
                    <a:pt x="6605" y="33822"/>
                    <a:pt x="16312" y="35390"/>
                  </a:cubicBezTo>
                  <a:cubicBezTo>
                    <a:pt x="17259" y="35539"/>
                    <a:pt x="18201" y="35612"/>
                    <a:pt x="19130" y="35612"/>
                  </a:cubicBezTo>
                  <a:cubicBezTo>
                    <a:pt x="27730" y="35612"/>
                    <a:pt x="35312" y="29403"/>
                    <a:pt x="36727" y="20612"/>
                  </a:cubicBezTo>
                  <a:cubicBezTo>
                    <a:pt x="38261" y="10905"/>
                    <a:pt x="31690" y="1766"/>
                    <a:pt x="21983" y="231"/>
                  </a:cubicBezTo>
                  <a:cubicBezTo>
                    <a:pt x="21019" y="76"/>
                    <a:pt x="20062" y="1"/>
                    <a:pt x="19117"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8" name="Google Shape;1038;g13c0da3d8d0_0_135"/>
            <p:cNvSpPr/>
            <p:nvPr/>
          </p:nvSpPr>
          <p:spPr>
            <a:xfrm>
              <a:off x="3403425" y="4131125"/>
              <a:ext cx="853975" cy="752725"/>
            </a:xfrm>
            <a:custGeom>
              <a:rect b="b" l="l" r="r" t="t"/>
              <a:pathLst>
                <a:path extrusionOk="0" h="30109" w="34159">
                  <a:moveTo>
                    <a:pt x="17106" y="1"/>
                  </a:moveTo>
                  <a:cubicBezTo>
                    <a:pt x="11145" y="1"/>
                    <a:pt x="5498" y="3566"/>
                    <a:pt x="3136" y="9432"/>
                  </a:cubicBezTo>
                  <a:cubicBezTo>
                    <a:pt x="1" y="17137"/>
                    <a:pt x="3737" y="25910"/>
                    <a:pt x="11442" y="29012"/>
                  </a:cubicBezTo>
                  <a:cubicBezTo>
                    <a:pt x="13290" y="29756"/>
                    <a:pt x="15199" y="30109"/>
                    <a:pt x="17077" y="30109"/>
                  </a:cubicBezTo>
                  <a:cubicBezTo>
                    <a:pt x="23031" y="30109"/>
                    <a:pt x="28673" y="26564"/>
                    <a:pt x="31056" y="20706"/>
                  </a:cubicBezTo>
                  <a:cubicBezTo>
                    <a:pt x="34159" y="13001"/>
                    <a:pt x="30423" y="4228"/>
                    <a:pt x="22717" y="1092"/>
                  </a:cubicBezTo>
                  <a:cubicBezTo>
                    <a:pt x="20877" y="351"/>
                    <a:pt x="18976" y="1"/>
                    <a:pt x="17106" y="1"/>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9" name="Google Shape;1039;g13c0da3d8d0_0_135"/>
            <p:cNvSpPr/>
            <p:nvPr/>
          </p:nvSpPr>
          <p:spPr>
            <a:xfrm>
              <a:off x="2774050" y="3997950"/>
              <a:ext cx="275825" cy="302800"/>
            </a:xfrm>
            <a:custGeom>
              <a:rect b="b" l="l" r="r" t="t"/>
              <a:pathLst>
                <a:path extrusionOk="0" h="12112" w="11033">
                  <a:moveTo>
                    <a:pt x="7940" y="1"/>
                  </a:moveTo>
                  <a:cubicBezTo>
                    <a:pt x="7644" y="1"/>
                    <a:pt x="7347" y="49"/>
                    <a:pt x="7063" y="148"/>
                  </a:cubicBezTo>
                  <a:cubicBezTo>
                    <a:pt x="6463" y="348"/>
                    <a:pt x="5829" y="749"/>
                    <a:pt x="5562" y="1382"/>
                  </a:cubicBezTo>
                  <a:cubicBezTo>
                    <a:pt x="5328" y="2049"/>
                    <a:pt x="5062" y="2650"/>
                    <a:pt x="4494" y="3050"/>
                  </a:cubicBezTo>
                  <a:cubicBezTo>
                    <a:pt x="3861" y="3551"/>
                    <a:pt x="3160" y="3851"/>
                    <a:pt x="2560" y="4351"/>
                  </a:cubicBezTo>
                  <a:cubicBezTo>
                    <a:pt x="1826" y="4985"/>
                    <a:pt x="1292" y="5819"/>
                    <a:pt x="992" y="6719"/>
                  </a:cubicBezTo>
                  <a:cubicBezTo>
                    <a:pt x="859" y="7086"/>
                    <a:pt x="658" y="7387"/>
                    <a:pt x="558" y="7720"/>
                  </a:cubicBezTo>
                  <a:cubicBezTo>
                    <a:pt x="458" y="8187"/>
                    <a:pt x="625" y="8654"/>
                    <a:pt x="658" y="9088"/>
                  </a:cubicBezTo>
                  <a:cubicBezTo>
                    <a:pt x="691" y="9509"/>
                    <a:pt x="1" y="11060"/>
                    <a:pt x="813" y="11060"/>
                  </a:cubicBezTo>
                  <a:cubicBezTo>
                    <a:pt x="838" y="11060"/>
                    <a:pt x="864" y="11059"/>
                    <a:pt x="892" y="11056"/>
                  </a:cubicBezTo>
                  <a:cubicBezTo>
                    <a:pt x="1125" y="11023"/>
                    <a:pt x="1292" y="10856"/>
                    <a:pt x="1326" y="10656"/>
                  </a:cubicBezTo>
                  <a:cubicBezTo>
                    <a:pt x="1392" y="10656"/>
                    <a:pt x="1492" y="10722"/>
                    <a:pt x="1459" y="10856"/>
                  </a:cubicBezTo>
                  <a:cubicBezTo>
                    <a:pt x="1459" y="10922"/>
                    <a:pt x="1359" y="11023"/>
                    <a:pt x="1326" y="11089"/>
                  </a:cubicBezTo>
                  <a:cubicBezTo>
                    <a:pt x="1192" y="11256"/>
                    <a:pt x="1159" y="11490"/>
                    <a:pt x="1159" y="11690"/>
                  </a:cubicBezTo>
                  <a:cubicBezTo>
                    <a:pt x="1192" y="11890"/>
                    <a:pt x="1326" y="12057"/>
                    <a:pt x="1492" y="12090"/>
                  </a:cubicBezTo>
                  <a:cubicBezTo>
                    <a:pt x="1529" y="12105"/>
                    <a:pt x="1565" y="12111"/>
                    <a:pt x="1602" y="12111"/>
                  </a:cubicBezTo>
                  <a:cubicBezTo>
                    <a:pt x="1732" y="12111"/>
                    <a:pt x="1862" y="12027"/>
                    <a:pt x="1993" y="11923"/>
                  </a:cubicBezTo>
                  <a:cubicBezTo>
                    <a:pt x="2526" y="11423"/>
                    <a:pt x="2793" y="10589"/>
                    <a:pt x="3093" y="9988"/>
                  </a:cubicBezTo>
                  <a:cubicBezTo>
                    <a:pt x="3360" y="9488"/>
                    <a:pt x="3560" y="8921"/>
                    <a:pt x="3861" y="8521"/>
                  </a:cubicBezTo>
                  <a:cubicBezTo>
                    <a:pt x="4261" y="8020"/>
                    <a:pt x="4728" y="7520"/>
                    <a:pt x="5162" y="7020"/>
                  </a:cubicBezTo>
                  <a:cubicBezTo>
                    <a:pt x="5562" y="7186"/>
                    <a:pt x="5829" y="7720"/>
                    <a:pt x="5595" y="8154"/>
                  </a:cubicBezTo>
                  <a:cubicBezTo>
                    <a:pt x="5362" y="8688"/>
                    <a:pt x="4895" y="9155"/>
                    <a:pt x="4695" y="9722"/>
                  </a:cubicBezTo>
                  <a:cubicBezTo>
                    <a:pt x="4561" y="10055"/>
                    <a:pt x="4561" y="10489"/>
                    <a:pt x="4861" y="10722"/>
                  </a:cubicBezTo>
                  <a:cubicBezTo>
                    <a:pt x="4987" y="10806"/>
                    <a:pt x="5130" y="10843"/>
                    <a:pt x="5277" y="10843"/>
                  </a:cubicBezTo>
                  <a:cubicBezTo>
                    <a:pt x="5479" y="10843"/>
                    <a:pt x="5688" y="10772"/>
                    <a:pt x="5862" y="10656"/>
                  </a:cubicBezTo>
                  <a:cubicBezTo>
                    <a:pt x="6162" y="10422"/>
                    <a:pt x="6329" y="10089"/>
                    <a:pt x="6563" y="9855"/>
                  </a:cubicBezTo>
                  <a:cubicBezTo>
                    <a:pt x="7130" y="9155"/>
                    <a:pt x="7730" y="8754"/>
                    <a:pt x="8464" y="8254"/>
                  </a:cubicBezTo>
                  <a:cubicBezTo>
                    <a:pt x="9131" y="7720"/>
                    <a:pt x="9665" y="7020"/>
                    <a:pt x="9998" y="6219"/>
                  </a:cubicBezTo>
                  <a:cubicBezTo>
                    <a:pt x="10365" y="5485"/>
                    <a:pt x="10565" y="4651"/>
                    <a:pt x="10799" y="3817"/>
                  </a:cubicBezTo>
                  <a:cubicBezTo>
                    <a:pt x="10832" y="3651"/>
                    <a:pt x="10866" y="3484"/>
                    <a:pt x="10866" y="3350"/>
                  </a:cubicBezTo>
                  <a:cubicBezTo>
                    <a:pt x="11032" y="2550"/>
                    <a:pt x="11032" y="1816"/>
                    <a:pt x="10465" y="1182"/>
                  </a:cubicBezTo>
                  <a:cubicBezTo>
                    <a:pt x="10199" y="882"/>
                    <a:pt x="9698" y="648"/>
                    <a:pt x="9365" y="415"/>
                  </a:cubicBezTo>
                  <a:cubicBezTo>
                    <a:pt x="8944" y="142"/>
                    <a:pt x="8444" y="1"/>
                    <a:pt x="7940"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0" name="Google Shape;1040;g13c0da3d8d0_0_135"/>
            <p:cNvSpPr/>
            <p:nvPr/>
          </p:nvSpPr>
          <p:spPr>
            <a:xfrm>
              <a:off x="2914750" y="3805675"/>
              <a:ext cx="235200" cy="283550"/>
            </a:xfrm>
            <a:custGeom>
              <a:rect b="b" l="l" r="r" t="t"/>
              <a:pathLst>
                <a:path extrusionOk="0" h="11342" w="9408">
                  <a:moveTo>
                    <a:pt x="3270" y="0"/>
                  </a:moveTo>
                  <a:cubicBezTo>
                    <a:pt x="2169" y="2769"/>
                    <a:pt x="1068" y="5604"/>
                    <a:pt x="1" y="8440"/>
                  </a:cubicBezTo>
                  <a:cubicBezTo>
                    <a:pt x="1668" y="9774"/>
                    <a:pt x="3570" y="10775"/>
                    <a:pt x="5671" y="11342"/>
                  </a:cubicBezTo>
                  <a:lnTo>
                    <a:pt x="9407" y="4203"/>
                  </a:lnTo>
                  <a:cubicBezTo>
                    <a:pt x="9241" y="3703"/>
                    <a:pt x="8573" y="2035"/>
                    <a:pt x="6772" y="901"/>
                  </a:cubicBezTo>
                  <a:cubicBezTo>
                    <a:pt x="5271" y="0"/>
                    <a:pt x="3870" y="0"/>
                    <a:pt x="3270" y="0"/>
                  </a:cubicBezTo>
                  <a:close/>
                </a:path>
              </a:pathLst>
            </a:custGeom>
            <a:solidFill>
              <a:srgbClr val="323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41" name="Google Shape;1041;g13c0da3d8d0_0_135"/>
          <p:cNvSpPr/>
          <p:nvPr/>
        </p:nvSpPr>
        <p:spPr>
          <a:xfrm>
            <a:off x="3074675" y="1785600"/>
            <a:ext cx="5261100" cy="15723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0" i="1" lang="en" sz="2200" u="none" cap="none" strike="noStrike">
                <a:solidFill>
                  <a:srgbClr val="000000"/>
                </a:solidFill>
                <a:latin typeface="Lexend Deca"/>
                <a:ea typeface="Lexend Deca"/>
                <a:cs typeface="Lexend Deca"/>
                <a:sym typeface="Lexend Deca"/>
              </a:rPr>
              <a:t>Let us now move to the third step, the rebuttal. You already know what is rebuttal, let us have a look at an example of rebuttal. </a:t>
            </a:r>
            <a:endParaRPr b="0" i="1" sz="2200" u="none" cap="none" strike="noStrike">
              <a:solidFill>
                <a:srgbClr val="000000"/>
              </a:solidFill>
              <a:latin typeface="Lexend Deca"/>
              <a:ea typeface="Lexend Deca"/>
              <a:cs typeface="Lexend Deca"/>
              <a:sym typeface="Lexend Deca"/>
            </a:endParaRPr>
          </a:p>
        </p:txBody>
      </p:sp>
      <p:sp>
        <p:nvSpPr>
          <p:cNvPr id="1042" name="Google Shape;1042;g13c0da3d8d0_0_135"/>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g13fd850ae91_0_138"/>
          <p:cNvSpPr txBox="1"/>
          <p:nvPr>
            <p:ph type="title"/>
          </p:nvPr>
        </p:nvSpPr>
        <p:spPr>
          <a:xfrm>
            <a:off x="720000" y="-126075"/>
            <a:ext cx="7704000" cy="107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lang="en" sz="3300">
                <a:latin typeface="Sigmar One"/>
                <a:ea typeface="Sigmar One"/>
                <a:cs typeface="Sigmar One"/>
                <a:sym typeface="Sigmar One"/>
              </a:rPr>
              <a:t>Example of rebuttal</a:t>
            </a:r>
            <a:endParaRPr sz="2200"/>
          </a:p>
        </p:txBody>
      </p:sp>
      <p:pic>
        <p:nvPicPr>
          <p:cNvPr id="1048" name="Google Shape;1048;g13fd850ae91_0_138"/>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pic>
        <p:nvPicPr>
          <p:cNvPr id="1049" name="Google Shape;1049;g13fd850ae91_0_138"/>
          <p:cNvPicPr preferRelativeResize="0"/>
          <p:nvPr/>
        </p:nvPicPr>
        <p:blipFill rotWithShape="1">
          <a:blip r:embed="rId4">
            <a:alphaModFix/>
          </a:blip>
          <a:srcRect b="0" l="0" r="0" t="0"/>
          <a:stretch/>
        </p:blipFill>
        <p:spPr>
          <a:xfrm>
            <a:off x="151453" y="188887"/>
            <a:ext cx="638322" cy="602644"/>
          </a:xfrm>
          <a:prstGeom prst="rect">
            <a:avLst/>
          </a:prstGeom>
          <a:noFill/>
          <a:ln>
            <a:noFill/>
          </a:ln>
        </p:spPr>
      </p:pic>
      <p:sp>
        <p:nvSpPr>
          <p:cNvPr id="1050" name="Google Shape;1050;g13fd850ae91_0_138"/>
          <p:cNvSpPr txBox="1"/>
          <p:nvPr/>
        </p:nvSpPr>
        <p:spPr>
          <a:xfrm>
            <a:off x="151450" y="791538"/>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400" u="none" cap="none" strike="noStrike">
                <a:solidFill>
                  <a:srgbClr val="202426"/>
                </a:solidFill>
                <a:latin typeface="Raleway Black"/>
                <a:ea typeface="Raleway Black"/>
                <a:cs typeface="Raleway Black"/>
                <a:sym typeface="Raleway Black"/>
              </a:rPr>
              <a:t>1 min</a:t>
            </a:r>
            <a:endParaRPr b="0" i="0" sz="1400" u="none" cap="none" strike="noStrike">
              <a:solidFill>
                <a:srgbClr val="202426"/>
              </a:solidFill>
              <a:latin typeface="Raleway Black"/>
              <a:ea typeface="Raleway Black"/>
              <a:cs typeface="Raleway Black"/>
              <a:sym typeface="Raleway Black"/>
            </a:endParaRPr>
          </a:p>
        </p:txBody>
      </p:sp>
      <p:sp>
        <p:nvSpPr>
          <p:cNvPr id="1051" name="Google Shape;1051;g13fd850ae91_0_138"/>
          <p:cNvSpPr txBox="1"/>
          <p:nvPr/>
        </p:nvSpPr>
        <p:spPr>
          <a:xfrm>
            <a:off x="1336825" y="662225"/>
            <a:ext cx="70872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chemeClr val="dk1"/>
              </a:buClr>
              <a:buSzPts val="1100"/>
              <a:buFont typeface="Arial"/>
              <a:buNone/>
            </a:pPr>
            <a:r>
              <a:rPr b="0" i="1" lang="en" sz="2000" u="none" cap="none" strike="noStrike">
                <a:solidFill>
                  <a:schemeClr val="dk1"/>
                </a:solidFill>
                <a:latin typeface="Lexend Deca"/>
                <a:ea typeface="Lexend Deca"/>
                <a:cs typeface="Lexend Deca"/>
                <a:sym typeface="Lexend Deca"/>
              </a:rPr>
              <a:t>Topic: All people should have universal basic income. </a:t>
            </a:r>
            <a:endParaRPr b="0" i="1" sz="2000" u="none" cap="none" strike="noStrike">
              <a:solidFill>
                <a:schemeClr val="dk1"/>
              </a:solidFill>
              <a:latin typeface="Lexend Deca"/>
              <a:ea typeface="Lexend Deca"/>
              <a:cs typeface="Lexend Deca"/>
              <a:sym typeface="Lexend Deca"/>
            </a:endParaRPr>
          </a:p>
        </p:txBody>
      </p:sp>
      <p:sp>
        <p:nvSpPr>
          <p:cNvPr id="1052" name="Google Shape;1052;g13fd850ae91_0_138"/>
          <p:cNvSpPr txBox="1"/>
          <p:nvPr/>
        </p:nvSpPr>
        <p:spPr>
          <a:xfrm>
            <a:off x="151450" y="-1260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053" name="Google Shape;1053;g13fd850ae91_0_138"/>
          <p:cNvGraphicFramePr/>
          <p:nvPr/>
        </p:nvGraphicFramePr>
        <p:xfrm>
          <a:off x="457200" y="1283200"/>
          <a:ext cx="3000000" cy="3000000"/>
        </p:xfrm>
        <a:graphic>
          <a:graphicData uri="http://schemas.openxmlformats.org/drawingml/2006/table">
            <a:tbl>
              <a:tblPr>
                <a:noFill/>
                <a:tableStyleId>{BF9E88EB-BACF-42C4-A6FE-88AF1C0E03B7}</a:tableStyleId>
              </a:tblPr>
              <a:tblGrid>
                <a:gridCol w="2401325"/>
                <a:gridCol w="5738150"/>
              </a:tblGrid>
              <a:tr h="1981200">
                <a:tc>
                  <a:txBody>
                    <a:bodyPr/>
                    <a:lstStyle/>
                    <a:p>
                      <a:pPr indent="0" lvl="0" marL="0" marR="0" rtl="0" algn="ctr">
                        <a:lnSpc>
                          <a:spcPct val="115000"/>
                        </a:lnSpc>
                        <a:spcBef>
                          <a:spcPts val="0"/>
                        </a:spcBef>
                        <a:spcAft>
                          <a:spcPts val="0"/>
                        </a:spcAft>
                        <a:buClr>
                          <a:srgbClr val="000000"/>
                        </a:buClr>
                        <a:buSzPts val="1600"/>
                        <a:buFont typeface="Arial"/>
                        <a:buNone/>
                      </a:pPr>
                      <a:r>
                        <a:rPr b="1" i="1" lang="en" sz="1600" u="none" cap="none" strike="noStrike">
                          <a:solidFill>
                            <a:schemeClr val="dk1"/>
                          </a:solidFill>
                          <a:latin typeface="Lexend Deca"/>
                          <a:ea typeface="Lexend Deca"/>
                          <a:cs typeface="Lexend Deca"/>
                          <a:sym typeface="Lexend Deca"/>
                        </a:rPr>
                        <a:t>Rebuttal </a:t>
                      </a:r>
                      <a:endParaRPr b="1" i="1" sz="1600" u="none" cap="none" strike="noStrike">
                        <a:solidFill>
                          <a:schemeClr val="dk1"/>
                        </a:solidFill>
                        <a:latin typeface="Lexend Deca"/>
                        <a:ea typeface="Lexend Deca"/>
                        <a:cs typeface="Lexend Deca"/>
                        <a:sym typeface="Lexend Deca"/>
                      </a:endParaRPr>
                    </a:p>
                    <a:p>
                      <a:pPr indent="0" lvl="0" marL="0" marR="0" rtl="0" algn="l">
                        <a:lnSpc>
                          <a:spcPct val="115000"/>
                        </a:lnSpc>
                        <a:spcBef>
                          <a:spcPts val="0"/>
                        </a:spcBef>
                        <a:spcAft>
                          <a:spcPts val="0"/>
                        </a:spcAft>
                        <a:buClr>
                          <a:srgbClr val="000000"/>
                        </a:buClr>
                        <a:buSzPts val="1600"/>
                        <a:buFont typeface="Arial"/>
                        <a:buNone/>
                      </a:pPr>
                      <a:r>
                        <a:rPr b="1" i="1" lang="en" sz="1600" u="none" cap="none" strike="noStrike">
                          <a:solidFill>
                            <a:schemeClr val="dk1"/>
                          </a:solidFill>
                          <a:latin typeface="Lexend Deca"/>
                          <a:ea typeface="Lexend Deca"/>
                          <a:cs typeface="Lexend Deca"/>
                          <a:sym typeface="Lexend Deca"/>
                        </a:rPr>
                        <a:t>(Affirmative  side)</a:t>
                      </a:r>
                      <a:endParaRPr b="1" i="1" sz="1600" u="none" cap="none" strike="noStrike">
                        <a:latin typeface="Lexend Deca"/>
                        <a:ea typeface="Lexend Deca"/>
                        <a:cs typeface="Lexend Deca"/>
                        <a:sym typeface="Lexend Deca"/>
                      </a:endParaRPr>
                    </a:p>
                  </a:txBody>
                  <a:tcPr marT="91425" marB="91425" marR="91425" marL="91425">
                    <a:solidFill>
                      <a:schemeClr val="accent4"/>
                    </a:solidFill>
                  </a:tcPr>
                </a:tc>
                <a:tc>
                  <a:txBody>
                    <a:bodyPr/>
                    <a:lstStyle/>
                    <a:p>
                      <a:pPr indent="0" lvl="0" marL="0" marR="0" rtl="0" algn="l">
                        <a:lnSpc>
                          <a:spcPct val="115000"/>
                        </a:lnSpc>
                        <a:spcBef>
                          <a:spcPts val="0"/>
                        </a:spcBef>
                        <a:spcAft>
                          <a:spcPts val="0"/>
                        </a:spcAft>
                        <a:buClr>
                          <a:schemeClr val="dk1"/>
                        </a:buClr>
                        <a:buSzPts val="1100"/>
                        <a:buFont typeface="Arial"/>
                        <a:buNone/>
                      </a:pPr>
                      <a:r>
                        <a:rPr i="1" lang="en" sz="1800" u="none" cap="none" strike="noStrike">
                          <a:latin typeface="Lexend Deca"/>
                          <a:ea typeface="Lexend Deca"/>
                          <a:cs typeface="Lexend Deca"/>
                          <a:sym typeface="Lexend Deca"/>
                        </a:rPr>
                        <a:t>The first and foremost reason for poverty is that people don’t have good job opportunities. Identifying a skill in a person can take a lot of time and until identifying the skill the person can die of hunger if not paid. A man with a family would not be able to take care of the family if not given a universal basic income. It would not improve the problem of poverty but rather will lead to greater poverty.  </a:t>
                      </a:r>
                      <a:endParaRPr i="1" sz="1800" u="none" cap="none" strike="noStrike">
                        <a:latin typeface="Lexend Deca"/>
                        <a:ea typeface="Lexend Deca"/>
                        <a:cs typeface="Lexend Deca"/>
                        <a:sym typeface="Lexend Deca"/>
                      </a:endParaRPr>
                    </a:p>
                  </a:txBody>
                  <a:tcPr marT="91425" marB="91425" marR="91425" marL="91425">
                    <a:solidFill>
                      <a:srgbClr val="E7E6E6"/>
                    </a:solidFill>
                  </a:tcPr>
                </a:tc>
              </a:tr>
            </a:tbl>
          </a:graphicData>
        </a:graphic>
      </p:graphicFrame>
      <p:sp>
        <p:nvSpPr>
          <p:cNvPr id="1054" name="Google Shape;1054;g13fd850ae91_0_138"/>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g13fd850ae91_0_127"/>
          <p:cNvSpPr txBox="1"/>
          <p:nvPr>
            <p:ph type="title"/>
          </p:nvPr>
        </p:nvSpPr>
        <p:spPr>
          <a:xfrm>
            <a:off x="720000" y="-126075"/>
            <a:ext cx="7704000" cy="107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lang="en" sz="3300">
                <a:latin typeface="Sigmar One"/>
                <a:ea typeface="Sigmar One"/>
                <a:cs typeface="Sigmar One"/>
                <a:sym typeface="Sigmar One"/>
              </a:rPr>
              <a:t>Example of rebuttal</a:t>
            </a:r>
            <a:endParaRPr sz="2200"/>
          </a:p>
        </p:txBody>
      </p:sp>
      <p:pic>
        <p:nvPicPr>
          <p:cNvPr id="1060" name="Google Shape;1060;g13fd850ae91_0_127"/>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pic>
        <p:nvPicPr>
          <p:cNvPr id="1061" name="Google Shape;1061;g13fd850ae91_0_127"/>
          <p:cNvPicPr preferRelativeResize="0"/>
          <p:nvPr/>
        </p:nvPicPr>
        <p:blipFill rotWithShape="1">
          <a:blip r:embed="rId4">
            <a:alphaModFix/>
          </a:blip>
          <a:srcRect b="0" l="0" r="0" t="0"/>
          <a:stretch/>
        </p:blipFill>
        <p:spPr>
          <a:xfrm>
            <a:off x="151453" y="188887"/>
            <a:ext cx="638322" cy="602644"/>
          </a:xfrm>
          <a:prstGeom prst="rect">
            <a:avLst/>
          </a:prstGeom>
          <a:noFill/>
          <a:ln>
            <a:noFill/>
          </a:ln>
        </p:spPr>
      </p:pic>
      <p:sp>
        <p:nvSpPr>
          <p:cNvPr id="1062" name="Google Shape;1062;g13fd850ae91_0_127"/>
          <p:cNvSpPr txBox="1"/>
          <p:nvPr/>
        </p:nvSpPr>
        <p:spPr>
          <a:xfrm>
            <a:off x="151450" y="791538"/>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400" u="none" cap="none" strike="noStrike">
                <a:solidFill>
                  <a:srgbClr val="202426"/>
                </a:solidFill>
                <a:latin typeface="Raleway Black"/>
                <a:ea typeface="Raleway Black"/>
                <a:cs typeface="Raleway Black"/>
                <a:sym typeface="Raleway Black"/>
              </a:rPr>
              <a:t>1 min</a:t>
            </a:r>
            <a:endParaRPr b="0" i="0" sz="1400" u="none" cap="none" strike="noStrike">
              <a:solidFill>
                <a:srgbClr val="202426"/>
              </a:solidFill>
              <a:latin typeface="Raleway Black"/>
              <a:ea typeface="Raleway Black"/>
              <a:cs typeface="Raleway Black"/>
              <a:sym typeface="Raleway Black"/>
            </a:endParaRPr>
          </a:p>
        </p:txBody>
      </p:sp>
      <p:sp>
        <p:nvSpPr>
          <p:cNvPr id="1063" name="Google Shape;1063;g13fd850ae91_0_127"/>
          <p:cNvSpPr txBox="1"/>
          <p:nvPr/>
        </p:nvSpPr>
        <p:spPr>
          <a:xfrm>
            <a:off x="1336825" y="662225"/>
            <a:ext cx="68982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chemeClr val="dk1"/>
              </a:buClr>
              <a:buSzPts val="1100"/>
              <a:buFont typeface="Arial"/>
              <a:buNone/>
            </a:pPr>
            <a:r>
              <a:rPr b="0" i="1" lang="en" sz="2000" u="none" cap="none" strike="noStrike">
                <a:solidFill>
                  <a:schemeClr val="dk1"/>
                </a:solidFill>
                <a:latin typeface="Lexend Deca"/>
                <a:ea typeface="Lexend Deca"/>
                <a:cs typeface="Lexend Deca"/>
                <a:sym typeface="Lexend Deca"/>
              </a:rPr>
              <a:t>Topic: All people should have universal basic income. </a:t>
            </a:r>
            <a:endParaRPr b="0" i="1" sz="2200" u="none" cap="none" strike="noStrike">
              <a:solidFill>
                <a:schemeClr val="dk1"/>
              </a:solidFill>
              <a:latin typeface="Lexend Deca"/>
              <a:ea typeface="Lexend Deca"/>
              <a:cs typeface="Lexend Deca"/>
              <a:sym typeface="Lexend Deca"/>
            </a:endParaRPr>
          </a:p>
        </p:txBody>
      </p:sp>
      <p:sp>
        <p:nvSpPr>
          <p:cNvPr id="1064" name="Google Shape;1064;g13fd850ae91_0_127"/>
          <p:cNvSpPr txBox="1"/>
          <p:nvPr/>
        </p:nvSpPr>
        <p:spPr>
          <a:xfrm>
            <a:off x="151450" y="-1260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065" name="Google Shape;1065;g13fd850ae91_0_127"/>
          <p:cNvGraphicFramePr/>
          <p:nvPr/>
        </p:nvGraphicFramePr>
        <p:xfrm>
          <a:off x="457200" y="1283200"/>
          <a:ext cx="3000000" cy="3000000"/>
        </p:xfrm>
        <a:graphic>
          <a:graphicData uri="http://schemas.openxmlformats.org/drawingml/2006/table">
            <a:tbl>
              <a:tblPr>
                <a:noFill/>
                <a:tableStyleId>{BF9E88EB-BACF-42C4-A6FE-88AF1C0E03B7}</a:tableStyleId>
              </a:tblPr>
              <a:tblGrid>
                <a:gridCol w="2107100"/>
                <a:gridCol w="6032375"/>
              </a:tblGrid>
              <a:tr h="1981200">
                <a:tc>
                  <a:txBody>
                    <a:bodyPr/>
                    <a:lstStyle/>
                    <a:p>
                      <a:pPr indent="0" lvl="0" marL="0" marR="0" rtl="0" algn="ctr">
                        <a:lnSpc>
                          <a:spcPct val="115000"/>
                        </a:lnSpc>
                        <a:spcBef>
                          <a:spcPts val="0"/>
                        </a:spcBef>
                        <a:spcAft>
                          <a:spcPts val="0"/>
                        </a:spcAft>
                        <a:buClr>
                          <a:srgbClr val="000000"/>
                        </a:buClr>
                        <a:buSzPts val="1600"/>
                        <a:buFont typeface="Arial"/>
                        <a:buNone/>
                      </a:pPr>
                      <a:r>
                        <a:rPr b="1" i="1" lang="en" sz="1600" u="none" cap="none" strike="noStrike">
                          <a:solidFill>
                            <a:schemeClr val="dk1"/>
                          </a:solidFill>
                          <a:latin typeface="Lexend Deca"/>
                          <a:ea typeface="Lexend Deca"/>
                          <a:cs typeface="Lexend Deca"/>
                          <a:sym typeface="Lexend Deca"/>
                        </a:rPr>
                        <a:t>Rebuttal </a:t>
                      </a:r>
                      <a:endParaRPr b="1" i="1" sz="1600" u="none" cap="none" strike="noStrike">
                        <a:solidFill>
                          <a:schemeClr val="dk1"/>
                        </a:solidFill>
                        <a:latin typeface="Lexend Deca"/>
                        <a:ea typeface="Lexend Deca"/>
                        <a:cs typeface="Lexend Deca"/>
                        <a:sym typeface="Lexend Deca"/>
                      </a:endParaRPr>
                    </a:p>
                    <a:p>
                      <a:pPr indent="0" lvl="0" marL="0" marR="0" rtl="0" algn="l">
                        <a:lnSpc>
                          <a:spcPct val="115000"/>
                        </a:lnSpc>
                        <a:spcBef>
                          <a:spcPts val="0"/>
                        </a:spcBef>
                        <a:spcAft>
                          <a:spcPts val="0"/>
                        </a:spcAft>
                        <a:buClr>
                          <a:srgbClr val="000000"/>
                        </a:buClr>
                        <a:buSzPts val="1600"/>
                        <a:buFont typeface="Arial"/>
                        <a:buNone/>
                      </a:pPr>
                      <a:r>
                        <a:rPr b="1" i="1" lang="en" sz="1600" u="none" cap="none" strike="noStrike">
                          <a:solidFill>
                            <a:schemeClr val="dk1"/>
                          </a:solidFill>
                          <a:latin typeface="Lexend Deca"/>
                          <a:ea typeface="Lexend Deca"/>
                          <a:cs typeface="Lexend Deca"/>
                          <a:sym typeface="Lexend Deca"/>
                        </a:rPr>
                        <a:t>(Negative side)</a:t>
                      </a:r>
                      <a:endParaRPr b="1" i="1" sz="1600" u="none" cap="none" strike="noStrike">
                        <a:latin typeface="Lexend Deca"/>
                        <a:ea typeface="Lexend Deca"/>
                        <a:cs typeface="Lexend Deca"/>
                        <a:sym typeface="Lexend Deca"/>
                      </a:endParaRPr>
                    </a:p>
                  </a:txBody>
                  <a:tcPr marT="91425" marB="91425" marR="91425" marL="91425">
                    <a:solidFill>
                      <a:schemeClr val="accent4"/>
                    </a:solidFill>
                  </a:tcPr>
                </a:tc>
                <a:tc>
                  <a:txBody>
                    <a:bodyPr/>
                    <a:lstStyle/>
                    <a:p>
                      <a:pPr indent="0" lvl="0" marL="0" marR="0" rtl="0" algn="l">
                        <a:lnSpc>
                          <a:spcPct val="115000"/>
                        </a:lnSpc>
                        <a:spcBef>
                          <a:spcPts val="0"/>
                        </a:spcBef>
                        <a:spcAft>
                          <a:spcPts val="0"/>
                        </a:spcAft>
                        <a:buClr>
                          <a:schemeClr val="dk1"/>
                        </a:buClr>
                        <a:buSzPts val="1100"/>
                        <a:buFont typeface="Arial"/>
                        <a:buNone/>
                      </a:pPr>
                      <a:r>
                        <a:rPr i="1" lang="en" sz="1800" u="none" cap="none" strike="noStrike">
                          <a:latin typeface="Lexend Deca"/>
                          <a:ea typeface="Lexend Deca"/>
                          <a:cs typeface="Lexend Deca"/>
                          <a:sym typeface="Lexend Deca"/>
                        </a:rPr>
                        <a:t>I agree with the point that universal basic income reduces poverty but I do not agree with the point raised by my opponent that it improves physical and mental health. It would devalue work as such and reward sloth. People would not bother to work because they know they’ll get the basic income for their survival, free money makes people lazy and affects their physical and mental health in many ways. </a:t>
                      </a:r>
                      <a:endParaRPr i="1" sz="1800" u="none" cap="none" strike="noStrike">
                        <a:latin typeface="Lexend Deca"/>
                        <a:ea typeface="Lexend Deca"/>
                        <a:cs typeface="Lexend Deca"/>
                        <a:sym typeface="Lexend Deca"/>
                      </a:endParaRPr>
                    </a:p>
                  </a:txBody>
                  <a:tcPr marT="91425" marB="91425" marR="91425" marL="91425">
                    <a:solidFill>
                      <a:srgbClr val="E7E6E6"/>
                    </a:solidFill>
                  </a:tcPr>
                </a:tc>
              </a:tr>
            </a:tbl>
          </a:graphicData>
        </a:graphic>
      </p:graphicFrame>
      <p:sp>
        <p:nvSpPr>
          <p:cNvPr id="1066" name="Google Shape;1066;g13fd850ae91_0_127"/>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g1470438f480_0_7"/>
          <p:cNvSpPr txBox="1"/>
          <p:nvPr/>
        </p:nvSpPr>
        <p:spPr>
          <a:xfrm>
            <a:off x="3024050" y="1481375"/>
            <a:ext cx="6081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1"/>
              </a:solidFill>
              <a:latin typeface="Lexend Deca"/>
              <a:ea typeface="Lexend Deca"/>
              <a:cs typeface="Lexend Deca"/>
              <a:sym typeface="Lexend Deca"/>
            </a:endParaRPr>
          </a:p>
        </p:txBody>
      </p:sp>
      <p:pic>
        <p:nvPicPr>
          <p:cNvPr id="1072" name="Google Shape;1072;g1470438f480_0_7"/>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pic>
        <p:nvPicPr>
          <p:cNvPr id="1073" name="Google Shape;1073;g1470438f480_0_7"/>
          <p:cNvPicPr preferRelativeResize="0"/>
          <p:nvPr/>
        </p:nvPicPr>
        <p:blipFill rotWithShape="1">
          <a:blip r:embed="rId4">
            <a:alphaModFix/>
          </a:blip>
          <a:srcRect b="0" l="0" r="0" t="0"/>
          <a:stretch/>
        </p:blipFill>
        <p:spPr>
          <a:xfrm>
            <a:off x="138040" y="308349"/>
            <a:ext cx="638322" cy="602644"/>
          </a:xfrm>
          <a:prstGeom prst="rect">
            <a:avLst/>
          </a:prstGeom>
          <a:noFill/>
          <a:ln>
            <a:noFill/>
          </a:ln>
        </p:spPr>
      </p:pic>
      <p:sp>
        <p:nvSpPr>
          <p:cNvPr id="1074" name="Google Shape;1074;g1470438f480_0_7"/>
          <p:cNvSpPr txBox="1"/>
          <p:nvPr/>
        </p:nvSpPr>
        <p:spPr>
          <a:xfrm>
            <a:off x="138125" y="854525"/>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400" u="none" cap="none" strike="noStrike">
                <a:solidFill>
                  <a:srgbClr val="202426"/>
                </a:solidFill>
                <a:latin typeface="Raleway Black"/>
                <a:ea typeface="Raleway Black"/>
                <a:cs typeface="Raleway Black"/>
                <a:sym typeface="Raleway Black"/>
              </a:rPr>
              <a:t>3 mins</a:t>
            </a:r>
            <a:endParaRPr b="0" i="0" sz="1400" u="none" cap="none" strike="noStrike">
              <a:solidFill>
                <a:srgbClr val="202426"/>
              </a:solidFill>
              <a:latin typeface="Raleway Black"/>
              <a:ea typeface="Raleway Black"/>
              <a:cs typeface="Raleway Black"/>
              <a:sym typeface="Raleway Black"/>
            </a:endParaRPr>
          </a:p>
        </p:txBody>
      </p:sp>
      <p:sp>
        <p:nvSpPr>
          <p:cNvPr id="1075" name="Google Shape;1075;g1470438f480_0_7"/>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202426"/>
                </a:solidFill>
                <a:latin typeface="Raleway Black"/>
                <a:ea typeface="Raleway Black"/>
                <a:cs typeface="Raleway Black"/>
                <a:sym typeface="Raleway Black"/>
              </a:rPr>
              <a:t>Activity</a:t>
            </a:r>
            <a:endParaRPr b="0" i="0" sz="1400" u="none" cap="none" strike="noStrike">
              <a:solidFill>
                <a:schemeClr val="dk1"/>
              </a:solidFill>
              <a:latin typeface="Arial"/>
              <a:ea typeface="Arial"/>
              <a:cs typeface="Arial"/>
              <a:sym typeface="Arial"/>
            </a:endParaRPr>
          </a:p>
        </p:txBody>
      </p:sp>
      <p:sp>
        <p:nvSpPr>
          <p:cNvPr id="1076" name="Google Shape;1076;g1470438f480_0_7"/>
          <p:cNvSpPr txBox="1"/>
          <p:nvPr/>
        </p:nvSpPr>
        <p:spPr>
          <a:xfrm>
            <a:off x="1806575" y="3946350"/>
            <a:ext cx="5647800" cy="846600"/>
          </a:xfrm>
          <a:prstGeom prst="rect">
            <a:avLst/>
          </a:prstGeom>
          <a:solidFill>
            <a:schemeClr val="accent4"/>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000"/>
              <a:buFont typeface="Arial"/>
              <a:buNone/>
            </a:pPr>
            <a:r>
              <a:rPr b="0" i="1" lang="en" sz="2000" u="none" cap="none" strike="noStrike">
                <a:solidFill>
                  <a:srgbClr val="202124"/>
                </a:solidFill>
                <a:latin typeface="Lexend Deca"/>
                <a:ea typeface="Lexend Deca"/>
                <a:cs typeface="Lexend Deca"/>
                <a:sym typeface="Lexend Deca"/>
              </a:rPr>
              <a:t>Watch the video and write down the points for your rebuttal. </a:t>
            </a:r>
            <a:endParaRPr b="0" i="0" sz="1400" u="none" cap="none" strike="noStrike">
              <a:solidFill>
                <a:srgbClr val="000000"/>
              </a:solidFill>
              <a:latin typeface="Roboto"/>
              <a:ea typeface="Roboto"/>
              <a:cs typeface="Roboto"/>
              <a:sym typeface="Roboto"/>
            </a:endParaRPr>
          </a:p>
        </p:txBody>
      </p:sp>
      <p:sp>
        <p:nvSpPr>
          <p:cNvPr id="1077" name="Google Shape;1077;g1470438f480_0_7"/>
          <p:cNvSpPr txBox="1"/>
          <p:nvPr/>
        </p:nvSpPr>
        <p:spPr>
          <a:xfrm>
            <a:off x="0" y="1114975"/>
            <a:ext cx="4149600" cy="1708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300"/>
              <a:buFont typeface="Arial"/>
              <a:buNone/>
            </a:pPr>
            <a:r>
              <a:rPr b="0" i="0" lang="en" sz="3300" u="none" cap="none" strike="noStrike">
                <a:solidFill>
                  <a:schemeClr val="dk1"/>
                </a:solidFill>
                <a:latin typeface="Sigmar One"/>
                <a:ea typeface="Sigmar One"/>
                <a:cs typeface="Sigmar One"/>
                <a:sym typeface="Sigmar One"/>
              </a:rPr>
              <a:t>Your Turn: Negative case Study!</a:t>
            </a:r>
            <a:endParaRPr b="0" i="0" sz="3300" u="none" cap="none" strike="noStrike">
              <a:solidFill>
                <a:srgbClr val="000000"/>
              </a:solidFill>
              <a:latin typeface="Arial"/>
              <a:ea typeface="Arial"/>
              <a:cs typeface="Arial"/>
              <a:sym typeface="Arial"/>
            </a:endParaRPr>
          </a:p>
        </p:txBody>
      </p:sp>
      <p:sp>
        <p:nvSpPr>
          <p:cNvPr id="1078" name="Google Shape;1078;g1470438f480_0_7"/>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pic>
        <p:nvPicPr>
          <p:cNvPr id="1079" name="Google Shape;1079;g1470438f480_0_7" title="Social media impacts.mp4">
            <a:hlinkClick r:id="rId5"/>
          </p:cNvPr>
          <p:cNvPicPr preferRelativeResize="0"/>
          <p:nvPr/>
        </p:nvPicPr>
        <p:blipFill rotWithShape="1">
          <a:blip r:embed="rId6">
            <a:alphaModFix/>
          </a:blip>
          <a:srcRect b="0" l="0" r="0" t="0"/>
          <a:stretch/>
        </p:blipFill>
        <p:spPr>
          <a:xfrm>
            <a:off x="4096023" y="577700"/>
            <a:ext cx="4316186" cy="3237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9"/>
                                        </p:tgtEl>
                                        <p:attrNameLst>
                                          <p:attrName>style.visibility</p:attrName>
                                        </p:attrNameLst>
                                      </p:cBhvr>
                                      <p:to>
                                        <p:strVal val="visible"/>
                                      </p:to>
                                    </p:set>
                                    <p:animEffect filter="fade" transition="in">
                                      <p:cBhvr>
                                        <p:cTn dur="1000"/>
                                        <p:tgtEl>
                                          <p:spTgt spid="10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pic>
        <p:nvPicPr>
          <p:cNvPr id="1084" name="Google Shape;1084;g13fd850ae91_0_116"/>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sp>
        <p:nvSpPr>
          <p:cNvPr id="1085" name="Google Shape;1085;g13fd850ae91_0_116"/>
          <p:cNvSpPr txBox="1"/>
          <p:nvPr/>
        </p:nvSpPr>
        <p:spPr>
          <a:xfrm>
            <a:off x="1508450" y="359613"/>
            <a:ext cx="6211500" cy="1200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300"/>
              <a:buFont typeface="Arial"/>
              <a:buNone/>
            </a:pPr>
            <a:r>
              <a:rPr b="0" i="0" lang="en" sz="3300" u="none" cap="none" strike="noStrike">
                <a:solidFill>
                  <a:schemeClr val="dk1"/>
                </a:solidFill>
                <a:latin typeface="Sigmar One"/>
                <a:ea typeface="Sigmar One"/>
                <a:cs typeface="Sigmar One"/>
                <a:sym typeface="Sigmar One"/>
              </a:rPr>
              <a:t>Write your rebuttal script!  </a:t>
            </a:r>
            <a:endParaRPr b="0" i="0" sz="800" u="none" cap="none" strike="noStrike">
              <a:solidFill>
                <a:srgbClr val="000000"/>
              </a:solidFill>
              <a:latin typeface="Arial"/>
              <a:ea typeface="Arial"/>
              <a:cs typeface="Arial"/>
              <a:sym typeface="Arial"/>
            </a:endParaRPr>
          </a:p>
        </p:txBody>
      </p:sp>
      <p:pic>
        <p:nvPicPr>
          <p:cNvPr id="1086" name="Google Shape;1086;g13fd850ae91_0_116"/>
          <p:cNvPicPr preferRelativeResize="0"/>
          <p:nvPr/>
        </p:nvPicPr>
        <p:blipFill rotWithShape="1">
          <a:blip r:embed="rId4">
            <a:alphaModFix/>
          </a:blip>
          <a:srcRect b="0" l="0" r="0" t="0"/>
          <a:stretch/>
        </p:blipFill>
        <p:spPr>
          <a:xfrm>
            <a:off x="116328" y="359624"/>
            <a:ext cx="638322" cy="602644"/>
          </a:xfrm>
          <a:prstGeom prst="rect">
            <a:avLst/>
          </a:prstGeom>
          <a:noFill/>
          <a:ln>
            <a:noFill/>
          </a:ln>
        </p:spPr>
      </p:pic>
      <p:sp>
        <p:nvSpPr>
          <p:cNvPr id="1087" name="Google Shape;1087;g13fd850ae91_0_116"/>
          <p:cNvSpPr txBox="1"/>
          <p:nvPr/>
        </p:nvSpPr>
        <p:spPr>
          <a:xfrm>
            <a:off x="116325" y="962275"/>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n">
                <a:solidFill>
                  <a:srgbClr val="202426"/>
                </a:solidFill>
                <a:latin typeface="Raleway Black"/>
                <a:ea typeface="Raleway Black"/>
                <a:cs typeface="Raleway Black"/>
                <a:sym typeface="Raleway Black"/>
              </a:rPr>
              <a:t>5</a:t>
            </a:r>
            <a:r>
              <a:rPr b="0" i="0" lang="en" sz="1400" u="none" cap="none" strike="noStrike">
                <a:solidFill>
                  <a:srgbClr val="202426"/>
                </a:solidFill>
                <a:latin typeface="Raleway Black"/>
                <a:ea typeface="Raleway Black"/>
                <a:cs typeface="Raleway Black"/>
                <a:sym typeface="Raleway Black"/>
              </a:rPr>
              <a:t> mins</a:t>
            </a:r>
            <a:endParaRPr b="0" i="0" sz="1400" u="none" cap="none" strike="noStrike">
              <a:solidFill>
                <a:srgbClr val="202426"/>
              </a:solidFill>
              <a:latin typeface="Raleway Black"/>
              <a:ea typeface="Raleway Black"/>
              <a:cs typeface="Raleway Black"/>
              <a:sym typeface="Raleway Black"/>
            </a:endParaRPr>
          </a:p>
        </p:txBody>
      </p:sp>
      <p:sp>
        <p:nvSpPr>
          <p:cNvPr id="1088" name="Google Shape;1088;g13fd850ae91_0_116"/>
          <p:cNvSpPr txBox="1"/>
          <p:nvPr/>
        </p:nvSpPr>
        <p:spPr>
          <a:xfrm>
            <a:off x="116325"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202426"/>
                </a:solidFill>
                <a:latin typeface="Raleway Black"/>
                <a:ea typeface="Raleway Black"/>
                <a:cs typeface="Raleway Black"/>
                <a:sym typeface="Raleway Black"/>
              </a:rPr>
              <a:t>Student Template</a:t>
            </a:r>
            <a:endParaRPr b="0" i="0" sz="1400" u="none" cap="none" strike="noStrike">
              <a:solidFill>
                <a:srgbClr val="000000"/>
              </a:solidFill>
              <a:latin typeface="Arial"/>
              <a:ea typeface="Arial"/>
              <a:cs typeface="Arial"/>
              <a:sym typeface="Arial"/>
            </a:endParaRPr>
          </a:p>
        </p:txBody>
      </p:sp>
      <p:sp>
        <p:nvSpPr>
          <p:cNvPr id="1089" name="Google Shape;1089;g13fd850ae91_0_116"/>
          <p:cNvSpPr txBox="1"/>
          <p:nvPr/>
        </p:nvSpPr>
        <p:spPr>
          <a:xfrm>
            <a:off x="457200" y="1678825"/>
            <a:ext cx="5261100" cy="1098900"/>
          </a:xfrm>
          <a:prstGeom prst="rect">
            <a:avLst/>
          </a:prstGeom>
          <a:solidFill>
            <a:srgbClr val="EAD1DC"/>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chemeClr val="dk1"/>
              </a:buClr>
              <a:buSzPts val="1100"/>
              <a:buFont typeface="Arial"/>
              <a:buNone/>
            </a:pPr>
            <a:r>
              <a:rPr b="1" i="1" lang="en" sz="1800" u="none" cap="none" strike="noStrike">
                <a:solidFill>
                  <a:srgbClr val="202124"/>
                </a:solidFill>
                <a:latin typeface="Lexend Deca"/>
                <a:ea typeface="Lexend Deca"/>
                <a:cs typeface="Lexend Deca"/>
                <a:sym typeface="Lexend Deca"/>
              </a:rPr>
              <a:t>Topic: </a:t>
            </a:r>
            <a:r>
              <a:rPr b="1" i="1" lang="en" sz="1800" u="none" cap="none" strike="noStrike">
                <a:solidFill>
                  <a:srgbClr val="1D1C1D"/>
                </a:solidFill>
                <a:latin typeface="Lexend Deca"/>
                <a:ea typeface="Lexend Deca"/>
                <a:cs typeface="Lexend Deca"/>
                <a:sym typeface="Lexend Deca"/>
              </a:rPr>
              <a:t>Students spend too much time on social media, think of a policy that could help.</a:t>
            </a:r>
            <a:endParaRPr b="1" i="1" sz="2000" u="none" cap="none" strike="noStrike">
              <a:solidFill>
                <a:srgbClr val="333333"/>
              </a:solidFill>
              <a:latin typeface="Lexend Deca"/>
              <a:ea typeface="Lexend Deca"/>
              <a:cs typeface="Lexend Deca"/>
              <a:sym typeface="Lexend Deca"/>
            </a:endParaRPr>
          </a:p>
        </p:txBody>
      </p:sp>
      <p:grpSp>
        <p:nvGrpSpPr>
          <p:cNvPr id="1090" name="Google Shape;1090;g13fd850ae91_0_116"/>
          <p:cNvGrpSpPr/>
          <p:nvPr/>
        </p:nvGrpSpPr>
        <p:grpSpPr>
          <a:xfrm>
            <a:off x="5653417" y="1872025"/>
            <a:ext cx="3445595" cy="3271476"/>
            <a:chOff x="5256167" y="1468700"/>
            <a:chExt cx="3445595" cy="3271476"/>
          </a:xfrm>
        </p:grpSpPr>
        <p:sp>
          <p:nvSpPr>
            <p:cNvPr id="1091" name="Google Shape;1091;g13fd850ae91_0_116"/>
            <p:cNvSpPr/>
            <p:nvPr/>
          </p:nvSpPr>
          <p:spPr>
            <a:xfrm>
              <a:off x="6521525" y="4531625"/>
              <a:ext cx="1274700" cy="1974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g13fd850ae91_0_116"/>
            <p:cNvSpPr/>
            <p:nvPr/>
          </p:nvSpPr>
          <p:spPr>
            <a:xfrm flipH="1">
              <a:off x="5256167" y="1468700"/>
              <a:ext cx="3445595" cy="3271415"/>
            </a:xfrm>
            <a:custGeom>
              <a:rect b="b" l="l" r="r" t="t"/>
              <a:pathLst>
                <a:path extrusionOk="0" h="77238" w="78698">
                  <a:moveTo>
                    <a:pt x="33895" y="1"/>
                  </a:moveTo>
                  <a:cubicBezTo>
                    <a:pt x="33525" y="1"/>
                    <a:pt x="33154" y="7"/>
                    <a:pt x="32783" y="19"/>
                  </a:cubicBezTo>
                  <a:cubicBezTo>
                    <a:pt x="25665" y="219"/>
                    <a:pt x="18547" y="2725"/>
                    <a:pt x="13509" y="7462"/>
                  </a:cubicBezTo>
                  <a:cubicBezTo>
                    <a:pt x="8447" y="12199"/>
                    <a:pt x="5715" y="19242"/>
                    <a:pt x="7018" y="25858"/>
                  </a:cubicBezTo>
                  <a:cubicBezTo>
                    <a:pt x="7670" y="29192"/>
                    <a:pt x="5865" y="33828"/>
                    <a:pt x="6918" y="37061"/>
                  </a:cubicBezTo>
                  <a:cubicBezTo>
                    <a:pt x="7945" y="40320"/>
                    <a:pt x="8397" y="43954"/>
                    <a:pt x="6818" y="46986"/>
                  </a:cubicBezTo>
                  <a:cubicBezTo>
                    <a:pt x="5915" y="48691"/>
                    <a:pt x="4462" y="50069"/>
                    <a:pt x="3484" y="51698"/>
                  </a:cubicBezTo>
                  <a:cubicBezTo>
                    <a:pt x="1" y="57387"/>
                    <a:pt x="3083" y="65031"/>
                    <a:pt x="8497" y="69192"/>
                  </a:cubicBezTo>
                  <a:cubicBezTo>
                    <a:pt x="13885" y="73327"/>
                    <a:pt x="20978" y="74806"/>
                    <a:pt x="27770" y="76184"/>
                  </a:cubicBezTo>
                  <a:lnTo>
                    <a:pt x="30828" y="77237"/>
                  </a:lnTo>
                  <a:cubicBezTo>
                    <a:pt x="38021" y="76184"/>
                    <a:pt x="45214" y="75132"/>
                    <a:pt x="52407" y="74079"/>
                  </a:cubicBezTo>
                  <a:cubicBezTo>
                    <a:pt x="59149" y="73102"/>
                    <a:pt x="63710" y="71247"/>
                    <a:pt x="69324" y="67588"/>
                  </a:cubicBezTo>
                  <a:cubicBezTo>
                    <a:pt x="74938" y="63929"/>
                    <a:pt x="78698" y="56861"/>
                    <a:pt x="76141" y="50871"/>
                  </a:cubicBezTo>
                  <a:cubicBezTo>
                    <a:pt x="73510" y="44756"/>
                    <a:pt x="68021" y="42726"/>
                    <a:pt x="65114" y="36736"/>
                  </a:cubicBezTo>
                  <a:cubicBezTo>
                    <a:pt x="62683" y="31723"/>
                    <a:pt x="64387" y="25758"/>
                    <a:pt x="62983" y="20395"/>
                  </a:cubicBezTo>
                  <a:cubicBezTo>
                    <a:pt x="61354" y="14179"/>
                    <a:pt x="59149" y="8014"/>
                    <a:pt x="53184" y="4956"/>
                  </a:cubicBezTo>
                  <a:cubicBezTo>
                    <a:pt x="47270" y="1916"/>
                    <a:pt x="40613" y="1"/>
                    <a:pt x="33895" y="1"/>
                  </a:cubicBezTo>
                  <a:close/>
                </a:path>
              </a:pathLst>
            </a:custGeom>
            <a:solidFill>
              <a:srgbClr val="6275EE">
                <a:alpha val="1411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g13fd850ae91_0_116"/>
            <p:cNvSpPr/>
            <p:nvPr/>
          </p:nvSpPr>
          <p:spPr>
            <a:xfrm flipH="1">
              <a:off x="5760004" y="3477296"/>
              <a:ext cx="1075255" cy="923531"/>
            </a:xfrm>
            <a:custGeom>
              <a:rect b="b" l="l" r="r" t="t"/>
              <a:pathLst>
                <a:path extrusionOk="0" h="22065" w="25690">
                  <a:moveTo>
                    <a:pt x="9864" y="12466"/>
                  </a:moveTo>
                  <a:lnTo>
                    <a:pt x="9574" y="12632"/>
                  </a:lnTo>
                  <a:cubicBezTo>
                    <a:pt x="9660" y="12558"/>
                    <a:pt x="9757" y="12505"/>
                    <a:pt x="9864" y="12466"/>
                  </a:cubicBezTo>
                  <a:close/>
                  <a:moveTo>
                    <a:pt x="7795" y="1"/>
                  </a:moveTo>
                  <a:cubicBezTo>
                    <a:pt x="7795" y="1"/>
                    <a:pt x="0" y="4086"/>
                    <a:pt x="50" y="4863"/>
                  </a:cubicBezTo>
                  <a:cubicBezTo>
                    <a:pt x="251" y="8322"/>
                    <a:pt x="3058" y="15891"/>
                    <a:pt x="4662" y="18447"/>
                  </a:cubicBezTo>
                  <a:cubicBezTo>
                    <a:pt x="6301" y="21114"/>
                    <a:pt x="9028" y="22065"/>
                    <a:pt x="10745" y="22065"/>
                  </a:cubicBezTo>
                  <a:cubicBezTo>
                    <a:pt x="10997" y="22065"/>
                    <a:pt x="11227" y="22044"/>
                    <a:pt x="11429" y="22006"/>
                  </a:cubicBezTo>
                  <a:cubicBezTo>
                    <a:pt x="14687" y="21404"/>
                    <a:pt x="22707" y="14587"/>
                    <a:pt x="25690" y="11881"/>
                  </a:cubicBezTo>
                  <a:cubicBezTo>
                    <a:pt x="23484" y="9951"/>
                    <a:pt x="22883" y="8672"/>
                    <a:pt x="20777" y="6517"/>
                  </a:cubicBezTo>
                  <a:cubicBezTo>
                    <a:pt x="20452" y="6667"/>
                    <a:pt x="14036" y="10076"/>
                    <a:pt x="14036" y="10076"/>
                  </a:cubicBezTo>
                  <a:lnTo>
                    <a:pt x="12894" y="10730"/>
                  </a:lnTo>
                  <a:lnTo>
                    <a:pt x="12894" y="10730"/>
                  </a:lnTo>
                  <a:lnTo>
                    <a:pt x="7795" y="1"/>
                  </a:ln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g13fd850ae91_0_116"/>
            <p:cNvSpPr/>
            <p:nvPr/>
          </p:nvSpPr>
          <p:spPr>
            <a:xfrm flipH="1">
              <a:off x="5600516" y="3567287"/>
              <a:ext cx="483635" cy="439980"/>
            </a:xfrm>
            <a:custGeom>
              <a:rect b="b" l="l" r="r" t="t"/>
              <a:pathLst>
                <a:path extrusionOk="0" h="10512" w="11555">
                  <a:moveTo>
                    <a:pt x="4321" y="0"/>
                  </a:moveTo>
                  <a:cubicBezTo>
                    <a:pt x="3968" y="0"/>
                    <a:pt x="3621" y="185"/>
                    <a:pt x="3434" y="507"/>
                  </a:cubicBezTo>
                  <a:cubicBezTo>
                    <a:pt x="3434" y="507"/>
                    <a:pt x="0" y="4517"/>
                    <a:pt x="1103" y="5746"/>
                  </a:cubicBezTo>
                  <a:lnTo>
                    <a:pt x="6291" y="10482"/>
                  </a:lnTo>
                  <a:cubicBezTo>
                    <a:pt x="6417" y="10502"/>
                    <a:pt x="6543" y="10512"/>
                    <a:pt x="6668" y="10512"/>
                  </a:cubicBezTo>
                  <a:cubicBezTo>
                    <a:pt x="7339" y="10512"/>
                    <a:pt x="7986" y="10230"/>
                    <a:pt x="8472" y="9680"/>
                  </a:cubicBezTo>
                  <a:lnTo>
                    <a:pt x="10677" y="7149"/>
                  </a:lnTo>
                  <a:cubicBezTo>
                    <a:pt x="11554" y="6147"/>
                    <a:pt x="11454" y="4618"/>
                    <a:pt x="10451" y="3741"/>
                  </a:cubicBezTo>
                  <a:lnTo>
                    <a:pt x="7294" y="959"/>
                  </a:lnTo>
                  <a:cubicBezTo>
                    <a:pt x="6816" y="561"/>
                    <a:pt x="6229" y="368"/>
                    <a:pt x="5656" y="368"/>
                  </a:cubicBezTo>
                  <a:cubicBezTo>
                    <a:pt x="5506" y="368"/>
                    <a:pt x="5358" y="381"/>
                    <a:pt x="5213" y="407"/>
                  </a:cubicBezTo>
                  <a:cubicBezTo>
                    <a:pt x="5138" y="357"/>
                    <a:pt x="5088" y="307"/>
                    <a:pt x="5013" y="257"/>
                  </a:cubicBezTo>
                  <a:lnTo>
                    <a:pt x="4812" y="131"/>
                  </a:lnTo>
                  <a:cubicBezTo>
                    <a:pt x="4659" y="42"/>
                    <a:pt x="4489" y="0"/>
                    <a:pt x="4321"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5" name="Google Shape;1095;g13fd850ae91_0_116"/>
            <p:cNvSpPr/>
            <p:nvPr/>
          </p:nvSpPr>
          <p:spPr>
            <a:xfrm flipH="1">
              <a:off x="5681292" y="3829433"/>
              <a:ext cx="246568" cy="66466"/>
            </a:xfrm>
            <a:custGeom>
              <a:rect b="b" l="l" r="r" t="t"/>
              <a:pathLst>
                <a:path extrusionOk="0" h="1588" w="5891">
                  <a:moveTo>
                    <a:pt x="4003" y="0"/>
                  </a:moveTo>
                  <a:cubicBezTo>
                    <a:pt x="1989" y="0"/>
                    <a:pt x="89" y="1393"/>
                    <a:pt x="51" y="1412"/>
                  </a:cubicBezTo>
                  <a:cubicBezTo>
                    <a:pt x="26" y="1437"/>
                    <a:pt x="1" y="1513"/>
                    <a:pt x="51" y="1538"/>
                  </a:cubicBezTo>
                  <a:cubicBezTo>
                    <a:pt x="51" y="1563"/>
                    <a:pt x="101" y="1588"/>
                    <a:pt x="126" y="1588"/>
                  </a:cubicBezTo>
                  <a:cubicBezTo>
                    <a:pt x="151" y="1588"/>
                    <a:pt x="151" y="1588"/>
                    <a:pt x="176" y="1563"/>
                  </a:cubicBezTo>
                  <a:cubicBezTo>
                    <a:pt x="195" y="1544"/>
                    <a:pt x="2049" y="193"/>
                    <a:pt x="3998" y="193"/>
                  </a:cubicBezTo>
                  <a:cubicBezTo>
                    <a:pt x="4586" y="193"/>
                    <a:pt x="5182" y="316"/>
                    <a:pt x="5740" y="635"/>
                  </a:cubicBezTo>
                  <a:cubicBezTo>
                    <a:pt x="5747" y="643"/>
                    <a:pt x="5759" y="646"/>
                    <a:pt x="5772" y="646"/>
                  </a:cubicBezTo>
                  <a:cubicBezTo>
                    <a:pt x="5805" y="646"/>
                    <a:pt x="5848" y="628"/>
                    <a:pt x="5865" y="610"/>
                  </a:cubicBezTo>
                  <a:cubicBezTo>
                    <a:pt x="5890" y="560"/>
                    <a:pt x="5865" y="485"/>
                    <a:pt x="5815" y="460"/>
                  </a:cubicBezTo>
                  <a:cubicBezTo>
                    <a:pt x="5233" y="128"/>
                    <a:pt x="4613" y="0"/>
                    <a:pt x="400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g13fd850ae91_0_116"/>
            <p:cNvSpPr/>
            <p:nvPr/>
          </p:nvSpPr>
          <p:spPr>
            <a:xfrm flipH="1">
              <a:off x="5945650" y="3719644"/>
              <a:ext cx="26243" cy="90239"/>
            </a:xfrm>
            <a:custGeom>
              <a:rect b="b" l="l" r="r" t="t"/>
              <a:pathLst>
                <a:path extrusionOk="0" h="2156" w="627">
                  <a:moveTo>
                    <a:pt x="551" y="0"/>
                  </a:moveTo>
                  <a:cubicBezTo>
                    <a:pt x="476" y="0"/>
                    <a:pt x="451" y="50"/>
                    <a:pt x="451" y="101"/>
                  </a:cubicBezTo>
                  <a:cubicBezTo>
                    <a:pt x="451" y="101"/>
                    <a:pt x="426" y="1103"/>
                    <a:pt x="25" y="2030"/>
                  </a:cubicBezTo>
                  <a:cubicBezTo>
                    <a:pt x="0" y="2080"/>
                    <a:pt x="25" y="2131"/>
                    <a:pt x="75" y="2156"/>
                  </a:cubicBezTo>
                  <a:lnTo>
                    <a:pt x="125" y="2156"/>
                  </a:lnTo>
                  <a:cubicBezTo>
                    <a:pt x="150" y="2156"/>
                    <a:pt x="175" y="2156"/>
                    <a:pt x="201" y="2106"/>
                  </a:cubicBezTo>
                  <a:cubicBezTo>
                    <a:pt x="627" y="1128"/>
                    <a:pt x="627" y="126"/>
                    <a:pt x="627" y="101"/>
                  </a:cubicBezTo>
                  <a:cubicBezTo>
                    <a:pt x="627" y="50"/>
                    <a:pt x="602" y="0"/>
                    <a:pt x="55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7" name="Google Shape;1097;g13fd850ae91_0_116"/>
            <p:cNvSpPr/>
            <p:nvPr/>
          </p:nvSpPr>
          <p:spPr>
            <a:xfrm flipH="1">
              <a:off x="6457632" y="3169276"/>
              <a:ext cx="1552528" cy="1563912"/>
            </a:xfrm>
            <a:custGeom>
              <a:rect b="b" l="l" r="r" t="t"/>
              <a:pathLst>
                <a:path extrusionOk="0" h="37365" w="37093">
                  <a:moveTo>
                    <a:pt x="19260" y="0"/>
                  </a:moveTo>
                  <a:cubicBezTo>
                    <a:pt x="13041" y="0"/>
                    <a:pt x="7012" y="580"/>
                    <a:pt x="5489" y="1595"/>
                  </a:cubicBezTo>
                  <a:cubicBezTo>
                    <a:pt x="2682" y="3450"/>
                    <a:pt x="952" y="10417"/>
                    <a:pt x="877" y="12222"/>
                  </a:cubicBezTo>
                  <a:cubicBezTo>
                    <a:pt x="877" y="12222"/>
                    <a:pt x="0" y="14077"/>
                    <a:pt x="5639" y="14854"/>
                  </a:cubicBezTo>
                  <a:lnTo>
                    <a:pt x="1779" y="33550"/>
                  </a:lnTo>
                  <a:cubicBezTo>
                    <a:pt x="1779" y="33550"/>
                    <a:pt x="9385" y="37365"/>
                    <a:pt x="20444" y="37365"/>
                  </a:cubicBezTo>
                  <a:cubicBezTo>
                    <a:pt x="25420" y="37365"/>
                    <a:pt x="31096" y="36592"/>
                    <a:pt x="37093" y="34352"/>
                  </a:cubicBezTo>
                  <a:lnTo>
                    <a:pt x="35539" y="16332"/>
                  </a:lnTo>
                  <a:lnTo>
                    <a:pt x="30827" y="843"/>
                  </a:lnTo>
                  <a:cubicBezTo>
                    <a:pt x="27780" y="266"/>
                    <a:pt x="23476" y="0"/>
                    <a:pt x="19260"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g13fd850ae91_0_116"/>
            <p:cNvSpPr/>
            <p:nvPr/>
          </p:nvSpPr>
          <p:spPr>
            <a:xfrm flipH="1">
              <a:off x="6254057" y="3204561"/>
              <a:ext cx="465804" cy="648334"/>
            </a:xfrm>
            <a:custGeom>
              <a:rect b="b" l="l" r="r" t="t"/>
              <a:pathLst>
                <a:path extrusionOk="0" h="15490" w="11129">
                  <a:moveTo>
                    <a:pt x="0" y="0"/>
                  </a:moveTo>
                  <a:lnTo>
                    <a:pt x="4712" y="15489"/>
                  </a:lnTo>
                  <a:cubicBezTo>
                    <a:pt x="4712" y="15489"/>
                    <a:pt x="9875" y="14963"/>
                    <a:pt x="11128" y="10752"/>
                  </a:cubicBezTo>
                  <a:cubicBezTo>
                    <a:pt x="11128" y="10752"/>
                    <a:pt x="7519" y="1454"/>
                    <a:pt x="0"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g13fd850ae91_0_116"/>
            <p:cNvSpPr/>
            <p:nvPr/>
          </p:nvSpPr>
          <p:spPr>
            <a:xfrm flipH="1">
              <a:off x="6518418" y="3246501"/>
              <a:ext cx="393437" cy="570735"/>
            </a:xfrm>
            <a:custGeom>
              <a:rect b="b" l="l" r="r" t="t"/>
              <a:pathLst>
                <a:path extrusionOk="0" h="13636" w="9400">
                  <a:moveTo>
                    <a:pt x="126" y="1"/>
                  </a:moveTo>
                  <a:lnTo>
                    <a:pt x="1" y="176"/>
                  </a:lnTo>
                  <a:cubicBezTo>
                    <a:pt x="51" y="201"/>
                    <a:pt x="5089" y="4237"/>
                    <a:pt x="6642" y="6567"/>
                  </a:cubicBezTo>
                  <a:cubicBezTo>
                    <a:pt x="8196" y="8898"/>
                    <a:pt x="9174" y="13610"/>
                    <a:pt x="9174" y="13635"/>
                  </a:cubicBezTo>
                  <a:lnTo>
                    <a:pt x="9399" y="13610"/>
                  </a:lnTo>
                  <a:cubicBezTo>
                    <a:pt x="9374" y="13560"/>
                    <a:pt x="8397" y="8798"/>
                    <a:pt x="6818" y="6442"/>
                  </a:cubicBezTo>
                  <a:cubicBezTo>
                    <a:pt x="5239" y="4086"/>
                    <a:pt x="176" y="51"/>
                    <a:pt x="12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g13fd850ae91_0_116"/>
            <p:cNvSpPr/>
            <p:nvPr/>
          </p:nvSpPr>
          <p:spPr>
            <a:xfrm flipH="1">
              <a:off x="7053421" y="2966441"/>
              <a:ext cx="314750" cy="121421"/>
            </a:xfrm>
            <a:custGeom>
              <a:rect b="b" l="l" r="r" t="t"/>
              <a:pathLst>
                <a:path extrusionOk="0" h="2901" w="7520">
                  <a:moveTo>
                    <a:pt x="226" y="0"/>
                  </a:moveTo>
                  <a:lnTo>
                    <a:pt x="0" y="2882"/>
                  </a:lnTo>
                  <a:cubicBezTo>
                    <a:pt x="217" y="2894"/>
                    <a:pt x="433" y="2900"/>
                    <a:pt x="648" y="2900"/>
                  </a:cubicBezTo>
                  <a:cubicBezTo>
                    <a:pt x="3121" y="2900"/>
                    <a:pt x="5490" y="2115"/>
                    <a:pt x="7519" y="777"/>
                  </a:cubicBezTo>
                  <a:lnTo>
                    <a:pt x="22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g13fd850ae91_0_116"/>
            <p:cNvSpPr/>
            <p:nvPr/>
          </p:nvSpPr>
          <p:spPr>
            <a:xfrm flipH="1">
              <a:off x="6938027" y="2998964"/>
              <a:ext cx="441696" cy="279591"/>
            </a:xfrm>
            <a:custGeom>
              <a:rect b="b" l="l" r="r" t="t"/>
              <a:pathLst>
                <a:path extrusionOk="0" h="6680" w="10553">
                  <a:moveTo>
                    <a:pt x="7795" y="0"/>
                  </a:moveTo>
                  <a:cubicBezTo>
                    <a:pt x="5766" y="1338"/>
                    <a:pt x="3397" y="2123"/>
                    <a:pt x="924" y="2123"/>
                  </a:cubicBezTo>
                  <a:cubicBezTo>
                    <a:pt x="709" y="2123"/>
                    <a:pt x="493" y="2117"/>
                    <a:pt x="276" y="2105"/>
                  </a:cubicBezTo>
                  <a:lnTo>
                    <a:pt x="1" y="5664"/>
                  </a:lnTo>
                  <a:cubicBezTo>
                    <a:pt x="1" y="5664"/>
                    <a:pt x="3347" y="6680"/>
                    <a:pt x="6615" y="6680"/>
                  </a:cubicBezTo>
                  <a:cubicBezTo>
                    <a:pt x="7673" y="6680"/>
                    <a:pt x="8724" y="6573"/>
                    <a:pt x="9650" y="6291"/>
                  </a:cubicBezTo>
                  <a:lnTo>
                    <a:pt x="10001" y="3684"/>
                  </a:lnTo>
                  <a:lnTo>
                    <a:pt x="10552" y="276"/>
                  </a:lnTo>
                  <a:lnTo>
                    <a:pt x="10502" y="276"/>
                  </a:lnTo>
                  <a:lnTo>
                    <a:pt x="7795" y="0"/>
                  </a:ln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g13fd850ae91_0_116"/>
            <p:cNvSpPr/>
            <p:nvPr/>
          </p:nvSpPr>
          <p:spPr>
            <a:xfrm flipH="1">
              <a:off x="6633836" y="1792332"/>
              <a:ext cx="1179139" cy="1220492"/>
            </a:xfrm>
            <a:custGeom>
              <a:rect b="b" l="l" r="r" t="t"/>
              <a:pathLst>
                <a:path extrusionOk="0" h="29160" w="28172">
                  <a:moveTo>
                    <a:pt x="15141" y="0"/>
                  </a:moveTo>
                  <a:cubicBezTo>
                    <a:pt x="7819" y="0"/>
                    <a:pt x="473" y="6481"/>
                    <a:pt x="251" y="14367"/>
                  </a:cubicBezTo>
                  <a:cubicBezTo>
                    <a:pt x="1" y="22387"/>
                    <a:pt x="6592" y="28953"/>
                    <a:pt x="14011" y="29154"/>
                  </a:cubicBezTo>
                  <a:cubicBezTo>
                    <a:pt x="14140" y="29158"/>
                    <a:pt x="14269" y="29160"/>
                    <a:pt x="14397" y="29160"/>
                  </a:cubicBezTo>
                  <a:cubicBezTo>
                    <a:pt x="21668" y="29160"/>
                    <a:pt x="27674" y="22925"/>
                    <a:pt x="27921" y="15044"/>
                  </a:cubicBezTo>
                  <a:cubicBezTo>
                    <a:pt x="28171" y="7024"/>
                    <a:pt x="22958" y="231"/>
                    <a:pt x="15515" y="6"/>
                  </a:cubicBezTo>
                  <a:cubicBezTo>
                    <a:pt x="15390" y="2"/>
                    <a:pt x="15266" y="0"/>
                    <a:pt x="151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g13fd850ae91_0_116"/>
            <p:cNvSpPr/>
            <p:nvPr/>
          </p:nvSpPr>
          <p:spPr>
            <a:xfrm flipH="1">
              <a:off x="6511113" y="1884625"/>
              <a:ext cx="1146576" cy="1163904"/>
            </a:xfrm>
            <a:custGeom>
              <a:rect b="b" l="l" r="r" t="t"/>
              <a:pathLst>
                <a:path extrusionOk="0" h="27808" w="27394">
                  <a:moveTo>
                    <a:pt x="13708" y="0"/>
                  </a:moveTo>
                  <a:cubicBezTo>
                    <a:pt x="6469" y="0"/>
                    <a:pt x="472" y="5960"/>
                    <a:pt x="251" y="13490"/>
                  </a:cubicBezTo>
                  <a:cubicBezTo>
                    <a:pt x="0" y="21159"/>
                    <a:pt x="5840" y="27576"/>
                    <a:pt x="13283" y="27801"/>
                  </a:cubicBezTo>
                  <a:cubicBezTo>
                    <a:pt x="13418" y="27805"/>
                    <a:pt x="13552" y="27807"/>
                    <a:pt x="13685" y="27807"/>
                  </a:cubicBezTo>
                  <a:cubicBezTo>
                    <a:pt x="20925" y="27807"/>
                    <a:pt x="26922" y="21848"/>
                    <a:pt x="27168" y="14317"/>
                  </a:cubicBezTo>
                  <a:cubicBezTo>
                    <a:pt x="27394" y="6623"/>
                    <a:pt x="21554" y="232"/>
                    <a:pt x="14110" y="6"/>
                  </a:cubicBezTo>
                  <a:cubicBezTo>
                    <a:pt x="13976" y="2"/>
                    <a:pt x="13842" y="0"/>
                    <a:pt x="13708"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g13fd850ae91_0_116"/>
            <p:cNvSpPr/>
            <p:nvPr/>
          </p:nvSpPr>
          <p:spPr>
            <a:xfrm flipH="1">
              <a:off x="6660055" y="2333743"/>
              <a:ext cx="218232" cy="133517"/>
            </a:xfrm>
            <a:custGeom>
              <a:rect b="b" l="l" r="r" t="t"/>
              <a:pathLst>
                <a:path extrusionOk="0" h="3190" w="5214">
                  <a:moveTo>
                    <a:pt x="881" y="0"/>
                  </a:moveTo>
                  <a:cubicBezTo>
                    <a:pt x="558" y="0"/>
                    <a:pt x="248" y="192"/>
                    <a:pt x="101" y="505"/>
                  </a:cubicBezTo>
                  <a:cubicBezTo>
                    <a:pt x="1" y="755"/>
                    <a:pt x="26" y="1031"/>
                    <a:pt x="151" y="1256"/>
                  </a:cubicBezTo>
                  <a:cubicBezTo>
                    <a:pt x="226" y="1432"/>
                    <a:pt x="377" y="1557"/>
                    <a:pt x="552" y="1632"/>
                  </a:cubicBezTo>
                  <a:lnTo>
                    <a:pt x="3885" y="3111"/>
                  </a:lnTo>
                  <a:cubicBezTo>
                    <a:pt x="3999" y="3164"/>
                    <a:pt x="4117" y="3189"/>
                    <a:pt x="4234" y="3189"/>
                  </a:cubicBezTo>
                  <a:cubicBezTo>
                    <a:pt x="4556" y="3189"/>
                    <a:pt x="4866" y="2998"/>
                    <a:pt x="5013" y="2685"/>
                  </a:cubicBezTo>
                  <a:cubicBezTo>
                    <a:pt x="5214" y="2259"/>
                    <a:pt x="5013" y="1758"/>
                    <a:pt x="4587" y="1582"/>
                  </a:cubicBezTo>
                  <a:lnTo>
                    <a:pt x="1229" y="79"/>
                  </a:lnTo>
                  <a:cubicBezTo>
                    <a:pt x="1116" y="25"/>
                    <a:pt x="997" y="0"/>
                    <a:pt x="88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g13fd850ae91_0_116"/>
            <p:cNvSpPr/>
            <p:nvPr/>
          </p:nvSpPr>
          <p:spPr>
            <a:xfrm flipH="1">
              <a:off x="7147845" y="2366809"/>
              <a:ext cx="202494" cy="164323"/>
            </a:xfrm>
            <a:custGeom>
              <a:rect b="b" l="l" r="r" t="t"/>
              <a:pathLst>
                <a:path extrusionOk="0" h="3926" w="4838">
                  <a:moveTo>
                    <a:pt x="3862" y="0"/>
                  </a:moveTo>
                  <a:cubicBezTo>
                    <a:pt x="3688" y="0"/>
                    <a:pt x="3511" y="54"/>
                    <a:pt x="3359" y="166"/>
                  </a:cubicBezTo>
                  <a:lnTo>
                    <a:pt x="452" y="2396"/>
                  </a:lnTo>
                  <a:cubicBezTo>
                    <a:pt x="76" y="2697"/>
                    <a:pt x="1" y="3223"/>
                    <a:pt x="276" y="3599"/>
                  </a:cubicBezTo>
                  <a:cubicBezTo>
                    <a:pt x="452" y="3825"/>
                    <a:pt x="702" y="3925"/>
                    <a:pt x="953" y="3925"/>
                  </a:cubicBezTo>
                  <a:cubicBezTo>
                    <a:pt x="1153" y="3925"/>
                    <a:pt x="1329" y="3875"/>
                    <a:pt x="1479" y="3750"/>
                  </a:cubicBezTo>
                  <a:lnTo>
                    <a:pt x="4386" y="1519"/>
                  </a:lnTo>
                  <a:cubicBezTo>
                    <a:pt x="4762" y="1243"/>
                    <a:pt x="4838" y="692"/>
                    <a:pt x="4537" y="341"/>
                  </a:cubicBezTo>
                  <a:cubicBezTo>
                    <a:pt x="4373" y="117"/>
                    <a:pt x="4120" y="0"/>
                    <a:pt x="38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g13fd850ae91_0_116"/>
            <p:cNvSpPr/>
            <p:nvPr/>
          </p:nvSpPr>
          <p:spPr>
            <a:xfrm flipH="1">
              <a:off x="6527522" y="1861772"/>
              <a:ext cx="1189980" cy="725389"/>
            </a:xfrm>
            <a:custGeom>
              <a:rect b="b" l="l" r="r" t="t"/>
              <a:pathLst>
                <a:path extrusionOk="0" h="17331" w="28431">
                  <a:moveTo>
                    <a:pt x="15165" y="1"/>
                  </a:moveTo>
                  <a:cubicBezTo>
                    <a:pt x="11258" y="1"/>
                    <a:pt x="6501" y="993"/>
                    <a:pt x="3284" y="6041"/>
                  </a:cubicBezTo>
                  <a:cubicBezTo>
                    <a:pt x="1" y="11154"/>
                    <a:pt x="1329" y="16893"/>
                    <a:pt x="1329" y="16893"/>
                  </a:cubicBezTo>
                  <a:cubicBezTo>
                    <a:pt x="1729" y="17193"/>
                    <a:pt x="2203" y="17331"/>
                    <a:pt x="2704" y="17331"/>
                  </a:cubicBezTo>
                  <a:cubicBezTo>
                    <a:pt x="4713" y="17331"/>
                    <a:pt x="7154" y="15120"/>
                    <a:pt x="6993" y="12332"/>
                  </a:cubicBezTo>
                  <a:cubicBezTo>
                    <a:pt x="6827" y="9019"/>
                    <a:pt x="8360" y="7225"/>
                    <a:pt x="10282" y="7225"/>
                  </a:cubicBezTo>
                  <a:cubicBezTo>
                    <a:pt x="10396" y="7225"/>
                    <a:pt x="10511" y="7232"/>
                    <a:pt x="10627" y="7244"/>
                  </a:cubicBezTo>
                  <a:cubicBezTo>
                    <a:pt x="12930" y="7487"/>
                    <a:pt x="13076" y="9230"/>
                    <a:pt x="16237" y="9230"/>
                  </a:cubicBezTo>
                  <a:cubicBezTo>
                    <a:pt x="16343" y="9230"/>
                    <a:pt x="16453" y="9228"/>
                    <a:pt x="16567" y="9224"/>
                  </a:cubicBezTo>
                  <a:cubicBezTo>
                    <a:pt x="19667" y="9136"/>
                    <a:pt x="19206" y="6307"/>
                    <a:pt x="21322" y="6307"/>
                  </a:cubicBezTo>
                  <a:cubicBezTo>
                    <a:pt x="21601" y="6307"/>
                    <a:pt x="21924" y="6356"/>
                    <a:pt x="22306" y="6467"/>
                  </a:cubicBezTo>
                  <a:cubicBezTo>
                    <a:pt x="25565" y="7420"/>
                    <a:pt x="26918" y="11730"/>
                    <a:pt x="27695" y="11981"/>
                  </a:cubicBezTo>
                  <a:cubicBezTo>
                    <a:pt x="27756" y="11999"/>
                    <a:pt x="27810" y="12007"/>
                    <a:pt x="27859" y="12007"/>
                  </a:cubicBezTo>
                  <a:cubicBezTo>
                    <a:pt x="28430" y="12007"/>
                    <a:pt x="28196" y="10878"/>
                    <a:pt x="28196" y="10878"/>
                  </a:cubicBezTo>
                  <a:cubicBezTo>
                    <a:pt x="26843" y="3309"/>
                    <a:pt x="19249" y="1"/>
                    <a:pt x="15314" y="1"/>
                  </a:cubicBezTo>
                  <a:cubicBezTo>
                    <a:pt x="15264" y="1"/>
                    <a:pt x="15215" y="1"/>
                    <a:pt x="151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g13fd850ae91_0_116"/>
            <p:cNvSpPr/>
            <p:nvPr/>
          </p:nvSpPr>
          <p:spPr>
            <a:xfrm flipH="1">
              <a:off x="7435275" y="2485513"/>
              <a:ext cx="339904" cy="392098"/>
            </a:xfrm>
            <a:custGeom>
              <a:rect b="b" l="l" r="r" t="t"/>
              <a:pathLst>
                <a:path extrusionOk="0" h="9368" w="8121">
                  <a:moveTo>
                    <a:pt x="4841" y="0"/>
                  </a:moveTo>
                  <a:cubicBezTo>
                    <a:pt x="2399" y="0"/>
                    <a:pt x="344" y="1899"/>
                    <a:pt x="176" y="4372"/>
                  </a:cubicBezTo>
                  <a:cubicBezTo>
                    <a:pt x="0" y="6954"/>
                    <a:pt x="1955" y="9184"/>
                    <a:pt x="4536" y="9360"/>
                  </a:cubicBezTo>
                  <a:cubicBezTo>
                    <a:pt x="4627" y="9365"/>
                    <a:pt x="4718" y="9367"/>
                    <a:pt x="4807" y="9367"/>
                  </a:cubicBezTo>
                  <a:cubicBezTo>
                    <a:pt x="6082" y="9367"/>
                    <a:pt x="7254" y="8874"/>
                    <a:pt x="8120" y="8032"/>
                  </a:cubicBezTo>
                  <a:lnTo>
                    <a:pt x="6942" y="488"/>
                  </a:lnTo>
                  <a:cubicBezTo>
                    <a:pt x="6416" y="212"/>
                    <a:pt x="5815" y="36"/>
                    <a:pt x="5163" y="11"/>
                  </a:cubicBezTo>
                  <a:cubicBezTo>
                    <a:pt x="5055" y="4"/>
                    <a:pt x="4948" y="0"/>
                    <a:pt x="4841"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g13fd850ae91_0_116"/>
            <p:cNvSpPr/>
            <p:nvPr/>
          </p:nvSpPr>
          <p:spPr>
            <a:xfrm flipH="1">
              <a:off x="7503453" y="2599153"/>
              <a:ext cx="153189" cy="183743"/>
            </a:xfrm>
            <a:custGeom>
              <a:rect b="b" l="l" r="r" t="t"/>
              <a:pathLst>
                <a:path extrusionOk="0" h="4390" w="3660">
                  <a:moveTo>
                    <a:pt x="233" y="0"/>
                  </a:moveTo>
                  <a:cubicBezTo>
                    <a:pt x="156" y="0"/>
                    <a:pt x="109" y="3"/>
                    <a:pt x="100" y="3"/>
                  </a:cubicBezTo>
                  <a:cubicBezTo>
                    <a:pt x="25" y="3"/>
                    <a:pt x="0" y="53"/>
                    <a:pt x="0" y="103"/>
                  </a:cubicBezTo>
                  <a:cubicBezTo>
                    <a:pt x="0" y="154"/>
                    <a:pt x="50" y="204"/>
                    <a:pt x="100" y="204"/>
                  </a:cubicBezTo>
                  <a:cubicBezTo>
                    <a:pt x="105" y="204"/>
                    <a:pt x="151" y="200"/>
                    <a:pt x="230" y="200"/>
                  </a:cubicBezTo>
                  <a:cubicBezTo>
                    <a:pt x="573" y="200"/>
                    <a:pt x="1531" y="267"/>
                    <a:pt x="2306" y="981"/>
                  </a:cubicBezTo>
                  <a:cubicBezTo>
                    <a:pt x="3058" y="1682"/>
                    <a:pt x="3459" y="2785"/>
                    <a:pt x="3459" y="4289"/>
                  </a:cubicBezTo>
                  <a:cubicBezTo>
                    <a:pt x="3459" y="4339"/>
                    <a:pt x="3509" y="4389"/>
                    <a:pt x="3559" y="4389"/>
                  </a:cubicBezTo>
                  <a:cubicBezTo>
                    <a:pt x="3609" y="4389"/>
                    <a:pt x="3659" y="4339"/>
                    <a:pt x="3659" y="4289"/>
                  </a:cubicBezTo>
                  <a:cubicBezTo>
                    <a:pt x="3659" y="2735"/>
                    <a:pt x="3233" y="1557"/>
                    <a:pt x="2431" y="830"/>
                  </a:cubicBezTo>
                  <a:cubicBezTo>
                    <a:pt x="1586" y="68"/>
                    <a:pt x="589" y="0"/>
                    <a:pt x="2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g13fd850ae91_0_116"/>
            <p:cNvSpPr/>
            <p:nvPr/>
          </p:nvSpPr>
          <p:spPr>
            <a:xfrm flipH="1">
              <a:off x="7507638" y="2685126"/>
              <a:ext cx="116482" cy="52654"/>
            </a:xfrm>
            <a:custGeom>
              <a:rect b="b" l="l" r="r" t="t"/>
              <a:pathLst>
                <a:path extrusionOk="0" h="1258" w="2783">
                  <a:moveTo>
                    <a:pt x="17" y="1"/>
                  </a:moveTo>
                  <a:cubicBezTo>
                    <a:pt x="9" y="1"/>
                    <a:pt x="3" y="2"/>
                    <a:pt x="0" y="4"/>
                  </a:cubicBezTo>
                  <a:lnTo>
                    <a:pt x="50" y="80"/>
                  </a:lnTo>
                  <a:lnTo>
                    <a:pt x="25" y="180"/>
                  </a:lnTo>
                  <a:cubicBezTo>
                    <a:pt x="125" y="205"/>
                    <a:pt x="2456" y="1157"/>
                    <a:pt x="2607" y="1232"/>
                  </a:cubicBezTo>
                  <a:cubicBezTo>
                    <a:pt x="2632" y="1232"/>
                    <a:pt x="2657" y="1258"/>
                    <a:pt x="2657" y="1258"/>
                  </a:cubicBezTo>
                  <a:cubicBezTo>
                    <a:pt x="2682" y="1258"/>
                    <a:pt x="2707" y="1232"/>
                    <a:pt x="2732" y="1232"/>
                  </a:cubicBezTo>
                  <a:cubicBezTo>
                    <a:pt x="2757" y="1207"/>
                    <a:pt x="2782" y="1132"/>
                    <a:pt x="2732" y="1082"/>
                  </a:cubicBezTo>
                  <a:cubicBezTo>
                    <a:pt x="2732" y="1082"/>
                    <a:pt x="264" y="1"/>
                    <a:pt x="1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0" name="Google Shape;1110;g13fd850ae91_0_116"/>
            <p:cNvSpPr/>
            <p:nvPr/>
          </p:nvSpPr>
          <p:spPr>
            <a:xfrm flipH="1">
              <a:off x="6909724" y="2365344"/>
              <a:ext cx="138498" cy="283275"/>
            </a:xfrm>
            <a:custGeom>
              <a:rect b="b" l="l" r="r" t="t"/>
              <a:pathLst>
                <a:path extrusionOk="0" h="6768" w="3309">
                  <a:moveTo>
                    <a:pt x="201" y="0"/>
                  </a:moveTo>
                  <a:lnTo>
                    <a:pt x="1" y="25"/>
                  </a:lnTo>
                  <a:cubicBezTo>
                    <a:pt x="1" y="25"/>
                    <a:pt x="452" y="3258"/>
                    <a:pt x="577" y="4261"/>
                  </a:cubicBezTo>
                  <a:cubicBezTo>
                    <a:pt x="577" y="4361"/>
                    <a:pt x="652" y="4436"/>
                    <a:pt x="727" y="4512"/>
                  </a:cubicBezTo>
                  <a:cubicBezTo>
                    <a:pt x="803" y="4562"/>
                    <a:pt x="903" y="4587"/>
                    <a:pt x="1003" y="4587"/>
                  </a:cubicBezTo>
                  <a:lnTo>
                    <a:pt x="3008" y="4286"/>
                  </a:lnTo>
                  <a:cubicBezTo>
                    <a:pt x="3058" y="4286"/>
                    <a:pt x="3058" y="4311"/>
                    <a:pt x="3083" y="4311"/>
                  </a:cubicBezTo>
                  <a:cubicBezTo>
                    <a:pt x="3083" y="4336"/>
                    <a:pt x="3108" y="4361"/>
                    <a:pt x="3083" y="4386"/>
                  </a:cubicBezTo>
                  <a:lnTo>
                    <a:pt x="2156" y="6642"/>
                  </a:lnTo>
                  <a:cubicBezTo>
                    <a:pt x="2131" y="6692"/>
                    <a:pt x="2156" y="6742"/>
                    <a:pt x="2206" y="6767"/>
                  </a:cubicBezTo>
                  <a:lnTo>
                    <a:pt x="2231" y="6767"/>
                  </a:lnTo>
                  <a:cubicBezTo>
                    <a:pt x="2281" y="6767"/>
                    <a:pt x="2306" y="6742"/>
                    <a:pt x="2331" y="6717"/>
                  </a:cubicBezTo>
                  <a:lnTo>
                    <a:pt x="3259" y="4461"/>
                  </a:lnTo>
                  <a:cubicBezTo>
                    <a:pt x="3309" y="4386"/>
                    <a:pt x="3284" y="4286"/>
                    <a:pt x="3234" y="4211"/>
                  </a:cubicBezTo>
                  <a:cubicBezTo>
                    <a:pt x="3192" y="4149"/>
                    <a:pt x="3117" y="4104"/>
                    <a:pt x="3036" y="4104"/>
                  </a:cubicBezTo>
                  <a:cubicBezTo>
                    <a:pt x="3019" y="4104"/>
                    <a:pt x="3001" y="4106"/>
                    <a:pt x="2983" y="4111"/>
                  </a:cubicBezTo>
                  <a:lnTo>
                    <a:pt x="978" y="4386"/>
                  </a:lnTo>
                  <a:cubicBezTo>
                    <a:pt x="928" y="4386"/>
                    <a:pt x="878" y="4386"/>
                    <a:pt x="828" y="4361"/>
                  </a:cubicBezTo>
                  <a:cubicBezTo>
                    <a:pt x="803" y="4311"/>
                    <a:pt x="778" y="4286"/>
                    <a:pt x="778" y="4236"/>
                  </a:cubicBezTo>
                  <a:cubicBezTo>
                    <a:pt x="627" y="3233"/>
                    <a:pt x="201" y="0"/>
                    <a:pt x="2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g13fd850ae91_0_116"/>
            <p:cNvSpPr/>
            <p:nvPr/>
          </p:nvSpPr>
          <p:spPr>
            <a:xfrm flipH="1">
              <a:off x="6962169" y="2775912"/>
              <a:ext cx="119622" cy="40599"/>
            </a:xfrm>
            <a:custGeom>
              <a:rect b="b" l="l" r="r" t="t"/>
              <a:pathLst>
                <a:path extrusionOk="0" h="970" w="2858">
                  <a:moveTo>
                    <a:pt x="1269" y="1"/>
                  </a:moveTo>
                  <a:cubicBezTo>
                    <a:pt x="835" y="1"/>
                    <a:pt x="410" y="87"/>
                    <a:pt x="1" y="292"/>
                  </a:cubicBezTo>
                  <a:cubicBezTo>
                    <a:pt x="251" y="642"/>
                    <a:pt x="702" y="968"/>
                    <a:pt x="1454" y="968"/>
                  </a:cubicBezTo>
                  <a:cubicBezTo>
                    <a:pt x="1479" y="969"/>
                    <a:pt x="1503" y="970"/>
                    <a:pt x="1527" y="970"/>
                  </a:cubicBezTo>
                  <a:cubicBezTo>
                    <a:pt x="2162" y="970"/>
                    <a:pt x="2568" y="655"/>
                    <a:pt x="2858" y="317"/>
                  </a:cubicBezTo>
                  <a:cubicBezTo>
                    <a:pt x="2324" y="125"/>
                    <a:pt x="1790" y="1"/>
                    <a:pt x="126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g13fd850ae91_0_116"/>
            <p:cNvSpPr/>
            <p:nvPr/>
          </p:nvSpPr>
          <p:spPr>
            <a:xfrm flipH="1">
              <a:off x="6943293" y="2746152"/>
              <a:ext cx="153189" cy="43027"/>
            </a:xfrm>
            <a:custGeom>
              <a:rect b="b" l="l" r="r" t="t"/>
              <a:pathLst>
                <a:path extrusionOk="0" h="1028" w="3660">
                  <a:moveTo>
                    <a:pt x="3635" y="0"/>
                  </a:moveTo>
                  <a:lnTo>
                    <a:pt x="1" y="226"/>
                  </a:lnTo>
                  <a:cubicBezTo>
                    <a:pt x="1" y="226"/>
                    <a:pt x="51" y="627"/>
                    <a:pt x="352" y="1003"/>
                  </a:cubicBezTo>
                  <a:cubicBezTo>
                    <a:pt x="761" y="798"/>
                    <a:pt x="1186" y="712"/>
                    <a:pt x="1620" y="712"/>
                  </a:cubicBezTo>
                  <a:cubicBezTo>
                    <a:pt x="2141" y="712"/>
                    <a:pt x="2675" y="836"/>
                    <a:pt x="3209" y="1028"/>
                  </a:cubicBezTo>
                  <a:cubicBezTo>
                    <a:pt x="3560" y="551"/>
                    <a:pt x="3660" y="25"/>
                    <a:pt x="36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g13fd850ae91_0_116"/>
            <p:cNvSpPr/>
            <p:nvPr/>
          </p:nvSpPr>
          <p:spPr>
            <a:xfrm flipH="1">
              <a:off x="7185596" y="2598902"/>
              <a:ext cx="68224" cy="84505"/>
            </a:xfrm>
            <a:custGeom>
              <a:rect b="b" l="l" r="r" t="t"/>
              <a:pathLst>
                <a:path extrusionOk="0" h="2019" w="1630">
                  <a:moveTo>
                    <a:pt x="749" y="0"/>
                  </a:moveTo>
                  <a:cubicBezTo>
                    <a:pt x="717" y="0"/>
                    <a:pt x="684" y="3"/>
                    <a:pt x="652" y="9"/>
                  </a:cubicBezTo>
                  <a:cubicBezTo>
                    <a:pt x="251" y="59"/>
                    <a:pt x="0" y="561"/>
                    <a:pt x="75" y="1112"/>
                  </a:cubicBezTo>
                  <a:cubicBezTo>
                    <a:pt x="170" y="1632"/>
                    <a:pt x="532" y="2018"/>
                    <a:pt x="910" y="2018"/>
                  </a:cubicBezTo>
                  <a:cubicBezTo>
                    <a:pt x="932" y="2018"/>
                    <a:pt x="955" y="2017"/>
                    <a:pt x="978" y="2014"/>
                  </a:cubicBezTo>
                  <a:cubicBezTo>
                    <a:pt x="1379" y="1939"/>
                    <a:pt x="1629" y="1438"/>
                    <a:pt x="1554" y="886"/>
                  </a:cubicBezTo>
                  <a:cubicBezTo>
                    <a:pt x="1462" y="380"/>
                    <a:pt x="1116" y="0"/>
                    <a:pt x="7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g13fd850ae91_0_116"/>
            <p:cNvSpPr/>
            <p:nvPr/>
          </p:nvSpPr>
          <p:spPr>
            <a:xfrm flipH="1">
              <a:off x="6749204" y="2549595"/>
              <a:ext cx="68224" cy="84505"/>
            </a:xfrm>
            <a:custGeom>
              <a:rect b="b" l="l" r="r" t="t"/>
              <a:pathLst>
                <a:path extrusionOk="0" h="2019" w="1630">
                  <a:moveTo>
                    <a:pt x="750" y="0"/>
                  </a:moveTo>
                  <a:cubicBezTo>
                    <a:pt x="717" y="0"/>
                    <a:pt x="685" y="3"/>
                    <a:pt x="652" y="9"/>
                  </a:cubicBezTo>
                  <a:cubicBezTo>
                    <a:pt x="251" y="59"/>
                    <a:pt x="0" y="561"/>
                    <a:pt x="76" y="1137"/>
                  </a:cubicBezTo>
                  <a:cubicBezTo>
                    <a:pt x="170" y="1655"/>
                    <a:pt x="530" y="2019"/>
                    <a:pt x="906" y="2019"/>
                  </a:cubicBezTo>
                  <a:cubicBezTo>
                    <a:pt x="930" y="2019"/>
                    <a:pt x="954" y="2017"/>
                    <a:pt x="978" y="2014"/>
                  </a:cubicBezTo>
                  <a:cubicBezTo>
                    <a:pt x="1379" y="1939"/>
                    <a:pt x="1629" y="1438"/>
                    <a:pt x="1529" y="886"/>
                  </a:cubicBezTo>
                  <a:cubicBezTo>
                    <a:pt x="1460" y="380"/>
                    <a:pt x="1116" y="0"/>
                    <a:pt x="7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g13fd850ae91_0_116"/>
            <p:cNvSpPr/>
            <p:nvPr/>
          </p:nvSpPr>
          <p:spPr>
            <a:xfrm flipH="1">
              <a:off x="7524444" y="3441635"/>
              <a:ext cx="957810" cy="1055332"/>
            </a:xfrm>
            <a:custGeom>
              <a:rect b="b" l="l" r="r" t="t"/>
              <a:pathLst>
                <a:path extrusionOk="0" h="25214" w="22884">
                  <a:moveTo>
                    <a:pt x="10051" y="1"/>
                  </a:moveTo>
                  <a:cubicBezTo>
                    <a:pt x="7244" y="2507"/>
                    <a:pt x="3008" y="6993"/>
                    <a:pt x="1855" y="8848"/>
                  </a:cubicBezTo>
                  <a:cubicBezTo>
                    <a:pt x="1" y="11905"/>
                    <a:pt x="753" y="15189"/>
                    <a:pt x="1730" y="16492"/>
                  </a:cubicBezTo>
                  <a:cubicBezTo>
                    <a:pt x="3735" y="19124"/>
                    <a:pt x="13535" y="23760"/>
                    <a:pt x="17294" y="25214"/>
                  </a:cubicBezTo>
                  <a:cubicBezTo>
                    <a:pt x="18021" y="22382"/>
                    <a:pt x="21906" y="21931"/>
                    <a:pt x="22883" y="19073"/>
                  </a:cubicBezTo>
                  <a:cubicBezTo>
                    <a:pt x="22582" y="18848"/>
                    <a:pt x="16292" y="14512"/>
                    <a:pt x="15991" y="14261"/>
                  </a:cubicBezTo>
                  <a:cubicBezTo>
                    <a:pt x="15239" y="13810"/>
                    <a:pt x="14462" y="13334"/>
                    <a:pt x="13685" y="12883"/>
                  </a:cubicBezTo>
                  <a:lnTo>
                    <a:pt x="13660" y="12908"/>
                  </a:lnTo>
                  <a:lnTo>
                    <a:pt x="12482" y="12281"/>
                  </a:lnTo>
                  <a:cubicBezTo>
                    <a:pt x="12158" y="12413"/>
                    <a:pt x="11885" y="12469"/>
                    <a:pt x="11650" y="12469"/>
                  </a:cubicBezTo>
                  <a:cubicBezTo>
                    <a:pt x="10553" y="12469"/>
                    <a:pt x="10282" y="11249"/>
                    <a:pt x="9510" y="10749"/>
                  </a:cubicBezTo>
                  <a:lnTo>
                    <a:pt x="9510" y="10749"/>
                  </a:lnTo>
                  <a:lnTo>
                    <a:pt x="12482" y="12281"/>
                  </a:lnTo>
                  <a:cubicBezTo>
                    <a:pt x="12532" y="12256"/>
                    <a:pt x="12582" y="12256"/>
                    <a:pt x="12657" y="12206"/>
                  </a:cubicBezTo>
                  <a:lnTo>
                    <a:pt x="16768" y="8647"/>
                  </a:lnTo>
                  <a:cubicBezTo>
                    <a:pt x="14763" y="7670"/>
                    <a:pt x="11129" y="5264"/>
                    <a:pt x="10051"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g13fd850ae91_0_116"/>
            <p:cNvSpPr/>
            <p:nvPr/>
          </p:nvSpPr>
          <p:spPr>
            <a:xfrm flipH="1">
              <a:off x="7373380" y="3208538"/>
              <a:ext cx="741712" cy="654821"/>
            </a:xfrm>
            <a:custGeom>
              <a:rect b="b" l="l" r="r" t="t"/>
              <a:pathLst>
                <a:path extrusionOk="0" h="15645" w="17721">
                  <a:moveTo>
                    <a:pt x="11124" y="1"/>
                  </a:moveTo>
                  <a:cubicBezTo>
                    <a:pt x="4838" y="1"/>
                    <a:pt x="1" y="5319"/>
                    <a:pt x="1" y="5319"/>
                  </a:cubicBezTo>
                  <a:cubicBezTo>
                    <a:pt x="2031" y="11785"/>
                    <a:pt x="8297" y="15645"/>
                    <a:pt x="8297" y="15645"/>
                  </a:cubicBezTo>
                  <a:cubicBezTo>
                    <a:pt x="16918" y="7825"/>
                    <a:pt x="17720" y="2136"/>
                    <a:pt x="17720" y="2136"/>
                  </a:cubicBezTo>
                  <a:cubicBezTo>
                    <a:pt x="15445" y="584"/>
                    <a:pt x="13205" y="1"/>
                    <a:pt x="11124"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g13fd850ae91_0_116"/>
            <p:cNvSpPr/>
            <p:nvPr/>
          </p:nvSpPr>
          <p:spPr>
            <a:xfrm flipH="1">
              <a:off x="7399613" y="3245455"/>
              <a:ext cx="349364" cy="569647"/>
            </a:xfrm>
            <a:custGeom>
              <a:rect b="b" l="l" r="r" t="t"/>
              <a:pathLst>
                <a:path extrusionOk="0" h="13610" w="8347">
                  <a:moveTo>
                    <a:pt x="8196" y="1"/>
                  </a:moveTo>
                  <a:cubicBezTo>
                    <a:pt x="8171" y="26"/>
                    <a:pt x="4838" y="3209"/>
                    <a:pt x="3785" y="4537"/>
                  </a:cubicBezTo>
                  <a:cubicBezTo>
                    <a:pt x="2732" y="5841"/>
                    <a:pt x="101" y="13209"/>
                    <a:pt x="1" y="13535"/>
                  </a:cubicBezTo>
                  <a:lnTo>
                    <a:pt x="201" y="13610"/>
                  </a:lnTo>
                  <a:cubicBezTo>
                    <a:pt x="226" y="13510"/>
                    <a:pt x="2933" y="5941"/>
                    <a:pt x="3961" y="4663"/>
                  </a:cubicBezTo>
                  <a:cubicBezTo>
                    <a:pt x="4988" y="3359"/>
                    <a:pt x="8321" y="176"/>
                    <a:pt x="8347" y="151"/>
                  </a:cubicBezTo>
                  <a:lnTo>
                    <a:pt x="819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8" name="Google Shape;1118;g13fd850ae91_0_116"/>
            <p:cNvSpPr/>
            <p:nvPr/>
          </p:nvSpPr>
          <p:spPr>
            <a:xfrm flipH="1">
              <a:off x="7321974" y="4178095"/>
              <a:ext cx="469990" cy="493387"/>
            </a:xfrm>
            <a:custGeom>
              <a:rect b="b" l="l" r="r" t="t"/>
              <a:pathLst>
                <a:path extrusionOk="0" h="11788" w="11229">
                  <a:moveTo>
                    <a:pt x="5058" y="1"/>
                  </a:moveTo>
                  <a:cubicBezTo>
                    <a:pt x="4666" y="1"/>
                    <a:pt x="4295" y="88"/>
                    <a:pt x="3960" y="300"/>
                  </a:cubicBezTo>
                  <a:cubicBezTo>
                    <a:pt x="3960" y="300"/>
                    <a:pt x="401" y="2932"/>
                    <a:pt x="0" y="6591"/>
                  </a:cubicBezTo>
                  <a:cubicBezTo>
                    <a:pt x="25" y="7418"/>
                    <a:pt x="451" y="8220"/>
                    <a:pt x="1228" y="8697"/>
                  </a:cubicBezTo>
                  <a:lnTo>
                    <a:pt x="3008" y="9774"/>
                  </a:lnTo>
                  <a:cubicBezTo>
                    <a:pt x="3058" y="9824"/>
                    <a:pt x="3108" y="9874"/>
                    <a:pt x="3183" y="9925"/>
                  </a:cubicBezTo>
                  <a:lnTo>
                    <a:pt x="5890" y="11654"/>
                  </a:lnTo>
                  <a:cubicBezTo>
                    <a:pt x="6034" y="11745"/>
                    <a:pt x="6190" y="11788"/>
                    <a:pt x="6349" y="11788"/>
                  </a:cubicBezTo>
                  <a:cubicBezTo>
                    <a:pt x="6715" y="11788"/>
                    <a:pt x="7097" y="11562"/>
                    <a:pt x="7394" y="11178"/>
                  </a:cubicBezTo>
                  <a:cubicBezTo>
                    <a:pt x="7619" y="10852"/>
                    <a:pt x="7569" y="10451"/>
                    <a:pt x="7394" y="10125"/>
                  </a:cubicBezTo>
                  <a:cubicBezTo>
                    <a:pt x="7395" y="10124"/>
                    <a:pt x="7398" y="10124"/>
                    <a:pt x="7401" y="10124"/>
                  </a:cubicBezTo>
                  <a:cubicBezTo>
                    <a:pt x="7440" y="10124"/>
                    <a:pt x="7584" y="10170"/>
                    <a:pt x="7783" y="10170"/>
                  </a:cubicBezTo>
                  <a:cubicBezTo>
                    <a:pt x="8104" y="10170"/>
                    <a:pt x="8570" y="10050"/>
                    <a:pt x="8973" y="9423"/>
                  </a:cubicBezTo>
                  <a:cubicBezTo>
                    <a:pt x="9449" y="8697"/>
                    <a:pt x="8822" y="7920"/>
                    <a:pt x="8822" y="7920"/>
                  </a:cubicBezTo>
                  <a:lnTo>
                    <a:pt x="8822" y="7920"/>
                  </a:lnTo>
                  <a:cubicBezTo>
                    <a:pt x="8934" y="7946"/>
                    <a:pt x="9056" y="7964"/>
                    <a:pt x="9182" y="7964"/>
                  </a:cubicBezTo>
                  <a:cubicBezTo>
                    <a:pt x="9537" y="7964"/>
                    <a:pt x="9923" y="7824"/>
                    <a:pt x="10201" y="7343"/>
                  </a:cubicBezTo>
                  <a:cubicBezTo>
                    <a:pt x="10577" y="6691"/>
                    <a:pt x="9875" y="5864"/>
                    <a:pt x="9900" y="5864"/>
                  </a:cubicBezTo>
                  <a:lnTo>
                    <a:pt x="9900" y="5864"/>
                  </a:lnTo>
                  <a:cubicBezTo>
                    <a:pt x="9963" y="5881"/>
                    <a:pt x="10026" y="5889"/>
                    <a:pt x="10087" y="5889"/>
                  </a:cubicBezTo>
                  <a:cubicBezTo>
                    <a:pt x="10486" y="5889"/>
                    <a:pt x="10829" y="5560"/>
                    <a:pt x="11003" y="5213"/>
                  </a:cubicBezTo>
                  <a:cubicBezTo>
                    <a:pt x="11228" y="4737"/>
                    <a:pt x="11028" y="3985"/>
                    <a:pt x="10577" y="3684"/>
                  </a:cubicBezTo>
                  <a:lnTo>
                    <a:pt x="8446" y="2431"/>
                  </a:lnTo>
                  <a:cubicBezTo>
                    <a:pt x="9098" y="1428"/>
                    <a:pt x="7644" y="777"/>
                    <a:pt x="7644" y="777"/>
                  </a:cubicBezTo>
                  <a:cubicBezTo>
                    <a:pt x="6766" y="372"/>
                    <a:pt x="5866" y="1"/>
                    <a:pt x="5058"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9" name="Google Shape;1119;g13fd850ae91_0_116"/>
            <p:cNvSpPr/>
            <p:nvPr/>
          </p:nvSpPr>
          <p:spPr>
            <a:xfrm flipH="1">
              <a:off x="7665017" y="4290144"/>
              <a:ext cx="131174" cy="298133"/>
            </a:xfrm>
            <a:custGeom>
              <a:rect b="b" l="l" r="r" t="t"/>
              <a:pathLst>
                <a:path extrusionOk="0" h="7123" w="3134">
                  <a:moveTo>
                    <a:pt x="1679" y="1"/>
                  </a:moveTo>
                  <a:cubicBezTo>
                    <a:pt x="1650" y="1"/>
                    <a:pt x="1619" y="15"/>
                    <a:pt x="1605" y="29"/>
                  </a:cubicBezTo>
                  <a:cubicBezTo>
                    <a:pt x="678" y="1308"/>
                    <a:pt x="126" y="2611"/>
                    <a:pt x="1" y="3914"/>
                  </a:cubicBezTo>
                  <a:cubicBezTo>
                    <a:pt x="26" y="4816"/>
                    <a:pt x="502" y="5619"/>
                    <a:pt x="1279" y="6095"/>
                  </a:cubicBezTo>
                  <a:lnTo>
                    <a:pt x="2958" y="7122"/>
                  </a:lnTo>
                  <a:lnTo>
                    <a:pt x="3008" y="7122"/>
                  </a:lnTo>
                  <a:cubicBezTo>
                    <a:pt x="3058" y="7122"/>
                    <a:pt x="3084" y="7122"/>
                    <a:pt x="3109" y="7097"/>
                  </a:cubicBezTo>
                  <a:cubicBezTo>
                    <a:pt x="3134" y="7047"/>
                    <a:pt x="3109" y="6972"/>
                    <a:pt x="3058" y="6947"/>
                  </a:cubicBezTo>
                  <a:lnTo>
                    <a:pt x="1379" y="5944"/>
                  </a:lnTo>
                  <a:cubicBezTo>
                    <a:pt x="652" y="5493"/>
                    <a:pt x="226" y="4741"/>
                    <a:pt x="176" y="3914"/>
                  </a:cubicBezTo>
                  <a:cubicBezTo>
                    <a:pt x="327" y="2661"/>
                    <a:pt x="853" y="1408"/>
                    <a:pt x="1755" y="155"/>
                  </a:cubicBezTo>
                  <a:cubicBezTo>
                    <a:pt x="1780" y="105"/>
                    <a:pt x="1780" y="55"/>
                    <a:pt x="1730" y="29"/>
                  </a:cubicBezTo>
                  <a:cubicBezTo>
                    <a:pt x="1720" y="8"/>
                    <a:pt x="1700" y="1"/>
                    <a:pt x="16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0" name="Google Shape;1120;g13fd850ae91_0_116"/>
            <p:cNvSpPr/>
            <p:nvPr/>
          </p:nvSpPr>
          <p:spPr>
            <a:xfrm flipH="1">
              <a:off x="7355534" y="4244772"/>
              <a:ext cx="153189" cy="84380"/>
            </a:xfrm>
            <a:custGeom>
              <a:rect b="b" l="l" r="r" t="t"/>
              <a:pathLst>
                <a:path extrusionOk="0" h="2016" w="3660">
                  <a:moveTo>
                    <a:pt x="111" y="1"/>
                  </a:moveTo>
                  <a:cubicBezTo>
                    <a:pt x="75" y="1"/>
                    <a:pt x="43" y="24"/>
                    <a:pt x="25" y="61"/>
                  </a:cubicBezTo>
                  <a:cubicBezTo>
                    <a:pt x="0" y="111"/>
                    <a:pt x="25" y="161"/>
                    <a:pt x="75" y="186"/>
                  </a:cubicBezTo>
                  <a:cubicBezTo>
                    <a:pt x="1980" y="988"/>
                    <a:pt x="3484" y="1991"/>
                    <a:pt x="3484" y="2016"/>
                  </a:cubicBezTo>
                  <a:lnTo>
                    <a:pt x="3534" y="2016"/>
                  </a:lnTo>
                  <a:cubicBezTo>
                    <a:pt x="3559" y="2016"/>
                    <a:pt x="3609" y="2016"/>
                    <a:pt x="3609" y="1991"/>
                  </a:cubicBezTo>
                  <a:cubicBezTo>
                    <a:pt x="3659" y="1941"/>
                    <a:pt x="3634" y="1890"/>
                    <a:pt x="3584" y="1840"/>
                  </a:cubicBezTo>
                  <a:cubicBezTo>
                    <a:pt x="3584" y="1840"/>
                    <a:pt x="2055" y="838"/>
                    <a:pt x="150" y="11"/>
                  </a:cubicBezTo>
                  <a:cubicBezTo>
                    <a:pt x="137" y="4"/>
                    <a:pt x="124" y="1"/>
                    <a:pt x="1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g13fd850ae91_0_116"/>
            <p:cNvSpPr/>
            <p:nvPr/>
          </p:nvSpPr>
          <p:spPr>
            <a:xfrm flipH="1">
              <a:off x="5635134" y="2383175"/>
              <a:ext cx="599029" cy="599029"/>
            </a:xfrm>
            <a:custGeom>
              <a:rect b="b" l="l" r="r" t="t"/>
              <a:pathLst>
                <a:path extrusionOk="0" h="14312" w="14312">
                  <a:moveTo>
                    <a:pt x="7143" y="0"/>
                  </a:moveTo>
                  <a:cubicBezTo>
                    <a:pt x="3208" y="0"/>
                    <a:pt x="0" y="3208"/>
                    <a:pt x="0" y="7168"/>
                  </a:cubicBezTo>
                  <a:cubicBezTo>
                    <a:pt x="0" y="11103"/>
                    <a:pt x="3208" y="14311"/>
                    <a:pt x="7143" y="14311"/>
                  </a:cubicBezTo>
                  <a:cubicBezTo>
                    <a:pt x="11103" y="14311"/>
                    <a:pt x="14311" y="11103"/>
                    <a:pt x="14311" y="7168"/>
                  </a:cubicBezTo>
                  <a:cubicBezTo>
                    <a:pt x="14311" y="3208"/>
                    <a:pt x="11103" y="0"/>
                    <a:pt x="7143" y="0"/>
                  </a:cubicBezTo>
                  <a:close/>
                </a:path>
              </a:pathLst>
            </a:custGeom>
            <a:solidFill>
              <a:srgbClr val="135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g13fd850ae91_0_116"/>
            <p:cNvSpPr/>
            <p:nvPr/>
          </p:nvSpPr>
          <p:spPr>
            <a:xfrm flipH="1">
              <a:off x="5714857"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6" y="1906"/>
                    <a:pt x="2456" y="1229"/>
                  </a:cubicBezTo>
                  <a:cubicBezTo>
                    <a:pt x="2456"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g13fd850ae91_0_116"/>
            <p:cNvSpPr/>
            <p:nvPr/>
          </p:nvSpPr>
          <p:spPr>
            <a:xfrm flipH="1">
              <a:off x="5880607"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6" y="1906"/>
                    <a:pt x="2456" y="1229"/>
                  </a:cubicBezTo>
                  <a:cubicBezTo>
                    <a:pt x="2456"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g13fd850ae91_0_116"/>
            <p:cNvSpPr/>
            <p:nvPr/>
          </p:nvSpPr>
          <p:spPr>
            <a:xfrm flipH="1">
              <a:off x="6046358"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7" y="1906"/>
                    <a:pt x="2457" y="1229"/>
                  </a:cubicBezTo>
                  <a:cubicBezTo>
                    <a:pt x="2457"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g13fd850ae91_0_116"/>
            <p:cNvSpPr/>
            <p:nvPr/>
          </p:nvSpPr>
          <p:spPr>
            <a:xfrm flipH="1">
              <a:off x="6133421" y="2589819"/>
              <a:ext cx="221371" cy="197263"/>
            </a:xfrm>
            <a:custGeom>
              <a:rect b="b" l="l" r="r" t="t"/>
              <a:pathLst>
                <a:path extrusionOk="0" h="4713" w="5289">
                  <a:moveTo>
                    <a:pt x="5288" y="1"/>
                  </a:moveTo>
                  <a:lnTo>
                    <a:pt x="0" y="552"/>
                  </a:lnTo>
                  <a:lnTo>
                    <a:pt x="4085" y="4712"/>
                  </a:lnTo>
                  <a:lnTo>
                    <a:pt x="5288" y="1"/>
                  </a:lnTo>
                  <a:close/>
                </a:path>
              </a:pathLst>
            </a:custGeom>
            <a:solidFill>
              <a:srgbClr val="135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g13fd850ae91_0_116"/>
            <p:cNvSpPr/>
            <p:nvPr/>
          </p:nvSpPr>
          <p:spPr>
            <a:xfrm flipH="1">
              <a:off x="5730571" y="4673700"/>
              <a:ext cx="2856608" cy="66476"/>
            </a:xfrm>
            <a:custGeom>
              <a:rect b="b" l="l" r="r" t="t"/>
              <a:pathLst>
                <a:path extrusionOk="0" h="1781" w="76518">
                  <a:moveTo>
                    <a:pt x="1" y="1"/>
                  </a:moveTo>
                  <a:lnTo>
                    <a:pt x="1" y="1780"/>
                  </a:lnTo>
                  <a:lnTo>
                    <a:pt x="76517" y="1780"/>
                  </a:lnTo>
                  <a:lnTo>
                    <a:pt x="7651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g13fd850ae91_0_116"/>
            <p:cNvSpPr/>
            <p:nvPr/>
          </p:nvSpPr>
          <p:spPr>
            <a:xfrm>
              <a:off x="7958725" y="3865950"/>
              <a:ext cx="160750" cy="122650"/>
            </a:xfrm>
            <a:custGeom>
              <a:rect b="b" l="l" r="r" t="t"/>
              <a:pathLst>
                <a:path extrusionOk="0" h="4906" w="6430">
                  <a:moveTo>
                    <a:pt x="0" y="3644"/>
                  </a:moveTo>
                  <a:lnTo>
                    <a:pt x="6430" y="0"/>
                  </a:lnTo>
                  <a:lnTo>
                    <a:pt x="4477" y="4906"/>
                  </a:lnTo>
                  <a:close/>
                </a:path>
              </a:pathLst>
            </a:custGeom>
            <a:solidFill>
              <a:srgbClr val="BC574C"/>
            </a:solidFill>
            <a:ln>
              <a:noFill/>
            </a:ln>
          </p:spPr>
        </p:sp>
        <p:grpSp>
          <p:nvGrpSpPr>
            <p:cNvPr id="1128" name="Google Shape;1128;g13fd850ae91_0_116"/>
            <p:cNvGrpSpPr/>
            <p:nvPr/>
          </p:nvGrpSpPr>
          <p:grpSpPr>
            <a:xfrm rot="190448">
              <a:off x="5499133" y="3376991"/>
              <a:ext cx="851062" cy="769057"/>
              <a:chOff x="3422450" y="1910675"/>
              <a:chExt cx="1386000" cy="1252450"/>
            </a:xfrm>
          </p:grpSpPr>
          <p:sp>
            <p:nvSpPr>
              <p:cNvPr id="1129" name="Google Shape;1129;g13fd850ae91_0_116"/>
              <p:cNvSpPr/>
              <p:nvPr/>
            </p:nvSpPr>
            <p:spPr>
              <a:xfrm>
                <a:off x="4066575" y="1910675"/>
                <a:ext cx="741875" cy="696325"/>
              </a:xfrm>
              <a:custGeom>
                <a:rect b="b" l="l" r="r" t="t"/>
                <a:pathLst>
                  <a:path extrusionOk="0" h="27853" w="29675">
                    <a:moveTo>
                      <a:pt x="15361" y="1"/>
                    </a:moveTo>
                    <a:cubicBezTo>
                      <a:pt x="11400" y="1"/>
                      <a:pt x="7522" y="1758"/>
                      <a:pt x="4862" y="4953"/>
                    </a:cubicBezTo>
                    <a:cubicBezTo>
                      <a:pt x="4838" y="4950"/>
                      <a:pt x="4813" y="4948"/>
                      <a:pt x="4787" y="4948"/>
                    </a:cubicBezTo>
                    <a:cubicBezTo>
                      <a:pt x="4607" y="4948"/>
                      <a:pt x="4415" y="5028"/>
                      <a:pt x="4261" y="5204"/>
                    </a:cubicBezTo>
                    <a:cubicBezTo>
                      <a:pt x="827" y="9289"/>
                      <a:pt x="0" y="15103"/>
                      <a:pt x="2181" y="19991"/>
                    </a:cubicBezTo>
                    <a:cubicBezTo>
                      <a:pt x="4405" y="24929"/>
                      <a:pt x="9590" y="27853"/>
                      <a:pt x="14863" y="27853"/>
                    </a:cubicBezTo>
                    <a:cubicBezTo>
                      <a:pt x="15532" y="27853"/>
                      <a:pt x="16202" y="27806"/>
                      <a:pt x="16867" y="27710"/>
                    </a:cubicBezTo>
                    <a:cubicBezTo>
                      <a:pt x="22832" y="26858"/>
                      <a:pt x="27770" y="22046"/>
                      <a:pt x="28722" y="16106"/>
                    </a:cubicBezTo>
                    <a:cubicBezTo>
                      <a:pt x="29675" y="10316"/>
                      <a:pt x="26893" y="4402"/>
                      <a:pt x="21730" y="1620"/>
                    </a:cubicBezTo>
                    <a:cubicBezTo>
                      <a:pt x="19704" y="523"/>
                      <a:pt x="17520" y="1"/>
                      <a:pt x="1536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g13fd850ae91_0_116"/>
              <p:cNvSpPr/>
              <p:nvPr/>
            </p:nvSpPr>
            <p:spPr>
              <a:xfrm>
                <a:off x="3584200" y="2260100"/>
                <a:ext cx="872625" cy="789850"/>
              </a:xfrm>
              <a:custGeom>
                <a:rect b="b" l="l" r="r" t="t"/>
                <a:pathLst>
                  <a:path extrusionOk="0" h="31594" w="34905">
                    <a:moveTo>
                      <a:pt x="23229" y="0"/>
                    </a:moveTo>
                    <a:cubicBezTo>
                      <a:pt x="23032" y="0"/>
                      <a:pt x="22830" y="73"/>
                      <a:pt x="22654" y="249"/>
                    </a:cubicBezTo>
                    <a:cubicBezTo>
                      <a:pt x="15486" y="7743"/>
                      <a:pt x="8293" y="15212"/>
                      <a:pt x="1100" y="22706"/>
                    </a:cubicBezTo>
                    <a:cubicBezTo>
                      <a:pt x="924" y="22881"/>
                      <a:pt x="874" y="23107"/>
                      <a:pt x="899" y="23282"/>
                    </a:cubicBezTo>
                    <a:cubicBezTo>
                      <a:pt x="799" y="23407"/>
                      <a:pt x="749" y="23533"/>
                      <a:pt x="699" y="23708"/>
                    </a:cubicBezTo>
                    <a:cubicBezTo>
                      <a:pt x="0" y="27921"/>
                      <a:pt x="3193" y="31594"/>
                      <a:pt x="7326" y="31594"/>
                    </a:cubicBezTo>
                    <a:cubicBezTo>
                      <a:pt x="7643" y="31594"/>
                      <a:pt x="7966" y="31572"/>
                      <a:pt x="8293" y="31528"/>
                    </a:cubicBezTo>
                    <a:cubicBezTo>
                      <a:pt x="8669" y="31477"/>
                      <a:pt x="8869" y="31227"/>
                      <a:pt x="8944" y="30951"/>
                    </a:cubicBezTo>
                    <a:cubicBezTo>
                      <a:pt x="9019" y="30926"/>
                      <a:pt x="9070" y="30876"/>
                      <a:pt x="9120" y="30851"/>
                    </a:cubicBezTo>
                    <a:cubicBezTo>
                      <a:pt x="17390" y="24410"/>
                      <a:pt x="25636" y="17994"/>
                      <a:pt x="33882" y="11553"/>
                    </a:cubicBezTo>
                    <a:cubicBezTo>
                      <a:pt x="33930" y="11560"/>
                      <a:pt x="33978" y="11564"/>
                      <a:pt x="34027" y="11564"/>
                    </a:cubicBezTo>
                    <a:cubicBezTo>
                      <a:pt x="34463" y="11564"/>
                      <a:pt x="34904" y="11264"/>
                      <a:pt x="34859" y="10700"/>
                    </a:cubicBezTo>
                    <a:cubicBezTo>
                      <a:pt x="34408" y="4710"/>
                      <a:pt x="29571" y="274"/>
                      <a:pt x="23631" y="99"/>
                    </a:cubicBezTo>
                    <a:cubicBezTo>
                      <a:pt x="23507" y="37"/>
                      <a:pt x="23369" y="0"/>
                      <a:pt x="2322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1" name="Google Shape;1131;g13fd850ae91_0_116"/>
              <p:cNvSpPr/>
              <p:nvPr/>
            </p:nvSpPr>
            <p:spPr>
              <a:xfrm>
                <a:off x="3422450" y="2847550"/>
                <a:ext cx="384750" cy="313400"/>
              </a:xfrm>
              <a:custGeom>
                <a:rect b="b" l="l" r="r" t="t"/>
                <a:pathLst>
                  <a:path extrusionOk="0" h="12536" w="15390">
                    <a:moveTo>
                      <a:pt x="8019" y="0"/>
                    </a:moveTo>
                    <a:cubicBezTo>
                      <a:pt x="7897" y="0"/>
                      <a:pt x="7789" y="28"/>
                      <a:pt x="7695" y="85"/>
                    </a:cubicBezTo>
                    <a:cubicBezTo>
                      <a:pt x="7494" y="85"/>
                      <a:pt x="7319" y="185"/>
                      <a:pt x="7169" y="360"/>
                    </a:cubicBezTo>
                    <a:lnTo>
                      <a:pt x="4712" y="3468"/>
                    </a:lnTo>
                    <a:cubicBezTo>
                      <a:pt x="3134" y="5223"/>
                      <a:pt x="1655" y="7002"/>
                      <a:pt x="201" y="8857"/>
                    </a:cubicBezTo>
                    <a:cubicBezTo>
                      <a:pt x="26" y="9107"/>
                      <a:pt x="1" y="9333"/>
                      <a:pt x="76" y="9558"/>
                    </a:cubicBezTo>
                    <a:cubicBezTo>
                      <a:pt x="51" y="9659"/>
                      <a:pt x="76" y="9784"/>
                      <a:pt x="126" y="9934"/>
                    </a:cubicBezTo>
                    <a:cubicBezTo>
                      <a:pt x="527" y="11037"/>
                      <a:pt x="1354" y="11914"/>
                      <a:pt x="2432" y="12416"/>
                    </a:cubicBezTo>
                    <a:cubicBezTo>
                      <a:pt x="2457" y="12441"/>
                      <a:pt x="2507" y="12441"/>
                      <a:pt x="2532" y="12441"/>
                    </a:cubicBezTo>
                    <a:cubicBezTo>
                      <a:pt x="2648" y="12499"/>
                      <a:pt x="2770" y="12535"/>
                      <a:pt x="2894" y="12535"/>
                    </a:cubicBezTo>
                    <a:cubicBezTo>
                      <a:pt x="3038" y="12535"/>
                      <a:pt x="3186" y="12486"/>
                      <a:pt x="3334" y="12365"/>
                    </a:cubicBezTo>
                    <a:cubicBezTo>
                      <a:pt x="3635" y="12115"/>
                      <a:pt x="3961" y="11889"/>
                      <a:pt x="4261" y="11639"/>
                    </a:cubicBezTo>
                    <a:cubicBezTo>
                      <a:pt x="4412" y="11538"/>
                      <a:pt x="4587" y="11438"/>
                      <a:pt x="4738" y="11338"/>
                    </a:cubicBezTo>
                    <a:cubicBezTo>
                      <a:pt x="5690" y="10686"/>
                      <a:pt x="6642" y="9985"/>
                      <a:pt x="7570" y="9258"/>
                    </a:cubicBezTo>
                    <a:cubicBezTo>
                      <a:pt x="8422" y="9634"/>
                      <a:pt x="9324" y="9884"/>
                      <a:pt x="10251" y="10035"/>
                    </a:cubicBezTo>
                    <a:cubicBezTo>
                      <a:pt x="10348" y="10104"/>
                      <a:pt x="10467" y="10142"/>
                      <a:pt x="10600" y="10142"/>
                    </a:cubicBezTo>
                    <a:cubicBezTo>
                      <a:pt x="10710" y="10142"/>
                      <a:pt x="10829" y="10116"/>
                      <a:pt x="10953" y="10060"/>
                    </a:cubicBezTo>
                    <a:cubicBezTo>
                      <a:pt x="12357" y="9333"/>
                      <a:pt x="13660" y="8456"/>
                      <a:pt x="14838" y="7378"/>
                    </a:cubicBezTo>
                    <a:cubicBezTo>
                      <a:pt x="14863" y="7378"/>
                      <a:pt x="14863" y="7353"/>
                      <a:pt x="14888" y="7328"/>
                    </a:cubicBezTo>
                    <a:cubicBezTo>
                      <a:pt x="15189" y="7228"/>
                      <a:pt x="15389" y="6952"/>
                      <a:pt x="15314" y="6551"/>
                    </a:cubicBezTo>
                    <a:cubicBezTo>
                      <a:pt x="14913" y="4446"/>
                      <a:pt x="13760" y="2641"/>
                      <a:pt x="12081" y="1438"/>
                    </a:cubicBezTo>
                    <a:cubicBezTo>
                      <a:pt x="11053" y="411"/>
                      <a:pt x="9550" y="160"/>
                      <a:pt x="8146" y="10"/>
                    </a:cubicBezTo>
                    <a:cubicBezTo>
                      <a:pt x="8102" y="3"/>
                      <a:pt x="8060" y="0"/>
                      <a:pt x="801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2" name="Google Shape;1132;g13fd850ae91_0_116"/>
              <p:cNvSpPr/>
              <p:nvPr/>
            </p:nvSpPr>
            <p:spPr>
              <a:xfrm>
                <a:off x="3423075" y="3065350"/>
                <a:ext cx="106375" cy="97775"/>
              </a:xfrm>
              <a:custGeom>
                <a:rect b="b" l="l" r="r" t="t"/>
                <a:pathLst>
                  <a:path extrusionOk="0" h="3911" w="4255">
                    <a:moveTo>
                      <a:pt x="772" y="1"/>
                    </a:moveTo>
                    <a:cubicBezTo>
                      <a:pt x="534" y="1"/>
                      <a:pt x="328" y="83"/>
                      <a:pt x="176" y="270"/>
                    </a:cubicBezTo>
                    <a:cubicBezTo>
                      <a:pt x="76" y="295"/>
                      <a:pt x="1" y="395"/>
                      <a:pt x="1" y="521"/>
                    </a:cubicBezTo>
                    <a:cubicBezTo>
                      <a:pt x="101" y="2250"/>
                      <a:pt x="1329" y="3603"/>
                      <a:pt x="3033" y="3904"/>
                    </a:cubicBezTo>
                    <a:cubicBezTo>
                      <a:pt x="3051" y="3909"/>
                      <a:pt x="3068" y="3911"/>
                      <a:pt x="3084" y="3911"/>
                    </a:cubicBezTo>
                    <a:cubicBezTo>
                      <a:pt x="3159" y="3911"/>
                      <a:pt x="3218" y="3866"/>
                      <a:pt x="3259" y="3804"/>
                    </a:cubicBezTo>
                    <a:cubicBezTo>
                      <a:pt x="3276" y="3808"/>
                      <a:pt x="3293" y="3810"/>
                      <a:pt x="3310" y="3810"/>
                    </a:cubicBezTo>
                    <a:cubicBezTo>
                      <a:pt x="3393" y="3810"/>
                      <a:pt x="3472" y="3762"/>
                      <a:pt x="3535" y="3679"/>
                    </a:cubicBezTo>
                    <a:cubicBezTo>
                      <a:pt x="4254" y="2430"/>
                      <a:pt x="2060" y="1"/>
                      <a:pt x="77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3" name="Google Shape;1133;g13fd850ae91_0_116"/>
              <p:cNvSpPr/>
              <p:nvPr/>
            </p:nvSpPr>
            <p:spPr>
              <a:xfrm>
                <a:off x="4146525" y="1961650"/>
                <a:ext cx="603650" cy="618500"/>
              </a:xfrm>
              <a:custGeom>
                <a:rect b="b" l="l" r="r" t="t"/>
                <a:pathLst>
                  <a:path extrusionOk="0" h="24740" w="24146">
                    <a:moveTo>
                      <a:pt x="2873" y="1"/>
                    </a:moveTo>
                    <a:cubicBezTo>
                      <a:pt x="2303" y="1"/>
                      <a:pt x="1745" y="114"/>
                      <a:pt x="1213" y="383"/>
                    </a:cubicBezTo>
                    <a:cubicBezTo>
                      <a:pt x="1" y="1032"/>
                      <a:pt x="528" y="2861"/>
                      <a:pt x="1616" y="2861"/>
                    </a:cubicBezTo>
                    <a:cubicBezTo>
                      <a:pt x="1787" y="2861"/>
                      <a:pt x="1971" y="2816"/>
                      <a:pt x="2166" y="2714"/>
                    </a:cubicBezTo>
                    <a:cubicBezTo>
                      <a:pt x="2407" y="2588"/>
                      <a:pt x="2682" y="2532"/>
                      <a:pt x="2980" y="2532"/>
                    </a:cubicBezTo>
                    <a:cubicBezTo>
                      <a:pt x="4819" y="2532"/>
                      <a:pt x="7543" y="4647"/>
                      <a:pt x="8707" y="5445"/>
                    </a:cubicBezTo>
                    <a:cubicBezTo>
                      <a:pt x="10637" y="6799"/>
                      <a:pt x="12416" y="8378"/>
                      <a:pt x="13995" y="10132"/>
                    </a:cubicBezTo>
                    <a:cubicBezTo>
                      <a:pt x="15574" y="11887"/>
                      <a:pt x="16978" y="13841"/>
                      <a:pt x="18081" y="15922"/>
                    </a:cubicBezTo>
                    <a:cubicBezTo>
                      <a:pt x="18532" y="16724"/>
                      <a:pt x="21264" y="21736"/>
                      <a:pt x="20436" y="22438"/>
                    </a:cubicBezTo>
                    <a:cubicBezTo>
                      <a:pt x="19451" y="23282"/>
                      <a:pt x="20224" y="24740"/>
                      <a:pt x="21202" y="24740"/>
                    </a:cubicBezTo>
                    <a:cubicBezTo>
                      <a:pt x="21444" y="24740"/>
                      <a:pt x="21697" y="24651"/>
                      <a:pt x="21940" y="24443"/>
                    </a:cubicBezTo>
                    <a:cubicBezTo>
                      <a:pt x="24146" y="22588"/>
                      <a:pt x="22416" y="19330"/>
                      <a:pt x="21489" y="17175"/>
                    </a:cubicBezTo>
                    <a:cubicBezTo>
                      <a:pt x="20161" y="14167"/>
                      <a:pt x="18381" y="11335"/>
                      <a:pt x="16201" y="8854"/>
                    </a:cubicBezTo>
                    <a:cubicBezTo>
                      <a:pt x="14096" y="6448"/>
                      <a:pt x="11690" y="4343"/>
                      <a:pt x="8958" y="2638"/>
                    </a:cubicBezTo>
                    <a:cubicBezTo>
                      <a:pt x="7314" y="1609"/>
                      <a:pt x="5014" y="1"/>
                      <a:pt x="287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34" name="Google Shape;1134;g13fd850ae91_0_116"/>
            <p:cNvSpPr/>
            <p:nvPr/>
          </p:nvSpPr>
          <p:spPr>
            <a:xfrm flipH="1">
              <a:off x="5699122" y="3605753"/>
              <a:ext cx="198309" cy="196300"/>
            </a:xfrm>
            <a:custGeom>
              <a:rect b="b" l="l" r="r" t="t"/>
              <a:pathLst>
                <a:path extrusionOk="0" h="4690" w="4738">
                  <a:moveTo>
                    <a:pt x="3415" y="1"/>
                  </a:moveTo>
                  <a:cubicBezTo>
                    <a:pt x="3134" y="1"/>
                    <a:pt x="2857" y="114"/>
                    <a:pt x="2657" y="340"/>
                  </a:cubicBezTo>
                  <a:lnTo>
                    <a:pt x="401" y="2822"/>
                  </a:lnTo>
                  <a:cubicBezTo>
                    <a:pt x="0" y="3223"/>
                    <a:pt x="26" y="3874"/>
                    <a:pt x="452" y="4275"/>
                  </a:cubicBezTo>
                  <a:lnTo>
                    <a:pt x="627" y="4426"/>
                  </a:lnTo>
                  <a:cubicBezTo>
                    <a:pt x="815" y="4602"/>
                    <a:pt x="1058" y="4690"/>
                    <a:pt x="1305" y="4690"/>
                  </a:cubicBezTo>
                  <a:cubicBezTo>
                    <a:pt x="1584" y="4690"/>
                    <a:pt x="1868" y="4577"/>
                    <a:pt x="2081" y="4350"/>
                  </a:cubicBezTo>
                  <a:lnTo>
                    <a:pt x="4336" y="1894"/>
                  </a:lnTo>
                  <a:cubicBezTo>
                    <a:pt x="4737" y="1468"/>
                    <a:pt x="4687" y="817"/>
                    <a:pt x="4286" y="415"/>
                  </a:cubicBezTo>
                  <a:lnTo>
                    <a:pt x="4111" y="265"/>
                  </a:lnTo>
                  <a:cubicBezTo>
                    <a:pt x="3911" y="89"/>
                    <a:pt x="3662" y="1"/>
                    <a:pt x="3415"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5" name="Google Shape;1135;g13fd850ae91_0_116"/>
            <p:cNvSpPr/>
            <p:nvPr/>
          </p:nvSpPr>
          <p:spPr>
            <a:xfrm flipH="1">
              <a:off x="5784089" y="3560297"/>
              <a:ext cx="174201" cy="173949"/>
            </a:xfrm>
            <a:custGeom>
              <a:rect b="b" l="l" r="r" t="t"/>
              <a:pathLst>
                <a:path extrusionOk="0" h="4156" w="4162">
                  <a:moveTo>
                    <a:pt x="3010" y="0"/>
                  </a:moveTo>
                  <a:cubicBezTo>
                    <a:pt x="2763" y="0"/>
                    <a:pt x="2516" y="101"/>
                    <a:pt x="2332" y="298"/>
                  </a:cubicBezTo>
                  <a:lnTo>
                    <a:pt x="327" y="2479"/>
                  </a:lnTo>
                  <a:cubicBezTo>
                    <a:pt x="1" y="2855"/>
                    <a:pt x="26" y="3431"/>
                    <a:pt x="402" y="3782"/>
                  </a:cubicBezTo>
                  <a:lnTo>
                    <a:pt x="527" y="3908"/>
                  </a:lnTo>
                  <a:cubicBezTo>
                    <a:pt x="705" y="4074"/>
                    <a:pt x="929" y="4156"/>
                    <a:pt x="1152" y="4156"/>
                  </a:cubicBezTo>
                  <a:cubicBezTo>
                    <a:pt x="1399" y="4156"/>
                    <a:pt x="1646" y="4055"/>
                    <a:pt x="1830" y="3857"/>
                  </a:cubicBezTo>
                  <a:lnTo>
                    <a:pt x="3835" y="1677"/>
                  </a:lnTo>
                  <a:cubicBezTo>
                    <a:pt x="4161" y="1301"/>
                    <a:pt x="4136" y="725"/>
                    <a:pt x="3785" y="374"/>
                  </a:cubicBezTo>
                  <a:lnTo>
                    <a:pt x="3635" y="248"/>
                  </a:lnTo>
                  <a:cubicBezTo>
                    <a:pt x="3457" y="82"/>
                    <a:pt x="3233" y="0"/>
                    <a:pt x="3010"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6" name="Google Shape;1136;g13fd850ae91_0_116"/>
            <p:cNvSpPr/>
            <p:nvPr/>
          </p:nvSpPr>
          <p:spPr>
            <a:xfrm flipH="1">
              <a:off x="5621521" y="3663473"/>
              <a:ext cx="198267" cy="196300"/>
            </a:xfrm>
            <a:custGeom>
              <a:rect b="b" l="l" r="r" t="t"/>
              <a:pathLst>
                <a:path extrusionOk="0" h="4690" w="4737">
                  <a:moveTo>
                    <a:pt x="3414" y="0"/>
                  </a:moveTo>
                  <a:cubicBezTo>
                    <a:pt x="3134" y="0"/>
                    <a:pt x="2857" y="113"/>
                    <a:pt x="2657" y="340"/>
                  </a:cubicBezTo>
                  <a:lnTo>
                    <a:pt x="401" y="2796"/>
                  </a:lnTo>
                  <a:cubicBezTo>
                    <a:pt x="0" y="3222"/>
                    <a:pt x="25" y="3874"/>
                    <a:pt x="451" y="4275"/>
                  </a:cubicBezTo>
                  <a:lnTo>
                    <a:pt x="627" y="4425"/>
                  </a:lnTo>
                  <a:cubicBezTo>
                    <a:pt x="815" y="4601"/>
                    <a:pt x="1058" y="4689"/>
                    <a:pt x="1304" y="4689"/>
                  </a:cubicBezTo>
                  <a:cubicBezTo>
                    <a:pt x="1584" y="4689"/>
                    <a:pt x="1867" y="4576"/>
                    <a:pt x="2080" y="4350"/>
                  </a:cubicBezTo>
                  <a:lnTo>
                    <a:pt x="4336" y="1894"/>
                  </a:lnTo>
                  <a:cubicBezTo>
                    <a:pt x="4737" y="1468"/>
                    <a:pt x="4687" y="816"/>
                    <a:pt x="4286" y="415"/>
                  </a:cubicBezTo>
                  <a:lnTo>
                    <a:pt x="4110" y="265"/>
                  </a:lnTo>
                  <a:cubicBezTo>
                    <a:pt x="3911" y="88"/>
                    <a:pt x="3661" y="0"/>
                    <a:pt x="3414"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g13fd850ae91_0_116"/>
            <p:cNvSpPr/>
            <p:nvPr/>
          </p:nvSpPr>
          <p:spPr>
            <a:xfrm flipH="1">
              <a:off x="5566940" y="3738605"/>
              <a:ext cx="180479" cy="178177"/>
            </a:xfrm>
            <a:custGeom>
              <a:rect b="b" l="l" r="r" t="t"/>
              <a:pathLst>
                <a:path extrusionOk="0" h="4257" w="4312">
                  <a:moveTo>
                    <a:pt x="3110" y="1"/>
                  </a:moveTo>
                  <a:cubicBezTo>
                    <a:pt x="2863" y="1"/>
                    <a:pt x="2616" y="101"/>
                    <a:pt x="2432" y="299"/>
                  </a:cubicBezTo>
                  <a:lnTo>
                    <a:pt x="351" y="2555"/>
                  </a:lnTo>
                  <a:cubicBezTo>
                    <a:pt x="0" y="2931"/>
                    <a:pt x="26" y="3532"/>
                    <a:pt x="427" y="3883"/>
                  </a:cubicBezTo>
                  <a:lnTo>
                    <a:pt x="577" y="4008"/>
                  </a:lnTo>
                  <a:cubicBezTo>
                    <a:pt x="755" y="4175"/>
                    <a:pt x="984" y="4257"/>
                    <a:pt x="1213" y="4257"/>
                  </a:cubicBezTo>
                  <a:cubicBezTo>
                    <a:pt x="1467" y="4257"/>
                    <a:pt x="1721" y="4156"/>
                    <a:pt x="1905" y="3958"/>
                  </a:cubicBezTo>
                  <a:lnTo>
                    <a:pt x="3960" y="1703"/>
                  </a:lnTo>
                  <a:cubicBezTo>
                    <a:pt x="4311" y="1327"/>
                    <a:pt x="4286" y="725"/>
                    <a:pt x="3885" y="374"/>
                  </a:cubicBezTo>
                  <a:lnTo>
                    <a:pt x="3735" y="249"/>
                  </a:lnTo>
                  <a:cubicBezTo>
                    <a:pt x="3557" y="83"/>
                    <a:pt x="3333" y="1"/>
                    <a:pt x="3110"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8" name="Google Shape;1138;g13fd850ae91_0_116"/>
            <p:cNvSpPr/>
            <p:nvPr/>
          </p:nvSpPr>
          <p:spPr>
            <a:xfrm flipH="1">
              <a:off x="5700168" y="3601986"/>
              <a:ext cx="197263" cy="203708"/>
            </a:xfrm>
            <a:custGeom>
              <a:rect b="b" l="l" r="r" t="t"/>
              <a:pathLst>
                <a:path extrusionOk="0" h="4867" w="4713">
                  <a:moveTo>
                    <a:pt x="3425" y="185"/>
                  </a:moveTo>
                  <a:cubicBezTo>
                    <a:pt x="3648" y="185"/>
                    <a:pt x="3874" y="267"/>
                    <a:pt x="4061" y="430"/>
                  </a:cubicBezTo>
                  <a:lnTo>
                    <a:pt x="4211" y="581"/>
                  </a:lnTo>
                  <a:cubicBezTo>
                    <a:pt x="4386" y="756"/>
                    <a:pt x="4512" y="982"/>
                    <a:pt x="4512" y="1232"/>
                  </a:cubicBezTo>
                  <a:cubicBezTo>
                    <a:pt x="4537" y="1483"/>
                    <a:pt x="4437" y="1734"/>
                    <a:pt x="4261" y="1909"/>
                  </a:cubicBezTo>
                  <a:lnTo>
                    <a:pt x="2006" y="4390"/>
                  </a:lnTo>
                  <a:cubicBezTo>
                    <a:pt x="1821" y="4588"/>
                    <a:pt x="1567" y="4689"/>
                    <a:pt x="1313" y="4689"/>
                  </a:cubicBezTo>
                  <a:cubicBezTo>
                    <a:pt x="1084" y="4689"/>
                    <a:pt x="855" y="4607"/>
                    <a:pt x="677" y="4440"/>
                  </a:cubicBezTo>
                  <a:lnTo>
                    <a:pt x="527" y="4290"/>
                  </a:lnTo>
                  <a:cubicBezTo>
                    <a:pt x="326" y="4115"/>
                    <a:pt x="226" y="3889"/>
                    <a:pt x="226" y="3638"/>
                  </a:cubicBezTo>
                  <a:cubicBezTo>
                    <a:pt x="201" y="3388"/>
                    <a:pt x="301" y="3137"/>
                    <a:pt x="452" y="2962"/>
                  </a:cubicBezTo>
                  <a:lnTo>
                    <a:pt x="2732" y="505"/>
                  </a:lnTo>
                  <a:cubicBezTo>
                    <a:pt x="2919" y="292"/>
                    <a:pt x="3171" y="185"/>
                    <a:pt x="3425" y="185"/>
                  </a:cubicBezTo>
                  <a:close/>
                  <a:moveTo>
                    <a:pt x="3402" y="1"/>
                  </a:moveTo>
                  <a:cubicBezTo>
                    <a:pt x="3101" y="1"/>
                    <a:pt x="2804" y="120"/>
                    <a:pt x="2582" y="355"/>
                  </a:cubicBezTo>
                  <a:lnTo>
                    <a:pt x="326" y="2836"/>
                  </a:lnTo>
                  <a:cubicBezTo>
                    <a:pt x="126" y="3062"/>
                    <a:pt x="0" y="3338"/>
                    <a:pt x="26" y="3638"/>
                  </a:cubicBezTo>
                  <a:cubicBezTo>
                    <a:pt x="26" y="3939"/>
                    <a:pt x="176" y="4215"/>
                    <a:pt x="376" y="4440"/>
                  </a:cubicBezTo>
                  <a:lnTo>
                    <a:pt x="552" y="4591"/>
                  </a:lnTo>
                  <a:cubicBezTo>
                    <a:pt x="777" y="4766"/>
                    <a:pt x="1053" y="4866"/>
                    <a:pt x="1304" y="4866"/>
                  </a:cubicBezTo>
                  <a:cubicBezTo>
                    <a:pt x="1630" y="4866"/>
                    <a:pt x="1930" y="4741"/>
                    <a:pt x="2156" y="4516"/>
                  </a:cubicBezTo>
                  <a:lnTo>
                    <a:pt x="4412" y="2034"/>
                  </a:lnTo>
                  <a:cubicBezTo>
                    <a:pt x="4612" y="1809"/>
                    <a:pt x="4712" y="1533"/>
                    <a:pt x="4712" y="1232"/>
                  </a:cubicBezTo>
                  <a:cubicBezTo>
                    <a:pt x="4687" y="932"/>
                    <a:pt x="4562" y="656"/>
                    <a:pt x="4336" y="455"/>
                  </a:cubicBezTo>
                  <a:lnTo>
                    <a:pt x="4186" y="305"/>
                  </a:lnTo>
                  <a:cubicBezTo>
                    <a:pt x="3958" y="101"/>
                    <a:pt x="3679" y="1"/>
                    <a:pt x="34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g13fd850ae91_0_116"/>
            <p:cNvSpPr/>
            <p:nvPr/>
          </p:nvSpPr>
          <p:spPr>
            <a:xfrm flipH="1">
              <a:off x="5778857" y="3556865"/>
              <a:ext cx="180479" cy="181693"/>
            </a:xfrm>
            <a:custGeom>
              <a:rect b="b" l="l" r="r" t="t"/>
              <a:pathLst>
                <a:path extrusionOk="0" h="4341" w="4312">
                  <a:moveTo>
                    <a:pt x="3033" y="180"/>
                  </a:moveTo>
                  <a:cubicBezTo>
                    <a:pt x="3234" y="180"/>
                    <a:pt x="3434" y="255"/>
                    <a:pt x="3585" y="406"/>
                  </a:cubicBezTo>
                  <a:lnTo>
                    <a:pt x="3735" y="531"/>
                  </a:lnTo>
                  <a:cubicBezTo>
                    <a:pt x="4061" y="832"/>
                    <a:pt x="4086" y="1358"/>
                    <a:pt x="3785" y="1684"/>
                  </a:cubicBezTo>
                  <a:lnTo>
                    <a:pt x="1780" y="3864"/>
                  </a:lnTo>
                  <a:cubicBezTo>
                    <a:pt x="1630" y="4040"/>
                    <a:pt x="1429" y="4140"/>
                    <a:pt x="1204" y="4140"/>
                  </a:cubicBezTo>
                  <a:cubicBezTo>
                    <a:pt x="1183" y="4142"/>
                    <a:pt x="1162" y="4144"/>
                    <a:pt x="1141" y="4144"/>
                  </a:cubicBezTo>
                  <a:cubicBezTo>
                    <a:pt x="958" y="4144"/>
                    <a:pt x="762" y="4049"/>
                    <a:pt x="627" y="3914"/>
                  </a:cubicBezTo>
                  <a:lnTo>
                    <a:pt x="477" y="3789"/>
                  </a:lnTo>
                  <a:cubicBezTo>
                    <a:pt x="327" y="3639"/>
                    <a:pt x="226" y="3438"/>
                    <a:pt x="226" y="3213"/>
                  </a:cubicBezTo>
                  <a:cubicBezTo>
                    <a:pt x="201" y="3012"/>
                    <a:pt x="276" y="2787"/>
                    <a:pt x="427" y="2636"/>
                  </a:cubicBezTo>
                  <a:lnTo>
                    <a:pt x="2432" y="456"/>
                  </a:lnTo>
                  <a:cubicBezTo>
                    <a:pt x="2582" y="280"/>
                    <a:pt x="2783" y="205"/>
                    <a:pt x="3008" y="180"/>
                  </a:cubicBezTo>
                  <a:close/>
                  <a:moveTo>
                    <a:pt x="3067" y="1"/>
                  </a:moveTo>
                  <a:cubicBezTo>
                    <a:pt x="3039" y="1"/>
                    <a:pt x="3011" y="2"/>
                    <a:pt x="2983" y="5"/>
                  </a:cubicBezTo>
                  <a:cubicBezTo>
                    <a:pt x="2733" y="5"/>
                    <a:pt x="2482" y="130"/>
                    <a:pt x="2281" y="330"/>
                  </a:cubicBezTo>
                  <a:lnTo>
                    <a:pt x="302" y="2511"/>
                  </a:lnTo>
                  <a:cubicBezTo>
                    <a:pt x="101" y="2711"/>
                    <a:pt x="1" y="2962"/>
                    <a:pt x="26" y="3238"/>
                  </a:cubicBezTo>
                  <a:cubicBezTo>
                    <a:pt x="26" y="3513"/>
                    <a:pt x="151" y="3764"/>
                    <a:pt x="352" y="3939"/>
                  </a:cubicBezTo>
                  <a:lnTo>
                    <a:pt x="502" y="4065"/>
                  </a:lnTo>
                  <a:cubicBezTo>
                    <a:pt x="677" y="4240"/>
                    <a:pt x="928" y="4340"/>
                    <a:pt x="1179" y="4340"/>
                  </a:cubicBezTo>
                  <a:lnTo>
                    <a:pt x="1229" y="4340"/>
                  </a:lnTo>
                  <a:cubicBezTo>
                    <a:pt x="1479" y="4315"/>
                    <a:pt x="1730" y="4215"/>
                    <a:pt x="1931" y="4015"/>
                  </a:cubicBezTo>
                  <a:lnTo>
                    <a:pt x="3936" y="1809"/>
                  </a:lnTo>
                  <a:cubicBezTo>
                    <a:pt x="4312" y="1408"/>
                    <a:pt x="4287" y="756"/>
                    <a:pt x="3860" y="380"/>
                  </a:cubicBezTo>
                  <a:lnTo>
                    <a:pt x="3710" y="255"/>
                  </a:lnTo>
                  <a:cubicBezTo>
                    <a:pt x="3530" y="98"/>
                    <a:pt x="3310" y="1"/>
                    <a:pt x="30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g13fd850ae91_0_116"/>
            <p:cNvSpPr/>
            <p:nvPr/>
          </p:nvSpPr>
          <p:spPr>
            <a:xfrm flipH="1">
              <a:off x="5617293" y="3659664"/>
              <a:ext cx="202494" cy="203708"/>
            </a:xfrm>
            <a:custGeom>
              <a:rect b="b" l="l" r="r" t="t"/>
              <a:pathLst>
                <a:path extrusionOk="0" h="4867" w="4838">
                  <a:moveTo>
                    <a:pt x="3409" y="180"/>
                  </a:moveTo>
                  <a:cubicBezTo>
                    <a:pt x="3634" y="180"/>
                    <a:pt x="3860" y="280"/>
                    <a:pt x="4060" y="431"/>
                  </a:cubicBezTo>
                  <a:lnTo>
                    <a:pt x="4211" y="581"/>
                  </a:lnTo>
                  <a:cubicBezTo>
                    <a:pt x="4587" y="932"/>
                    <a:pt x="4612" y="1534"/>
                    <a:pt x="4261" y="1909"/>
                  </a:cubicBezTo>
                  <a:lnTo>
                    <a:pt x="2005" y="4391"/>
                  </a:lnTo>
                  <a:cubicBezTo>
                    <a:pt x="1821" y="4588"/>
                    <a:pt x="1567" y="4689"/>
                    <a:pt x="1313" y="4689"/>
                  </a:cubicBezTo>
                  <a:cubicBezTo>
                    <a:pt x="1084" y="4689"/>
                    <a:pt x="855" y="4607"/>
                    <a:pt x="677" y="4441"/>
                  </a:cubicBezTo>
                  <a:lnTo>
                    <a:pt x="526" y="4290"/>
                  </a:lnTo>
                  <a:cubicBezTo>
                    <a:pt x="326" y="4115"/>
                    <a:pt x="226" y="3889"/>
                    <a:pt x="226" y="3639"/>
                  </a:cubicBezTo>
                  <a:cubicBezTo>
                    <a:pt x="201" y="3388"/>
                    <a:pt x="301" y="3138"/>
                    <a:pt x="451" y="2962"/>
                  </a:cubicBezTo>
                  <a:lnTo>
                    <a:pt x="2732" y="481"/>
                  </a:lnTo>
                  <a:cubicBezTo>
                    <a:pt x="2907" y="280"/>
                    <a:pt x="3158" y="180"/>
                    <a:pt x="3409" y="180"/>
                  </a:cubicBezTo>
                  <a:close/>
                  <a:moveTo>
                    <a:pt x="3402" y="1"/>
                  </a:moveTo>
                  <a:cubicBezTo>
                    <a:pt x="3101" y="1"/>
                    <a:pt x="2804" y="120"/>
                    <a:pt x="2582" y="356"/>
                  </a:cubicBezTo>
                  <a:lnTo>
                    <a:pt x="326" y="2837"/>
                  </a:lnTo>
                  <a:cubicBezTo>
                    <a:pt x="125" y="3062"/>
                    <a:pt x="0" y="3338"/>
                    <a:pt x="25" y="3639"/>
                  </a:cubicBezTo>
                  <a:cubicBezTo>
                    <a:pt x="25" y="3940"/>
                    <a:pt x="176" y="4215"/>
                    <a:pt x="376" y="4416"/>
                  </a:cubicBezTo>
                  <a:lnTo>
                    <a:pt x="552" y="4566"/>
                  </a:lnTo>
                  <a:cubicBezTo>
                    <a:pt x="777" y="4767"/>
                    <a:pt x="1053" y="4867"/>
                    <a:pt x="1303" y="4867"/>
                  </a:cubicBezTo>
                  <a:cubicBezTo>
                    <a:pt x="1629" y="4867"/>
                    <a:pt x="1930" y="4742"/>
                    <a:pt x="2156" y="4516"/>
                  </a:cubicBezTo>
                  <a:lnTo>
                    <a:pt x="4411" y="2035"/>
                  </a:lnTo>
                  <a:cubicBezTo>
                    <a:pt x="4837" y="1584"/>
                    <a:pt x="4812" y="857"/>
                    <a:pt x="4336" y="456"/>
                  </a:cubicBezTo>
                  <a:lnTo>
                    <a:pt x="4186" y="305"/>
                  </a:lnTo>
                  <a:cubicBezTo>
                    <a:pt x="3958" y="102"/>
                    <a:pt x="3678" y="1"/>
                    <a:pt x="34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1" name="Google Shape;1141;g13fd850ae91_0_116"/>
            <p:cNvSpPr/>
            <p:nvPr/>
          </p:nvSpPr>
          <p:spPr>
            <a:xfrm flipH="1">
              <a:off x="5566940" y="3734796"/>
              <a:ext cx="180479" cy="186297"/>
            </a:xfrm>
            <a:custGeom>
              <a:rect b="b" l="l" r="r" t="t"/>
              <a:pathLst>
                <a:path extrusionOk="0" h="4451" w="4312">
                  <a:moveTo>
                    <a:pt x="3108" y="190"/>
                  </a:moveTo>
                  <a:cubicBezTo>
                    <a:pt x="3309" y="190"/>
                    <a:pt x="3509" y="265"/>
                    <a:pt x="3685" y="415"/>
                  </a:cubicBezTo>
                  <a:lnTo>
                    <a:pt x="3835" y="541"/>
                  </a:lnTo>
                  <a:cubicBezTo>
                    <a:pt x="3985" y="691"/>
                    <a:pt x="4086" y="916"/>
                    <a:pt x="4111" y="1142"/>
                  </a:cubicBezTo>
                  <a:cubicBezTo>
                    <a:pt x="4111" y="1368"/>
                    <a:pt x="4036" y="1568"/>
                    <a:pt x="3885" y="1744"/>
                  </a:cubicBezTo>
                  <a:lnTo>
                    <a:pt x="1830" y="3974"/>
                  </a:lnTo>
                  <a:cubicBezTo>
                    <a:pt x="1658" y="4159"/>
                    <a:pt x="1430" y="4254"/>
                    <a:pt x="1202" y="4254"/>
                  </a:cubicBezTo>
                  <a:cubicBezTo>
                    <a:pt x="998" y="4254"/>
                    <a:pt x="793" y="4178"/>
                    <a:pt x="627" y="4024"/>
                  </a:cubicBezTo>
                  <a:lnTo>
                    <a:pt x="477" y="3899"/>
                  </a:lnTo>
                  <a:cubicBezTo>
                    <a:pt x="326" y="3749"/>
                    <a:pt x="226" y="3548"/>
                    <a:pt x="201" y="3323"/>
                  </a:cubicBezTo>
                  <a:cubicBezTo>
                    <a:pt x="201" y="3097"/>
                    <a:pt x="276" y="2871"/>
                    <a:pt x="427" y="2696"/>
                  </a:cubicBezTo>
                  <a:lnTo>
                    <a:pt x="2482" y="465"/>
                  </a:lnTo>
                  <a:cubicBezTo>
                    <a:pt x="2657" y="290"/>
                    <a:pt x="2883" y="190"/>
                    <a:pt x="3108" y="190"/>
                  </a:cubicBezTo>
                  <a:close/>
                  <a:moveTo>
                    <a:pt x="3114" y="1"/>
                  </a:moveTo>
                  <a:cubicBezTo>
                    <a:pt x="2834" y="1"/>
                    <a:pt x="2556" y="114"/>
                    <a:pt x="2356" y="340"/>
                  </a:cubicBezTo>
                  <a:lnTo>
                    <a:pt x="301" y="2571"/>
                  </a:lnTo>
                  <a:cubicBezTo>
                    <a:pt x="101" y="2771"/>
                    <a:pt x="0" y="3047"/>
                    <a:pt x="26" y="3323"/>
                  </a:cubicBezTo>
                  <a:cubicBezTo>
                    <a:pt x="26" y="3598"/>
                    <a:pt x="151" y="3849"/>
                    <a:pt x="351" y="4049"/>
                  </a:cubicBezTo>
                  <a:lnTo>
                    <a:pt x="502" y="4175"/>
                  </a:lnTo>
                  <a:cubicBezTo>
                    <a:pt x="702" y="4350"/>
                    <a:pt x="953" y="4450"/>
                    <a:pt x="1203" y="4450"/>
                  </a:cubicBezTo>
                  <a:cubicBezTo>
                    <a:pt x="1479" y="4450"/>
                    <a:pt x="1755" y="4325"/>
                    <a:pt x="1955" y="4125"/>
                  </a:cubicBezTo>
                  <a:lnTo>
                    <a:pt x="4036" y="1869"/>
                  </a:lnTo>
                  <a:cubicBezTo>
                    <a:pt x="4211" y="1668"/>
                    <a:pt x="4311" y="1393"/>
                    <a:pt x="4286" y="1117"/>
                  </a:cubicBezTo>
                  <a:cubicBezTo>
                    <a:pt x="4286" y="841"/>
                    <a:pt x="4161" y="591"/>
                    <a:pt x="3960" y="415"/>
                  </a:cubicBezTo>
                  <a:lnTo>
                    <a:pt x="3810" y="265"/>
                  </a:lnTo>
                  <a:cubicBezTo>
                    <a:pt x="3610" y="89"/>
                    <a:pt x="3361" y="1"/>
                    <a:pt x="31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42" name="Google Shape;1142;g13fd850ae91_0_116"/>
          <p:cNvSpPr/>
          <p:nvPr/>
        </p:nvSpPr>
        <p:spPr>
          <a:xfrm>
            <a:off x="208425" y="3193500"/>
            <a:ext cx="5445000" cy="1200600"/>
          </a:xfrm>
          <a:prstGeom prst="roundRect">
            <a:avLst>
              <a:gd fmla="val 16667" name="adj"/>
            </a:avLst>
          </a:prstGeom>
          <a:solidFill>
            <a:srgbClr val="E7E6E6"/>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0" i="1" lang="en" sz="2000" u="none" cap="none" strike="noStrike">
                <a:solidFill>
                  <a:srgbClr val="202124"/>
                </a:solidFill>
                <a:latin typeface="Lexend Deca"/>
                <a:ea typeface="Lexend Deca"/>
                <a:cs typeface="Lexend Deca"/>
                <a:sym typeface="Lexend Deca"/>
              </a:rPr>
              <a:t>You just saw your opponent’s view, now write a rebuttal script for the same. </a:t>
            </a:r>
            <a:endParaRPr b="0" i="1" sz="2000" u="none" cap="none" strike="noStrike">
              <a:solidFill>
                <a:schemeClr val="dk1"/>
              </a:solidFill>
              <a:latin typeface="Lexend Deca"/>
              <a:ea typeface="Lexend Deca"/>
              <a:cs typeface="Lexend Deca"/>
              <a:sym typeface="Lexend Deca"/>
            </a:endParaRPr>
          </a:p>
        </p:txBody>
      </p:sp>
      <p:sp>
        <p:nvSpPr>
          <p:cNvPr id="1143" name="Google Shape;1143;g13fd850ae91_0_116"/>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pic>
        <p:nvPicPr>
          <p:cNvPr id="1148" name="Google Shape;1148;g13fbba25656_0_297"/>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sp>
        <p:nvSpPr>
          <p:cNvPr id="1149" name="Google Shape;1149;g13fbba25656_0_297"/>
          <p:cNvSpPr/>
          <p:nvPr/>
        </p:nvSpPr>
        <p:spPr>
          <a:xfrm>
            <a:off x="861525" y="1362475"/>
            <a:ext cx="5492400" cy="2175000"/>
          </a:xfrm>
          <a:prstGeom prst="roundRect">
            <a:avLst>
              <a:gd fmla="val 16667" name="adj"/>
            </a:avLst>
          </a:prstGeom>
          <a:solidFill>
            <a:srgbClr val="E7E6E6"/>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2900"/>
              <a:buFont typeface="Arial"/>
              <a:buNone/>
            </a:pPr>
            <a:r>
              <a:rPr b="0" i="1" lang="en" sz="2200" u="none" cap="none" strike="noStrike">
                <a:solidFill>
                  <a:schemeClr val="dk1"/>
                </a:solidFill>
                <a:latin typeface="Lexend Deca"/>
                <a:ea typeface="Lexend Deca"/>
                <a:cs typeface="Lexend Deca"/>
                <a:sym typeface="Lexend Deca"/>
              </a:rPr>
              <a:t>Your script is ready but how you deliver it is equally important in a debate. Let us look at some speech techniques required for a policy debate. </a:t>
            </a:r>
            <a:endParaRPr b="0" i="1" sz="2200" u="none" cap="none" strike="noStrike">
              <a:solidFill>
                <a:srgbClr val="000000"/>
              </a:solidFill>
              <a:latin typeface="Lexend Deca"/>
              <a:ea typeface="Lexend Deca"/>
              <a:cs typeface="Lexend Deca"/>
              <a:sym typeface="Lexend Deca"/>
            </a:endParaRPr>
          </a:p>
        </p:txBody>
      </p:sp>
      <p:pic>
        <p:nvPicPr>
          <p:cNvPr id="1150" name="Google Shape;1150;g13fbba25656_0_297"/>
          <p:cNvPicPr preferRelativeResize="0"/>
          <p:nvPr/>
        </p:nvPicPr>
        <p:blipFill rotWithShape="1">
          <a:blip r:embed="rId4">
            <a:alphaModFix/>
          </a:blip>
          <a:srcRect b="0" l="0" r="0" t="0"/>
          <a:stretch/>
        </p:blipFill>
        <p:spPr>
          <a:xfrm>
            <a:off x="116328" y="359624"/>
            <a:ext cx="638322" cy="602644"/>
          </a:xfrm>
          <a:prstGeom prst="rect">
            <a:avLst/>
          </a:prstGeom>
          <a:noFill/>
          <a:ln>
            <a:noFill/>
          </a:ln>
        </p:spPr>
      </p:pic>
      <p:sp>
        <p:nvSpPr>
          <p:cNvPr id="1151" name="Google Shape;1151;g13fbba25656_0_297"/>
          <p:cNvSpPr txBox="1"/>
          <p:nvPr/>
        </p:nvSpPr>
        <p:spPr>
          <a:xfrm>
            <a:off x="116325" y="962275"/>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400" u="none" cap="none" strike="noStrike">
                <a:solidFill>
                  <a:srgbClr val="202426"/>
                </a:solidFill>
                <a:latin typeface="Raleway Black"/>
                <a:ea typeface="Raleway Black"/>
                <a:cs typeface="Raleway Black"/>
                <a:sym typeface="Raleway Black"/>
              </a:rPr>
              <a:t>20 secs</a:t>
            </a:r>
            <a:endParaRPr b="0" i="0" sz="1400" u="none" cap="none" strike="noStrike">
              <a:solidFill>
                <a:srgbClr val="202426"/>
              </a:solidFill>
              <a:latin typeface="Raleway Black"/>
              <a:ea typeface="Raleway Black"/>
              <a:cs typeface="Raleway Black"/>
              <a:sym typeface="Raleway Black"/>
            </a:endParaRPr>
          </a:p>
        </p:txBody>
      </p:sp>
      <p:sp>
        <p:nvSpPr>
          <p:cNvPr id="1152" name="Google Shape;1152;g13fbba25656_0_297"/>
          <p:cNvSpPr txBox="1"/>
          <p:nvPr/>
        </p:nvSpPr>
        <p:spPr>
          <a:xfrm>
            <a:off x="116325"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53" name="Google Shape;1153;g13fbba25656_0_297"/>
          <p:cNvGrpSpPr/>
          <p:nvPr/>
        </p:nvGrpSpPr>
        <p:grpSpPr>
          <a:xfrm flipH="1">
            <a:off x="6509021" y="648267"/>
            <a:ext cx="2216743" cy="5867983"/>
            <a:chOff x="3428900" y="1914450"/>
            <a:chExt cx="1059325" cy="2804025"/>
          </a:xfrm>
        </p:grpSpPr>
        <p:sp>
          <p:nvSpPr>
            <p:cNvPr id="1154" name="Google Shape;1154;g13fbba25656_0_297"/>
            <p:cNvSpPr/>
            <p:nvPr/>
          </p:nvSpPr>
          <p:spPr>
            <a:xfrm>
              <a:off x="3558075" y="3106700"/>
              <a:ext cx="281950" cy="901975"/>
            </a:xfrm>
            <a:custGeom>
              <a:rect b="b" l="l" r="r" t="t"/>
              <a:pathLst>
                <a:path extrusionOk="0" h="36079" w="11278">
                  <a:moveTo>
                    <a:pt x="4012" y="1"/>
                  </a:moveTo>
                  <a:cubicBezTo>
                    <a:pt x="3278" y="1"/>
                    <a:pt x="2530" y="25"/>
                    <a:pt x="1855" y="457"/>
                  </a:cubicBezTo>
                  <a:cubicBezTo>
                    <a:pt x="1" y="1643"/>
                    <a:pt x="1095" y="29546"/>
                    <a:pt x="609" y="31643"/>
                  </a:cubicBezTo>
                  <a:cubicBezTo>
                    <a:pt x="279" y="33161"/>
                    <a:pt x="2925" y="36079"/>
                    <a:pt x="4851" y="36079"/>
                  </a:cubicBezTo>
                  <a:cubicBezTo>
                    <a:pt x="5586" y="36079"/>
                    <a:pt x="6217" y="35653"/>
                    <a:pt x="6536" y="34561"/>
                  </a:cubicBezTo>
                  <a:cubicBezTo>
                    <a:pt x="8542" y="27631"/>
                    <a:pt x="11278" y="3193"/>
                    <a:pt x="11278" y="3193"/>
                  </a:cubicBezTo>
                  <a:cubicBezTo>
                    <a:pt x="10183" y="2129"/>
                    <a:pt x="7661" y="32"/>
                    <a:pt x="4287" y="1"/>
                  </a:cubicBezTo>
                  <a:cubicBezTo>
                    <a:pt x="4195" y="1"/>
                    <a:pt x="4104" y="1"/>
                    <a:pt x="4012"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g13fbba25656_0_297"/>
            <p:cNvSpPr/>
            <p:nvPr/>
          </p:nvSpPr>
          <p:spPr>
            <a:xfrm>
              <a:off x="3530725" y="3804575"/>
              <a:ext cx="210525" cy="709925"/>
            </a:xfrm>
            <a:custGeom>
              <a:rect b="b" l="l" r="r" t="t"/>
              <a:pathLst>
                <a:path extrusionOk="0" h="28397" w="8421">
                  <a:moveTo>
                    <a:pt x="5222" y="0"/>
                  </a:moveTo>
                  <a:cubicBezTo>
                    <a:pt x="4374" y="0"/>
                    <a:pt x="3543" y="240"/>
                    <a:pt x="3131" y="688"/>
                  </a:cubicBezTo>
                  <a:cubicBezTo>
                    <a:pt x="2037" y="1935"/>
                    <a:pt x="1064" y="5065"/>
                    <a:pt x="517" y="8409"/>
                  </a:cubicBezTo>
                  <a:cubicBezTo>
                    <a:pt x="1" y="11783"/>
                    <a:pt x="365" y="22999"/>
                    <a:pt x="365" y="24367"/>
                  </a:cubicBezTo>
                  <a:cubicBezTo>
                    <a:pt x="365" y="25734"/>
                    <a:pt x="31" y="26920"/>
                    <a:pt x="548" y="27832"/>
                  </a:cubicBezTo>
                  <a:cubicBezTo>
                    <a:pt x="548" y="27832"/>
                    <a:pt x="1158" y="28396"/>
                    <a:pt x="2144" y="28396"/>
                  </a:cubicBezTo>
                  <a:cubicBezTo>
                    <a:pt x="2302" y="28396"/>
                    <a:pt x="2469" y="28382"/>
                    <a:pt x="2645" y="28348"/>
                  </a:cubicBezTo>
                  <a:cubicBezTo>
                    <a:pt x="3952" y="28136"/>
                    <a:pt x="3678" y="27528"/>
                    <a:pt x="3830" y="25795"/>
                  </a:cubicBezTo>
                  <a:cubicBezTo>
                    <a:pt x="4165" y="22361"/>
                    <a:pt x="8420" y="5521"/>
                    <a:pt x="7782" y="1570"/>
                  </a:cubicBezTo>
                  <a:cubicBezTo>
                    <a:pt x="7692" y="494"/>
                    <a:pt x="6440" y="0"/>
                    <a:pt x="5222"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g13fbba25656_0_297"/>
            <p:cNvSpPr/>
            <p:nvPr/>
          </p:nvSpPr>
          <p:spPr>
            <a:xfrm>
              <a:off x="3510200" y="4447025"/>
              <a:ext cx="142900" cy="271450"/>
            </a:xfrm>
            <a:custGeom>
              <a:rect b="b" l="l" r="r" t="t"/>
              <a:pathLst>
                <a:path extrusionOk="0" h="10858" w="5716">
                  <a:moveTo>
                    <a:pt x="2575" y="0"/>
                  </a:moveTo>
                  <a:cubicBezTo>
                    <a:pt x="2528" y="0"/>
                    <a:pt x="2481" y="2"/>
                    <a:pt x="2433" y="6"/>
                  </a:cubicBezTo>
                  <a:cubicBezTo>
                    <a:pt x="1004" y="158"/>
                    <a:pt x="1" y="2650"/>
                    <a:pt x="244" y="5660"/>
                  </a:cubicBezTo>
                  <a:cubicBezTo>
                    <a:pt x="518" y="8669"/>
                    <a:pt x="1885" y="10857"/>
                    <a:pt x="3344" y="10857"/>
                  </a:cubicBezTo>
                  <a:cubicBezTo>
                    <a:pt x="5715" y="10857"/>
                    <a:pt x="5320" y="7635"/>
                    <a:pt x="5077" y="4626"/>
                  </a:cubicBezTo>
                  <a:cubicBezTo>
                    <a:pt x="4812" y="1716"/>
                    <a:pt x="3951" y="0"/>
                    <a:pt x="2575" y="0"/>
                  </a:cubicBezTo>
                  <a:close/>
                </a:path>
              </a:pathLst>
            </a:custGeom>
            <a:solidFill>
              <a:srgbClr val="0F394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g13fbba25656_0_297"/>
            <p:cNvSpPr/>
            <p:nvPr/>
          </p:nvSpPr>
          <p:spPr>
            <a:xfrm>
              <a:off x="3524650" y="4433375"/>
              <a:ext cx="109450" cy="201250"/>
            </a:xfrm>
            <a:custGeom>
              <a:rect b="b" l="l" r="r" t="t"/>
              <a:pathLst>
                <a:path extrusionOk="0" h="8050" w="4378">
                  <a:moveTo>
                    <a:pt x="1629" y="0"/>
                  </a:moveTo>
                  <a:cubicBezTo>
                    <a:pt x="1170" y="0"/>
                    <a:pt x="772" y="229"/>
                    <a:pt x="578" y="886"/>
                  </a:cubicBezTo>
                  <a:cubicBezTo>
                    <a:pt x="0" y="3044"/>
                    <a:pt x="31" y="5871"/>
                    <a:pt x="274" y="6510"/>
                  </a:cubicBezTo>
                  <a:cubicBezTo>
                    <a:pt x="680" y="7557"/>
                    <a:pt x="1690" y="8049"/>
                    <a:pt x="2595" y="8049"/>
                  </a:cubicBezTo>
                  <a:cubicBezTo>
                    <a:pt x="3450" y="8049"/>
                    <a:pt x="4212" y="7610"/>
                    <a:pt x="4286" y="6783"/>
                  </a:cubicBezTo>
                  <a:cubicBezTo>
                    <a:pt x="4377" y="5962"/>
                    <a:pt x="3921" y="3166"/>
                    <a:pt x="4043" y="1190"/>
                  </a:cubicBezTo>
                  <a:cubicBezTo>
                    <a:pt x="4043" y="1190"/>
                    <a:pt x="2677" y="0"/>
                    <a:pt x="1629"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g13fbba25656_0_297"/>
            <p:cNvSpPr/>
            <p:nvPr/>
          </p:nvSpPr>
          <p:spPr>
            <a:xfrm>
              <a:off x="3528450" y="3102875"/>
              <a:ext cx="317650" cy="1296300"/>
            </a:xfrm>
            <a:custGeom>
              <a:rect b="b" l="l" r="r" t="t"/>
              <a:pathLst>
                <a:path extrusionOk="0" h="51852" w="12706">
                  <a:moveTo>
                    <a:pt x="5140" y="0"/>
                  </a:moveTo>
                  <a:cubicBezTo>
                    <a:pt x="4454" y="0"/>
                    <a:pt x="3742" y="41"/>
                    <a:pt x="3070" y="489"/>
                  </a:cubicBezTo>
                  <a:cubicBezTo>
                    <a:pt x="1885" y="1248"/>
                    <a:pt x="1824" y="11005"/>
                    <a:pt x="1855" y="22769"/>
                  </a:cubicBezTo>
                  <a:cubicBezTo>
                    <a:pt x="1794" y="26720"/>
                    <a:pt x="1824" y="30155"/>
                    <a:pt x="1703" y="31371"/>
                  </a:cubicBezTo>
                  <a:cubicBezTo>
                    <a:pt x="1186" y="32829"/>
                    <a:pt x="760" y="34562"/>
                    <a:pt x="456" y="36447"/>
                  </a:cubicBezTo>
                  <a:cubicBezTo>
                    <a:pt x="0" y="39334"/>
                    <a:pt x="183" y="46690"/>
                    <a:pt x="274" y="49973"/>
                  </a:cubicBezTo>
                  <a:cubicBezTo>
                    <a:pt x="274" y="50003"/>
                    <a:pt x="274" y="50641"/>
                    <a:pt x="304" y="51067"/>
                  </a:cubicBezTo>
                  <a:cubicBezTo>
                    <a:pt x="304" y="51249"/>
                    <a:pt x="426" y="51432"/>
                    <a:pt x="639" y="51523"/>
                  </a:cubicBezTo>
                  <a:cubicBezTo>
                    <a:pt x="1295" y="51742"/>
                    <a:pt x="2017" y="51851"/>
                    <a:pt x="2746" y="51851"/>
                  </a:cubicBezTo>
                  <a:cubicBezTo>
                    <a:pt x="3232" y="51851"/>
                    <a:pt x="3721" y="51802"/>
                    <a:pt x="4195" y="51705"/>
                  </a:cubicBezTo>
                  <a:cubicBezTo>
                    <a:pt x="4377" y="51675"/>
                    <a:pt x="4529" y="51523"/>
                    <a:pt x="4560" y="51340"/>
                  </a:cubicBezTo>
                  <a:cubicBezTo>
                    <a:pt x="4833" y="50033"/>
                    <a:pt x="5137" y="48453"/>
                    <a:pt x="5502" y="46720"/>
                  </a:cubicBezTo>
                  <a:cubicBezTo>
                    <a:pt x="6262" y="43012"/>
                    <a:pt x="7174" y="38787"/>
                    <a:pt x="7721" y="35322"/>
                  </a:cubicBezTo>
                  <a:lnTo>
                    <a:pt x="7934" y="34775"/>
                  </a:lnTo>
                  <a:cubicBezTo>
                    <a:pt x="9909" y="27875"/>
                    <a:pt x="12645" y="3589"/>
                    <a:pt x="12706" y="3346"/>
                  </a:cubicBezTo>
                  <a:lnTo>
                    <a:pt x="12706" y="3255"/>
                  </a:lnTo>
                  <a:lnTo>
                    <a:pt x="12645" y="3224"/>
                  </a:lnTo>
                  <a:cubicBezTo>
                    <a:pt x="11186" y="1765"/>
                    <a:pt x="8694" y="33"/>
                    <a:pt x="5593" y="2"/>
                  </a:cubicBezTo>
                  <a:cubicBezTo>
                    <a:pt x="5444" y="2"/>
                    <a:pt x="5293" y="0"/>
                    <a:pt x="5140" y="0"/>
                  </a:cubicBezTo>
                  <a:close/>
                </a:path>
              </a:pathLst>
            </a:custGeom>
            <a:solidFill>
              <a:srgbClr val="83C1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g13fbba25656_0_297"/>
            <p:cNvSpPr/>
            <p:nvPr/>
          </p:nvSpPr>
          <p:spPr>
            <a:xfrm>
              <a:off x="3843050" y="3060150"/>
              <a:ext cx="262950" cy="898750"/>
            </a:xfrm>
            <a:custGeom>
              <a:rect b="b" l="l" r="r" t="t"/>
              <a:pathLst>
                <a:path extrusionOk="0" h="35950" w="10518">
                  <a:moveTo>
                    <a:pt x="6786" y="0"/>
                  </a:moveTo>
                  <a:cubicBezTo>
                    <a:pt x="3626" y="0"/>
                    <a:pt x="1139" y="1748"/>
                    <a:pt x="0" y="2654"/>
                  </a:cubicBezTo>
                  <a:cubicBezTo>
                    <a:pt x="0" y="2654"/>
                    <a:pt x="760" y="27244"/>
                    <a:pt x="2250" y="34295"/>
                  </a:cubicBezTo>
                  <a:cubicBezTo>
                    <a:pt x="2492" y="35490"/>
                    <a:pt x="3154" y="35950"/>
                    <a:pt x="3958" y="35950"/>
                  </a:cubicBezTo>
                  <a:cubicBezTo>
                    <a:pt x="5874" y="35950"/>
                    <a:pt x="8595" y="33341"/>
                    <a:pt x="8359" y="31864"/>
                  </a:cubicBezTo>
                  <a:cubicBezTo>
                    <a:pt x="8055" y="29797"/>
                    <a:pt x="10517" y="2137"/>
                    <a:pt x="8785" y="799"/>
                  </a:cubicBezTo>
                  <a:cubicBezTo>
                    <a:pt x="8055" y="252"/>
                    <a:pt x="8025" y="70"/>
                    <a:pt x="7174" y="9"/>
                  </a:cubicBezTo>
                  <a:cubicBezTo>
                    <a:pt x="7043" y="3"/>
                    <a:pt x="6914" y="0"/>
                    <a:pt x="6786"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g13fbba25656_0_297"/>
            <p:cNvSpPr/>
            <p:nvPr/>
          </p:nvSpPr>
          <p:spPr>
            <a:xfrm>
              <a:off x="3881050" y="3757275"/>
              <a:ext cx="197575" cy="713450"/>
            </a:xfrm>
            <a:custGeom>
              <a:rect b="b" l="l" r="r" t="t"/>
              <a:pathLst>
                <a:path extrusionOk="0" h="28538" w="7903">
                  <a:moveTo>
                    <a:pt x="3273" y="0"/>
                  </a:moveTo>
                  <a:cubicBezTo>
                    <a:pt x="2173" y="0"/>
                    <a:pt x="1104" y="413"/>
                    <a:pt x="942" y="1365"/>
                  </a:cubicBezTo>
                  <a:cubicBezTo>
                    <a:pt x="0" y="5286"/>
                    <a:pt x="2918" y="22368"/>
                    <a:pt x="2948" y="25833"/>
                  </a:cubicBezTo>
                  <a:cubicBezTo>
                    <a:pt x="3009" y="27535"/>
                    <a:pt x="2644" y="28113"/>
                    <a:pt x="3921" y="28447"/>
                  </a:cubicBezTo>
                  <a:cubicBezTo>
                    <a:pt x="4162" y="28512"/>
                    <a:pt x="4388" y="28538"/>
                    <a:pt x="4598" y="28538"/>
                  </a:cubicBezTo>
                  <a:cubicBezTo>
                    <a:pt x="5475" y="28538"/>
                    <a:pt x="6049" y="28082"/>
                    <a:pt x="6049" y="28082"/>
                  </a:cubicBezTo>
                  <a:cubicBezTo>
                    <a:pt x="6657" y="27201"/>
                    <a:pt x="6383" y="25985"/>
                    <a:pt x="6505" y="24648"/>
                  </a:cubicBezTo>
                  <a:cubicBezTo>
                    <a:pt x="6657" y="23341"/>
                    <a:pt x="7903" y="12155"/>
                    <a:pt x="7660" y="8781"/>
                  </a:cubicBezTo>
                  <a:cubicBezTo>
                    <a:pt x="7417" y="5407"/>
                    <a:pt x="6687" y="2216"/>
                    <a:pt x="5654" y="878"/>
                  </a:cubicBezTo>
                  <a:cubicBezTo>
                    <a:pt x="5240" y="322"/>
                    <a:pt x="4245" y="0"/>
                    <a:pt x="3273"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1" name="Google Shape;1161;g13fbba25656_0_297"/>
            <p:cNvSpPr/>
            <p:nvPr/>
          </p:nvSpPr>
          <p:spPr>
            <a:xfrm>
              <a:off x="3908400" y="4404775"/>
              <a:ext cx="158075" cy="268975"/>
            </a:xfrm>
            <a:custGeom>
              <a:rect b="b" l="l" r="r" t="t"/>
              <a:pathLst>
                <a:path extrusionOk="0" h="10759" w="6323">
                  <a:moveTo>
                    <a:pt x="3834" y="1"/>
                  </a:moveTo>
                  <a:cubicBezTo>
                    <a:pt x="2545" y="1"/>
                    <a:pt x="1610" y="1644"/>
                    <a:pt x="1155" y="4432"/>
                  </a:cubicBezTo>
                  <a:cubicBezTo>
                    <a:pt x="639" y="7380"/>
                    <a:pt x="0" y="10572"/>
                    <a:pt x="2371" y="10754"/>
                  </a:cubicBezTo>
                  <a:cubicBezTo>
                    <a:pt x="2411" y="10757"/>
                    <a:pt x="2450" y="10759"/>
                    <a:pt x="2490" y="10759"/>
                  </a:cubicBezTo>
                  <a:cubicBezTo>
                    <a:pt x="3885" y="10759"/>
                    <a:pt x="5364" y="8697"/>
                    <a:pt x="5867" y="5830"/>
                  </a:cubicBezTo>
                  <a:cubicBezTo>
                    <a:pt x="6323" y="2851"/>
                    <a:pt x="5563" y="267"/>
                    <a:pt x="4104" y="24"/>
                  </a:cubicBezTo>
                  <a:cubicBezTo>
                    <a:pt x="4012" y="9"/>
                    <a:pt x="3922" y="1"/>
                    <a:pt x="3834" y="1"/>
                  </a:cubicBezTo>
                  <a:close/>
                </a:path>
              </a:pathLst>
            </a:custGeom>
            <a:solidFill>
              <a:srgbClr val="0F394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2" name="Google Shape;1162;g13fbba25656_0_297"/>
            <p:cNvSpPr/>
            <p:nvPr/>
          </p:nvSpPr>
          <p:spPr>
            <a:xfrm>
              <a:off x="3937275" y="4383725"/>
              <a:ext cx="114000" cy="206300"/>
            </a:xfrm>
            <a:custGeom>
              <a:rect b="b" l="l" r="r" t="t"/>
              <a:pathLst>
                <a:path extrusionOk="0" h="8252" w="4560">
                  <a:moveTo>
                    <a:pt x="2673" y="0"/>
                  </a:moveTo>
                  <a:cubicBezTo>
                    <a:pt x="2144" y="0"/>
                    <a:pt x="1591" y="203"/>
                    <a:pt x="1216" y="471"/>
                  </a:cubicBezTo>
                  <a:cubicBezTo>
                    <a:pt x="943" y="654"/>
                    <a:pt x="699" y="1383"/>
                    <a:pt x="699" y="1687"/>
                  </a:cubicBezTo>
                  <a:cubicBezTo>
                    <a:pt x="608" y="3602"/>
                    <a:pt x="0" y="6125"/>
                    <a:pt x="0" y="6854"/>
                  </a:cubicBezTo>
                  <a:cubicBezTo>
                    <a:pt x="0" y="7744"/>
                    <a:pt x="847" y="8251"/>
                    <a:pt x="1786" y="8251"/>
                  </a:cubicBezTo>
                  <a:cubicBezTo>
                    <a:pt x="2643" y="8251"/>
                    <a:pt x="3577" y="7828"/>
                    <a:pt x="4013" y="6885"/>
                  </a:cubicBezTo>
                  <a:cubicBezTo>
                    <a:pt x="4316" y="6246"/>
                    <a:pt x="4560" y="3480"/>
                    <a:pt x="4164" y="1261"/>
                  </a:cubicBezTo>
                  <a:cubicBezTo>
                    <a:pt x="3978" y="327"/>
                    <a:pt x="3344" y="0"/>
                    <a:pt x="2673"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g13fbba25656_0_297"/>
            <p:cNvSpPr/>
            <p:nvPr/>
          </p:nvSpPr>
          <p:spPr>
            <a:xfrm>
              <a:off x="3839250" y="3064475"/>
              <a:ext cx="246975" cy="1292350"/>
            </a:xfrm>
            <a:custGeom>
              <a:rect b="b" l="l" r="r" t="t"/>
              <a:pathLst>
                <a:path extrusionOk="0" h="51694" w="9879">
                  <a:moveTo>
                    <a:pt x="3887" y="0"/>
                  </a:moveTo>
                  <a:cubicBezTo>
                    <a:pt x="1400" y="0"/>
                    <a:pt x="1564" y="1140"/>
                    <a:pt x="61" y="2359"/>
                  </a:cubicBezTo>
                  <a:lnTo>
                    <a:pt x="0" y="2420"/>
                  </a:lnTo>
                  <a:lnTo>
                    <a:pt x="0" y="2481"/>
                  </a:lnTo>
                  <a:cubicBezTo>
                    <a:pt x="0" y="2754"/>
                    <a:pt x="791" y="27131"/>
                    <a:pt x="2250" y="34183"/>
                  </a:cubicBezTo>
                  <a:cubicBezTo>
                    <a:pt x="2280" y="34396"/>
                    <a:pt x="2341" y="34578"/>
                    <a:pt x="2432" y="34791"/>
                  </a:cubicBezTo>
                  <a:cubicBezTo>
                    <a:pt x="2705" y="38287"/>
                    <a:pt x="3222" y="42572"/>
                    <a:pt x="3709" y="46341"/>
                  </a:cubicBezTo>
                  <a:cubicBezTo>
                    <a:pt x="3952" y="48074"/>
                    <a:pt x="4134" y="49685"/>
                    <a:pt x="4286" y="50961"/>
                  </a:cubicBezTo>
                  <a:cubicBezTo>
                    <a:pt x="4286" y="51144"/>
                    <a:pt x="4438" y="51357"/>
                    <a:pt x="4620" y="51387"/>
                  </a:cubicBezTo>
                  <a:cubicBezTo>
                    <a:pt x="5292" y="51582"/>
                    <a:pt x="5995" y="51694"/>
                    <a:pt x="6693" y="51694"/>
                  </a:cubicBezTo>
                  <a:cubicBezTo>
                    <a:pt x="7195" y="51694"/>
                    <a:pt x="7694" y="51636"/>
                    <a:pt x="8177" y="51509"/>
                  </a:cubicBezTo>
                  <a:cubicBezTo>
                    <a:pt x="8359" y="51448"/>
                    <a:pt x="8450" y="51265"/>
                    <a:pt x="8511" y="51083"/>
                  </a:cubicBezTo>
                  <a:cubicBezTo>
                    <a:pt x="8541" y="50658"/>
                    <a:pt x="8602" y="50019"/>
                    <a:pt x="8602" y="49989"/>
                  </a:cubicBezTo>
                  <a:cubicBezTo>
                    <a:pt x="8967" y="46706"/>
                    <a:pt x="9727" y="39411"/>
                    <a:pt x="9484" y="36493"/>
                  </a:cubicBezTo>
                  <a:cubicBezTo>
                    <a:pt x="9332" y="34578"/>
                    <a:pt x="9089" y="32815"/>
                    <a:pt x="8663" y="31326"/>
                  </a:cubicBezTo>
                  <a:cubicBezTo>
                    <a:pt x="8633" y="30110"/>
                    <a:pt x="8937" y="26645"/>
                    <a:pt x="9210" y="22694"/>
                  </a:cubicBezTo>
                  <a:lnTo>
                    <a:pt x="9210" y="22633"/>
                  </a:lnTo>
                  <a:lnTo>
                    <a:pt x="9453" y="19532"/>
                  </a:lnTo>
                  <a:cubicBezTo>
                    <a:pt x="9514" y="18560"/>
                    <a:pt x="9605" y="17557"/>
                    <a:pt x="9636" y="16584"/>
                  </a:cubicBezTo>
                  <a:cubicBezTo>
                    <a:pt x="9696" y="15642"/>
                    <a:pt x="9727" y="14730"/>
                    <a:pt x="9757" y="13757"/>
                  </a:cubicBezTo>
                  <a:cubicBezTo>
                    <a:pt x="9788" y="12906"/>
                    <a:pt x="9818" y="12025"/>
                    <a:pt x="9818" y="11143"/>
                  </a:cubicBezTo>
                  <a:cubicBezTo>
                    <a:pt x="9879" y="10353"/>
                    <a:pt x="9879" y="9563"/>
                    <a:pt x="9879" y="8742"/>
                  </a:cubicBezTo>
                  <a:cubicBezTo>
                    <a:pt x="9879" y="8043"/>
                    <a:pt x="9879" y="7344"/>
                    <a:pt x="9818" y="6614"/>
                  </a:cubicBezTo>
                  <a:cubicBezTo>
                    <a:pt x="9818" y="6006"/>
                    <a:pt x="9788" y="5368"/>
                    <a:pt x="9757" y="4760"/>
                  </a:cubicBezTo>
                  <a:cubicBezTo>
                    <a:pt x="9727" y="4487"/>
                    <a:pt x="9727" y="4243"/>
                    <a:pt x="9696" y="3970"/>
                  </a:cubicBezTo>
                  <a:cubicBezTo>
                    <a:pt x="9636" y="3666"/>
                    <a:pt x="9696" y="3332"/>
                    <a:pt x="9484" y="3088"/>
                  </a:cubicBezTo>
                  <a:cubicBezTo>
                    <a:pt x="9453" y="3028"/>
                    <a:pt x="9332" y="2906"/>
                    <a:pt x="9332" y="2784"/>
                  </a:cubicBezTo>
                  <a:cubicBezTo>
                    <a:pt x="9332" y="2663"/>
                    <a:pt x="9362" y="2511"/>
                    <a:pt x="9423" y="2389"/>
                  </a:cubicBezTo>
                  <a:cubicBezTo>
                    <a:pt x="9484" y="2025"/>
                    <a:pt x="9393" y="1629"/>
                    <a:pt x="9271" y="1295"/>
                  </a:cubicBezTo>
                  <a:cubicBezTo>
                    <a:pt x="9180" y="1082"/>
                    <a:pt x="9119" y="809"/>
                    <a:pt x="8937" y="657"/>
                  </a:cubicBezTo>
                  <a:cubicBezTo>
                    <a:pt x="8177" y="49"/>
                    <a:pt x="5289" y="49"/>
                    <a:pt x="4468" y="18"/>
                  </a:cubicBezTo>
                  <a:cubicBezTo>
                    <a:pt x="4260" y="6"/>
                    <a:pt x="4066" y="0"/>
                    <a:pt x="3887" y="0"/>
                  </a:cubicBezTo>
                  <a:close/>
                </a:path>
              </a:pathLst>
            </a:custGeom>
            <a:solidFill>
              <a:srgbClr val="83C1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4" name="Google Shape;1164;g13fbba25656_0_297"/>
            <p:cNvSpPr/>
            <p:nvPr/>
          </p:nvSpPr>
          <p:spPr>
            <a:xfrm>
              <a:off x="3554275" y="2998050"/>
              <a:ext cx="532725" cy="351850"/>
            </a:xfrm>
            <a:custGeom>
              <a:rect b="b" l="l" r="r" t="t"/>
              <a:pathLst>
                <a:path extrusionOk="0" h="14074" w="21309">
                  <a:moveTo>
                    <a:pt x="19211" y="1"/>
                  </a:moveTo>
                  <a:cubicBezTo>
                    <a:pt x="17041" y="387"/>
                    <a:pt x="14028" y="1035"/>
                    <a:pt x="11167" y="1035"/>
                  </a:cubicBezTo>
                  <a:cubicBezTo>
                    <a:pt x="11103" y="1035"/>
                    <a:pt x="11038" y="1035"/>
                    <a:pt x="10974" y="1034"/>
                  </a:cubicBezTo>
                  <a:cubicBezTo>
                    <a:pt x="7965" y="1004"/>
                    <a:pt x="5350" y="730"/>
                    <a:pt x="3101" y="365"/>
                  </a:cubicBezTo>
                  <a:cubicBezTo>
                    <a:pt x="3080" y="351"/>
                    <a:pt x="3057" y="345"/>
                    <a:pt x="3033" y="345"/>
                  </a:cubicBezTo>
                  <a:cubicBezTo>
                    <a:pt x="2955" y="345"/>
                    <a:pt x="2867" y="410"/>
                    <a:pt x="2797" y="457"/>
                  </a:cubicBezTo>
                  <a:cubicBezTo>
                    <a:pt x="2189" y="1125"/>
                    <a:pt x="1" y="4317"/>
                    <a:pt x="1369" y="14074"/>
                  </a:cubicBezTo>
                  <a:lnTo>
                    <a:pt x="21156" y="13891"/>
                  </a:lnTo>
                  <a:lnTo>
                    <a:pt x="21156" y="13679"/>
                  </a:lnTo>
                  <a:cubicBezTo>
                    <a:pt x="21247" y="12828"/>
                    <a:pt x="21278" y="11946"/>
                    <a:pt x="21278" y="11065"/>
                  </a:cubicBezTo>
                  <a:cubicBezTo>
                    <a:pt x="21308" y="10092"/>
                    <a:pt x="21308" y="9089"/>
                    <a:pt x="21278" y="8147"/>
                  </a:cubicBezTo>
                  <a:cubicBezTo>
                    <a:pt x="21247" y="7660"/>
                    <a:pt x="21247" y="7113"/>
                    <a:pt x="21187" y="6627"/>
                  </a:cubicBezTo>
                  <a:cubicBezTo>
                    <a:pt x="21187" y="6505"/>
                    <a:pt x="21156" y="6353"/>
                    <a:pt x="21156" y="6232"/>
                  </a:cubicBezTo>
                  <a:cubicBezTo>
                    <a:pt x="21156" y="6141"/>
                    <a:pt x="21156" y="6019"/>
                    <a:pt x="21126" y="5928"/>
                  </a:cubicBezTo>
                  <a:cubicBezTo>
                    <a:pt x="21035" y="5745"/>
                    <a:pt x="20883" y="5593"/>
                    <a:pt x="20822" y="5411"/>
                  </a:cubicBezTo>
                  <a:cubicBezTo>
                    <a:pt x="20731" y="5229"/>
                    <a:pt x="20761" y="4986"/>
                    <a:pt x="20822" y="4773"/>
                  </a:cubicBezTo>
                  <a:cubicBezTo>
                    <a:pt x="20852" y="4560"/>
                    <a:pt x="20883" y="4408"/>
                    <a:pt x="20852" y="4226"/>
                  </a:cubicBezTo>
                  <a:cubicBezTo>
                    <a:pt x="20822" y="4074"/>
                    <a:pt x="20822" y="3922"/>
                    <a:pt x="20792" y="3739"/>
                  </a:cubicBezTo>
                  <a:lnTo>
                    <a:pt x="20548" y="2706"/>
                  </a:lnTo>
                  <a:cubicBezTo>
                    <a:pt x="20336" y="1824"/>
                    <a:pt x="20032" y="1004"/>
                    <a:pt x="19606" y="213"/>
                  </a:cubicBezTo>
                  <a:cubicBezTo>
                    <a:pt x="19515" y="61"/>
                    <a:pt x="19363" y="1"/>
                    <a:pt x="19211" y="1"/>
                  </a:cubicBezTo>
                  <a:close/>
                </a:path>
              </a:pathLst>
            </a:custGeom>
            <a:solidFill>
              <a:srgbClr val="83C1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5" name="Google Shape;1165;g13fbba25656_0_297"/>
            <p:cNvSpPr/>
            <p:nvPr/>
          </p:nvSpPr>
          <p:spPr>
            <a:xfrm>
              <a:off x="3640900" y="3353675"/>
              <a:ext cx="183175" cy="1031200"/>
            </a:xfrm>
            <a:custGeom>
              <a:rect b="b" l="l" r="r" t="t"/>
              <a:pathLst>
                <a:path extrusionOk="0" fill="none" h="41248" w="7327">
                  <a:moveTo>
                    <a:pt x="7326" y="1"/>
                  </a:moveTo>
                  <a:cubicBezTo>
                    <a:pt x="6384" y="7782"/>
                    <a:pt x="4712" y="20092"/>
                    <a:pt x="3375" y="24682"/>
                  </a:cubicBezTo>
                  <a:cubicBezTo>
                    <a:pt x="3284" y="24925"/>
                    <a:pt x="3223" y="25108"/>
                    <a:pt x="3132" y="25260"/>
                  </a:cubicBezTo>
                  <a:cubicBezTo>
                    <a:pt x="2615" y="28725"/>
                    <a:pt x="1734" y="32950"/>
                    <a:pt x="943" y="36658"/>
                  </a:cubicBezTo>
                  <a:cubicBezTo>
                    <a:pt x="609" y="38360"/>
                    <a:pt x="244" y="39971"/>
                    <a:pt x="1" y="41248"/>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g13fbba25656_0_297"/>
            <p:cNvSpPr/>
            <p:nvPr/>
          </p:nvSpPr>
          <p:spPr>
            <a:xfrm>
              <a:off x="3839250" y="3114325"/>
              <a:ext cx="31925" cy="221900"/>
            </a:xfrm>
            <a:custGeom>
              <a:rect b="b" l="l" r="r" t="t"/>
              <a:pathLst>
                <a:path extrusionOk="0" fill="none" h="8876" w="1277">
                  <a:moveTo>
                    <a:pt x="1094" y="0"/>
                  </a:moveTo>
                  <a:cubicBezTo>
                    <a:pt x="1094" y="0"/>
                    <a:pt x="1277" y="8329"/>
                    <a:pt x="1094" y="8572"/>
                  </a:cubicBezTo>
                  <a:cubicBezTo>
                    <a:pt x="912" y="8845"/>
                    <a:pt x="0" y="8876"/>
                    <a:pt x="0" y="8876"/>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7" name="Google Shape;1167;g13fbba25656_0_297"/>
            <p:cNvSpPr/>
            <p:nvPr/>
          </p:nvSpPr>
          <p:spPr>
            <a:xfrm>
              <a:off x="3836975" y="3121925"/>
              <a:ext cx="2300" cy="194550"/>
            </a:xfrm>
            <a:custGeom>
              <a:rect b="b" l="l" r="r" t="t"/>
              <a:pathLst>
                <a:path extrusionOk="0" fill="none" h="7782" w="92">
                  <a:moveTo>
                    <a:pt x="91" y="7781"/>
                  </a:moveTo>
                  <a:lnTo>
                    <a:pt x="0" y="0"/>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g13fbba25656_0_297"/>
            <p:cNvSpPr/>
            <p:nvPr/>
          </p:nvSpPr>
          <p:spPr>
            <a:xfrm>
              <a:off x="4276175" y="2368125"/>
              <a:ext cx="212050" cy="144275"/>
            </a:xfrm>
            <a:custGeom>
              <a:rect b="b" l="l" r="r" t="t"/>
              <a:pathLst>
                <a:path extrusionOk="0" h="5771" w="8482">
                  <a:moveTo>
                    <a:pt x="3642" y="1"/>
                  </a:moveTo>
                  <a:cubicBezTo>
                    <a:pt x="3232" y="1"/>
                    <a:pt x="2716" y="614"/>
                    <a:pt x="2037" y="1246"/>
                  </a:cubicBezTo>
                  <a:cubicBezTo>
                    <a:pt x="1521" y="1702"/>
                    <a:pt x="973" y="2067"/>
                    <a:pt x="761" y="2371"/>
                  </a:cubicBezTo>
                  <a:cubicBezTo>
                    <a:pt x="609" y="2523"/>
                    <a:pt x="487" y="2705"/>
                    <a:pt x="487" y="2918"/>
                  </a:cubicBezTo>
                  <a:cubicBezTo>
                    <a:pt x="366" y="4589"/>
                    <a:pt x="1" y="5501"/>
                    <a:pt x="3557" y="5745"/>
                  </a:cubicBezTo>
                  <a:cubicBezTo>
                    <a:pt x="3779" y="5762"/>
                    <a:pt x="3992" y="5771"/>
                    <a:pt x="4196" y="5771"/>
                  </a:cubicBezTo>
                  <a:cubicBezTo>
                    <a:pt x="5057" y="5771"/>
                    <a:pt x="5770" y="5619"/>
                    <a:pt x="6384" y="5349"/>
                  </a:cubicBezTo>
                  <a:cubicBezTo>
                    <a:pt x="6961" y="5045"/>
                    <a:pt x="6749" y="4589"/>
                    <a:pt x="6901" y="4529"/>
                  </a:cubicBezTo>
                  <a:cubicBezTo>
                    <a:pt x="6915" y="4526"/>
                    <a:pt x="6933" y="4524"/>
                    <a:pt x="6953" y="4524"/>
                  </a:cubicBezTo>
                  <a:cubicBezTo>
                    <a:pt x="7047" y="4524"/>
                    <a:pt x="7193" y="4553"/>
                    <a:pt x="7342" y="4553"/>
                  </a:cubicBezTo>
                  <a:cubicBezTo>
                    <a:pt x="7478" y="4553"/>
                    <a:pt x="7616" y="4529"/>
                    <a:pt x="7721" y="4438"/>
                  </a:cubicBezTo>
                  <a:lnTo>
                    <a:pt x="7752" y="4377"/>
                  </a:lnTo>
                  <a:cubicBezTo>
                    <a:pt x="7934" y="4134"/>
                    <a:pt x="7782" y="3678"/>
                    <a:pt x="7934" y="3678"/>
                  </a:cubicBezTo>
                  <a:cubicBezTo>
                    <a:pt x="8025" y="3678"/>
                    <a:pt x="8208" y="3617"/>
                    <a:pt x="8329" y="3434"/>
                  </a:cubicBezTo>
                  <a:cubicBezTo>
                    <a:pt x="8390" y="3222"/>
                    <a:pt x="8481" y="2979"/>
                    <a:pt x="8481" y="2796"/>
                  </a:cubicBezTo>
                  <a:cubicBezTo>
                    <a:pt x="8420" y="2371"/>
                    <a:pt x="8116" y="2523"/>
                    <a:pt x="8116" y="2340"/>
                  </a:cubicBezTo>
                  <a:cubicBezTo>
                    <a:pt x="8086" y="2158"/>
                    <a:pt x="8177" y="1732"/>
                    <a:pt x="7934" y="1550"/>
                  </a:cubicBezTo>
                  <a:cubicBezTo>
                    <a:pt x="7920" y="1553"/>
                    <a:pt x="7889" y="1554"/>
                    <a:pt x="7845" y="1554"/>
                  </a:cubicBezTo>
                  <a:cubicBezTo>
                    <a:pt x="7555" y="1554"/>
                    <a:pt x="6662" y="1502"/>
                    <a:pt x="5596" y="1502"/>
                  </a:cubicBezTo>
                  <a:cubicBezTo>
                    <a:pt x="5083" y="1502"/>
                    <a:pt x="4529" y="1514"/>
                    <a:pt x="3983" y="1550"/>
                  </a:cubicBezTo>
                  <a:cubicBezTo>
                    <a:pt x="4256" y="1003"/>
                    <a:pt x="4256" y="516"/>
                    <a:pt x="3983" y="182"/>
                  </a:cubicBezTo>
                  <a:cubicBezTo>
                    <a:pt x="3878" y="56"/>
                    <a:pt x="3764" y="1"/>
                    <a:pt x="3642"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9" name="Google Shape;1169;g13fbba25656_0_297"/>
            <p:cNvSpPr/>
            <p:nvPr/>
          </p:nvSpPr>
          <p:spPr>
            <a:xfrm>
              <a:off x="4418275" y="2428150"/>
              <a:ext cx="60075" cy="0"/>
            </a:xfrm>
            <a:custGeom>
              <a:rect b="b" l="l" r="r" t="t"/>
              <a:pathLst>
                <a:path extrusionOk="0" fill="none" h="120000" w="2403">
                  <a:moveTo>
                    <a:pt x="2402" y="0"/>
                  </a:moveTo>
                  <a:lnTo>
                    <a:pt x="1" y="0"/>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g13fbba25656_0_297"/>
            <p:cNvSpPr/>
            <p:nvPr/>
          </p:nvSpPr>
          <p:spPr>
            <a:xfrm>
              <a:off x="4418275" y="2456250"/>
              <a:ext cx="64625" cy="4600"/>
            </a:xfrm>
            <a:custGeom>
              <a:rect b="b" l="l" r="r" t="t"/>
              <a:pathLst>
                <a:path extrusionOk="0" fill="none" h="184" w="2585">
                  <a:moveTo>
                    <a:pt x="2584" y="1"/>
                  </a:moveTo>
                  <a:lnTo>
                    <a:pt x="1" y="183"/>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1" name="Google Shape;1171;g13fbba25656_0_297"/>
            <p:cNvSpPr/>
            <p:nvPr/>
          </p:nvSpPr>
          <p:spPr>
            <a:xfrm>
              <a:off x="4425125" y="2479800"/>
              <a:ext cx="38025" cy="3825"/>
            </a:xfrm>
            <a:custGeom>
              <a:rect b="b" l="l" r="r" t="t"/>
              <a:pathLst>
                <a:path extrusionOk="0" fill="none" h="153" w="1521">
                  <a:moveTo>
                    <a:pt x="1520" y="1"/>
                  </a:moveTo>
                  <a:lnTo>
                    <a:pt x="0" y="153"/>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2" name="Google Shape;1172;g13fbba25656_0_297"/>
            <p:cNvSpPr/>
            <p:nvPr/>
          </p:nvSpPr>
          <p:spPr>
            <a:xfrm>
              <a:off x="4045175" y="2441825"/>
              <a:ext cx="304750" cy="382875"/>
            </a:xfrm>
            <a:custGeom>
              <a:rect b="b" l="l" r="r" t="t"/>
              <a:pathLst>
                <a:path extrusionOk="0" h="15315" w="12190">
                  <a:moveTo>
                    <a:pt x="9727" y="0"/>
                  </a:moveTo>
                  <a:lnTo>
                    <a:pt x="760" y="11581"/>
                  </a:lnTo>
                  <a:cubicBezTo>
                    <a:pt x="0" y="12675"/>
                    <a:pt x="304" y="14164"/>
                    <a:pt x="1368" y="14894"/>
                  </a:cubicBezTo>
                  <a:cubicBezTo>
                    <a:pt x="1782" y="15178"/>
                    <a:pt x="2247" y="15314"/>
                    <a:pt x="2705" y="15314"/>
                  </a:cubicBezTo>
                  <a:cubicBezTo>
                    <a:pt x="3424" y="15314"/>
                    <a:pt x="4126" y="14978"/>
                    <a:pt x="4590" y="14347"/>
                  </a:cubicBezTo>
                  <a:cubicBezTo>
                    <a:pt x="7326" y="10639"/>
                    <a:pt x="11946" y="1793"/>
                    <a:pt x="12189" y="1277"/>
                  </a:cubicBezTo>
                  <a:lnTo>
                    <a:pt x="9727" y="0"/>
                  </a:ln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3" name="Google Shape;1173;g13fbba25656_0_297"/>
            <p:cNvSpPr/>
            <p:nvPr/>
          </p:nvSpPr>
          <p:spPr>
            <a:xfrm>
              <a:off x="4041375" y="2485925"/>
              <a:ext cx="288775" cy="365050"/>
            </a:xfrm>
            <a:custGeom>
              <a:rect b="b" l="l" r="r" t="t"/>
              <a:pathLst>
                <a:path extrusionOk="0" h="14602" w="11551">
                  <a:moveTo>
                    <a:pt x="6827" y="0"/>
                  </a:moveTo>
                  <a:cubicBezTo>
                    <a:pt x="6703" y="0"/>
                    <a:pt x="6594" y="37"/>
                    <a:pt x="6505" y="121"/>
                  </a:cubicBezTo>
                  <a:cubicBezTo>
                    <a:pt x="4408" y="2795"/>
                    <a:pt x="2280" y="5501"/>
                    <a:pt x="183" y="8145"/>
                  </a:cubicBezTo>
                  <a:lnTo>
                    <a:pt x="0" y="11914"/>
                  </a:lnTo>
                  <a:cubicBezTo>
                    <a:pt x="743" y="14158"/>
                    <a:pt x="1082" y="14602"/>
                    <a:pt x="1461" y="14602"/>
                  </a:cubicBezTo>
                  <a:cubicBezTo>
                    <a:pt x="1709" y="14602"/>
                    <a:pt x="1974" y="14411"/>
                    <a:pt x="2380" y="14411"/>
                  </a:cubicBezTo>
                  <a:cubicBezTo>
                    <a:pt x="2496" y="14411"/>
                    <a:pt x="2624" y="14427"/>
                    <a:pt x="2767" y="14467"/>
                  </a:cubicBezTo>
                  <a:cubicBezTo>
                    <a:pt x="3149" y="14567"/>
                    <a:pt x="3473" y="14593"/>
                    <a:pt x="3709" y="14593"/>
                  </a:cubicBezTo>
                  <a:cubicBezTo>
                    <a:pt x="3979" y="14593"/>
                    <a:pt x="4134" y="14559"/>
                    <a:pt x="4134" y="14559"/>
                  </a:cubicBezTo>
                  <a:cubicBezTo>
                    <a:pt x="4803" y="14376"/>
                    <a:pt x="5137" y="13859"/>
                    <a:pt x="5320" y="13586"/>
                  </a:cubicBezTo>
                  <a:cubicBezTo>
                    <a:pt x="8086" y="9391"/>
                    <a:pt x="8177" y="9300"/>
                    <a:pt x="8998" y="8175"/>
                  </a:cubicBezTo>
                  <a:cubicBezTo>
                    <a:pt x="9818" y="7203"/>
                    <a:pt x="10365" y="5744"/>
                    <a:pt x="11186" y="4771"/>
                  </a:cubicBezTo>
                  <a:cubicBezTo>
                    <a:pt x="11277" y="4650"/>
                    <a:pt x="11551" y="4315"/>
                    <a:pt x="11551" y="3859"/>
                  </a:cubicBezTo>
                  <a:cubicBezTo>
                    <a:pt x="11551" y="3434"/>
                    <a:pt x="11338" y="3099"/>
                    <a:pt x="11186" y="2917"/>
                  </a:cubicBezTo>
                  <a:cubicBezTo>
                    <a:pt x="10639" y="2461"/>
                    <a:pt x="10001" y="1944"/>
                    <a:pt x="9241" y="1458"/>
                  </a:cubicBezTo>
                  <a:cubicBezTo>
                    <a:pt x="8385" y="854"/>
                    <a:pt x="7425" y="0"/>
                    <a:pt x="6827" y="0"/>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g13fbba25656_0_297"/>
            <p:cNvSpPr/>
            <p:nvPr/>
          </p:nvSpPr>
          <p:spPr>
            <a:xfrm>
              <a:off x="4226025" y="2464475"/>
              <a:ext cx="114000" cy="102750"/>
            </a:xfrm>
            <a:custGeom>
              <a:rect b="b" l="l" r="r" t="t"/>
              <a:pathLst>
                <a:path extrusionOk="0" h="4110" w="4560">
                  <a:moveTo>
                    <a:pt x="1432" y="1"/>
                  </a:moveTo>
                  <a:cubicBezTo>
                    <a:pt x="1419" y="1"/>
                    <a:pt x="1408" y="2"/>
                    <a:pt x="1399" y="6"/>
                  </a:cubicBezTo>
                  <a:cubicBezTo>
                    <a:pt x="1095" y="128"/>
                    <a:pt x="1" y="1799"/>
                    <a:pt x="1" y="1799"/>
                  </a:cubicBezTo>
                  <a:lnTo>
                    <a:pt x="3253" y="4109"/>
                  </a:lnTo>
                  <a:cubicBezTo>
                    <a:pt x="3253" y="4109"/>
                    <a:pt x="4560" y="2498"/>
                    <a:pt x="4469" y="2194"/>
                  </a:cubicBezTo>
                  <a:cubicBezTo>
                    <a:pt x="4439" y="1899"/>
                    <a:pt x="1861" y="1"/>
                    <a:pt x="1432" y="1"/>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5" name="Google Shape;1175;g13fbba25656_0_297"/>
            <p:cNvSpPr/>
            <p:nvPr/>
          </p:nvSpPr>
          <p:spPr>
            <a:xfrm>
              <a:off x="4086200" y="2458525"/>
              <a:ext cx="253825" cy="186200"/>
            </a:xfrm>
            <a:custGeom>
              <a:rect b="b" l="l" r="r" t="t"/>
              <a:pathLst>
                <a:path extrusionOk="0" fill="none" h="7448" w="10153">
                  <a:moveTo>
                    <a:pt x="1" y="7448"/>
                  </a:moveTo>
                  <a:cubicBezTo>
                    <a:pt x="2584" y="4560"/>
                    <a:pt x="4287" y="1642"/>
                    <a:pt x="4743" y="1217"/>
                  </a:cubicBezTo>
                  <a:cubicBezTo>
                    <a:pt x="5229" y="822"/>
                    <a:pt x="5594" y="1369"/>
                    <a:pt x="5928" y="1369"/>
                  </a:cubicBezTo>
                  <a:cubicBezTo>
                    <a:pt x="6293" y="1429"/>
                    <a:pt x="6749" y="274"/>
                    <a:pt x="6961" y="153"/>
                  </a:cubicBezTo>
                  <a:cubicBezTo>
                    <a:pt x="7144" y="1"/>
                    <a:pt x="8512" y="1034"/>
                    <a:pt x="8512" y="1034"/>
                  </a:cubicBezTo>
                  <a:cubicBezTo>
                    <a:pt x="9241" y="1581"/>
                    <a:pt x="10153" y="2280"/>
                    <a:pt x="10153" y="2584"/>
                  </a:cubicBezTo>
                  <a:cubicBezTo>
                    <a:pt x="10153" y="2888"/>
                    <a:pt x="9272" y="3800"/>
                    <a:pt x="9424" y="4013"/>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6" name="Google Shape;1176;g13fbba25656_0_297"/>
            <p:cNvSpPr/>
            <p:nvPr/>
          </p:nvSpPr>
          <p:spPr>
            <a:xfrm>
              <a:off x="4264775" y="2507175"/>
              <a:ext cx="54750" cy="49400"/>
            </a:xfrm>
            <a:custGeom>
              <a:rect b="b" l="l" r="r" t="t"/>
              <a:pathLst>
                <a:path extrusionOk="0" fill="none" h="1976" w="2190">
                  <a:moveTo>
                    <a:pt x="1" y="0"/>
                  </a:moveTo>
                  <a:cubicBezTo>
                    <a:pt x="700" y="638"/>
                    <a:pt x="1460" y="1338"/>
                    <a:pt x="2189" y="1976"/>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g13fbba25656_0_297"/>
            <p:cNvSpPr/>
            <p:nvPr/>
          </p:nvSpPr>
          <p:spPr>
            <a:xfrm>
              <a:off x="4260975" y="2482850"/>
              <a:ext cx="8400" cy="9900"/>
            </a:xfrm>
            <a:custGeom>
              <a:rect b="b" l="l" r="r" t="t"/>
              <a:pathLst>
                <a:path extrusionOk="0" fill="none" h="396" w="336">
                  <a:moveTo>
                    <a:pt x="1" y="396"/>
                  </a:moveTo>
                  <a:cubicBezTo>
                    <a:pt x="122" y="244"/>
                    <a:pt x="214" y="92"/>
                    <a:pt x="335" y="0"/>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g13fbba25656_0_297"/>
            <p:cNvSpPr/>
            <p:nvPr/>
          </p:nvSpPr>
          <p:spPr>
            <a:xfrm>
              <a:off x="4275425" y="2500325"/>
              <a:ext cx="11425" cy="15225"/>
            </a:xfrm>
            <a:custGeom>
              <a:rect b="b" l="l" r="r" t="t"/>
              <a:pathLst>
                <a:path extrusionOk="0" fill="none" h="609" w="457">
                  <a:moveTo>
                    <a:pt x="0" y="608"/>
                  </a:moveTo>
                  <a:cubicBezTo>
                    <a:pt x="152" y="426"/>
                    <a:pt x="304" y="244"/>
                    <a:pt x="456" y="1"/>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g13fbba25656_0_297"/>
            <p:cNvSpPr/>
            <p:nvPr/>
          </p:nvSpPr>
          <p:spPr>
            <a:xfrm>
              <a:off x="4302775" y="2511725"/>
              <a:ext cx="9150" cy="13700"/>
            </a:xfrm>
            <a:custGeom>
              <a:rect b="b" l="l" r="r" t="t"/>
              <a:pathLst>
                <a:path extrusionOk="0" fill="none" h="548" w="366">
                  <a:moveTo>
                    <a:pt x="1" y="548"/>
                  </a:moveTo>
                  <a:cubicBezTo>
                    <a:pt x="122" y="365"/>
                    <a:pt x="213" y="213"/>
                    <a:pt x="365" y="1"/>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g13fbba25656_0_297"/>
            <p:cNvSpPr/>
            <p:nvPr/>
          </p:nvSpPr>
          <p:spPr>
            <a:xfrm>
              <a:off x="3451350" y="1931925"/>
              <a:ext cx="579400" cy="507625"/>
            </a:xfrm>
            <a:custGeom>
              <a:rect b="b" l="l" r="r" t="t"/>
              <a:pathLst>
                <a:path extrusionOk="0" h="20305" w="23176">
                  <a:moveTo>
                    <a:pt x="16307" y="1"/>
                  </a:moveTo>
                  <a:lnTo>
                    <a:pt x="7978" y="3952"/>
                  </a:lnTo>
                  <a:cubicBezTo>
                    <a:pt x="6914" y="5837"/>
                    <a:pt x="3966" y="6080"/>
                    <a:pt x="2750" y="7904"/>
                  </a:cubicBezTo>
                  <a:cubicBezTo>
                    <a:pt x="1565" y="9606"/>
                    <a:pt x="4239" y="10426"/>
                    <a:pt x="3510" y="11916"/>
                  </a:cubicBezTo>
                  <a:cubicBezTo>
                    <a:pt x="2720" y="13557"/>
                    <a:pt x="349" y="14317"/>
                    <a:pt x="197" y="16414"/>
                  </a:cubicBezTo>
                  <a:cubicBezTo>
                    <a:pt x="1" y="19637"/>
                    <a:pt x="4352" y="20304"/>
                    <a:pt x="7991" y="20304"/>
                  </a:cubicBezTo>
                  <a:cubicBezTo>
                    <a:pt x="10564" y="20304"/>
                    <a:pt x="12781" y="19971"/>
                    <a:pt x="12781" y="19971"/>
                  </a:cubicBezTo>
                  <a:cubicBezTo>
                    <a:pt x="12781" y="19971"/>
                    <a:pt x="23176" y="18147"/>
                    <a:pt x="22386" y="15563"/>
                  </a:cubicBezTo>
                  <a:cubicBezTo>
                    <a:pt x="22112" y="14682"/>
                    <a:pt x="21504" y="13983"/>
                    <a:pt x="21048" y="13253"/>
                  </a:cubicBezTo>
                  <a:cubicBezTo>
                    <a:pt x="20440" y="12311"/>
                    <a:pt x="20501" y="11581"/>
                    <a:pt x="21352" y="10943"/>
                  </a:cubicBezTo>
                  <a:cubicBezTo>
                    <a:pt x="21960" y="10487"/>
                    <a:pt x="22720" y="10062"/>
                    <a:pt x="22355" y="9150"/>
                  </a:cubicBezTo>
                  <a:cubicBezTo>
                    <a:pt x="21656" y="7387"/>
                    <a:pt x="18252" y="669"/>
                    <a:pt x="16307"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g13fbba25656_0_297"/>
            <p:cNvSpPr/>
            <p:nvPr/>
          </p:nvSpPr>
          <p:spPr>
            <a:xfrm>
              <a:off x="3573275" y="2298675"/>
              <a:ext cx="464325" cy="858000"/>
            </a:xfrm>
            <a:custGeom>
              <a:rect b="b" l="l" r="r" t="t"/>
              <a:pathLst>
                <a:path extrusionOk="0" h="34320" w="18573">
                  <a:moveTo>
                    <a:pt x="8840" y="1"/>
                  </a:moveTo>
                  <a:cubicBezTo>
                    <a:pt x="8321" y="1"/>
                    <a:pt x="7803" y="24"/>
                    <a:pt x="7296" y="73"/>
                  </a:cubicBezTo>
                  <a:cubicBezTo>
                    <a:pt x="2888" y="468"/>
                    <a:pt x="1" y="2139"/>
                    <a:pt x="183" y="4115"/>
                  </a:cubicBezTo>
                  <a:cubicBezTo>
                    <a:pt x="1855" y="8431"/>
                    <a:pt x="2463" y="12079"/>
                    <a:pt x="2706" y="14571"/>
                  </a:cubicBezTo>
                  <a:cubicBezTo>
                    <a:pt x="3010" y="18006"/>
                    <a:pt x="2736" y="20772"/>
                    <a:pt x="2493" y="23356"/>
                  </a:cubicBezTo>
                  <a:cubicBezTo>
                    <a:pt x="2189" y="26638"/>
                    <a:pt x="1703" y="29374"/>
                    <a:pt x="1277" y="31380"/>
                  </a:cubicBezTo>
                  <a:cubicBezTo>
                    <a:pt x="2035" y="31969"/>
                    <a:pt x="5149" y="34319"/>
                    <a:pt x="9663" y="34319"/>
                  </a:cubicBezTo>
                  <a:cubicBezTo>
                    <a:pt x="10040" y="34319"/>
                    <a:pt x="10426" y="34303"/>
                    <a:pt x="10822" y="34268"/>
                  </a:cubicBezTo>
                  <a:cubicBezTo>
                    <a:pt x="14955" y="33872"/>
                    <a:pt x="17661" y="31714"/>
                    <a:pt x="18573" y="30863"/>
                  </a:cubicBezTo>
                  <a:lnTo>
                    <a:pt x="17144" y="3143"/>
                  </a:lnTo>
                  <a:cubicBezTo>
                    <a:pt x="16955" y="1393"/>
                    <a:pt x="12857" y="1"/>
                    <a:pt x="8840" y="1"/>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g13fbba25656_0_297"/>
            <p:cNvSpPr/>
            <p:nvPr/>
          </p:nvSpPr>
          <p:spPr>
            <a:xfrm>
              <a:off x="3813875" y="1931925"/>
              <a:ext cx="137100" cy="127625"/>
            </a:xfrm>
            <a:custGeom>
              <a:rect b="b" l="l" r="r" t="t"/>
              <a:pathLst>
                <a:path extrusionOk="0" h="5105" w="5484">
                  <a:moveTo>
                    <a:pt x="1806" y="1"/>
                  </a:moveTo>
                  <a:cubicBezTo>
                    <a:pt x="1806" y="1"/>
                    <a:pt x="468" y="2007"/>
                    <a:pt x="195" y="2037"/>
                  </a:cubicBezTo>
                  <a:cubicBezTo>
                    <a:pt x="0" y="2065"/>
                    <a:pt x="2540" y="5105"/>
                    <a:pt x="3309" y="5105"/>
                  </a:cubicBezTo>
                  <a:cubicBezTo>
                    <a:pt x="3383" y="5105"/>
                    <a:pt x="3440" y="5077"/>
                    <a:pt x="3477" y="5016"/>
                  </a:cubicBezTo>
                  <a:cubicBezTo>
                    <a:pt x="5483" y="1581"/>
                    <a:pt x="1806" y="1"/>
                    <a:pt x="1806"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3" name="Google Shape;1183;g13fbba25656_0_297"/>
            <p:cNvSpPr/>
            <p:nvPr/>
          </p:nvSpPr>
          <p:spPr>
            <a:xfrm>
              <a:off x="3721450" y="2184225"/>
              <a:ext cx="107175" cy="148950"/>
            </a:xfrm>
            <a:custGeom>
              <a:rect b="b" l="l" r="r" t="t"/>
              <a:pathLst>
                <a:path extrusionOk="0" h="5958" w="4287">
                  <a:moveTo>
                    <a:pt x="1" y="0"/>
                  </a:moveTo>
                  <a:lnTo>
                    <a:pt x="1794" y="5958"/>
                  </a:lnTo>
                  <a:lnTo>
                    <a:pt x="4287" y="5198"/>
                  </a:lnTo>
                  <a:lnTo>
                    <a:pt x="2797" y="243"/>
                  </a:lnTo>
                  <a:lnTo>
                    <a:pt x="1" y="0"/>
                  </a:ln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g13fbba25656_0_297"/>
            <p:cNvSpPr/>
            <p:nvPr/>
          </p:nvSpPr>
          <p:spPr>
            <a:xfrm>
              <a:off x="3728300" y="2187250"/>
              <a:ext cx="95775" cy="113250"/>
            </a:xfrm>
            <a:custGeom>
              <a:rect b="b" l="l" r="r" t="t"/>
              <a:pathLst>
                <a:path extrusionOk="0" h="4530" w="3831">
                  <a:moveTo>
                    <a:pt x="0" y="1"/>
                  </a:moveTo>
                  <a:lnTo>
                    <a:pt x="0" y="1"/>
                  </a:lnTo>
                  <a:cubicBezTo>
                    <a:pt x="791" y="1551"/>
                    <a:pt x="2280" y="3709"/>
                    <a:pt x="3830" y="4530"/>
                  </a:cubicBezTo>
                  <a:lnTo>
                    <a:pt x="2827" y="153"/>
                  </a:lnTo>
                  <a:lnTo>
                    <a:pt x="0" y="1"/>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5" name="Google Shape;1185;g13fbba25656_0_297"/>
            <p:cNvSpPr/>
            <p:nvPr/>
          </p:nvSpPr>
          <p:spPr>
            <a:xfrm>
              <a:off x="3655725" y="1948725"/>
              <a:ext cx="315775" cy="307225"/>
            </a:xfrm>
            <a:custGeom>
              <a:rect b="b" l="l" r="r" t="t"/>
              <a:pathLst>
                <a:path extrusionOk="0" h="12289" w="12631">
                  <a:moveTo>
                    <a:pt x="6571" y="1"/>
                  </a:moveTo>
                  <a:cubicBezTo>
                    <a:pt x="3227" y="1"/>
                    <a:pt x="0" y="3824"/>
                    <a:pt x="2660" y="9724"/>
                  </a:cubicBezTo>
                  <a:cubicBezTo>
                    <a:pt x="2660" y="9724"/>
                    <a:pt x="2995" y="10058"/>
                    <a:pt x="3542" y="10545"/>
                  </a:cubicBezTo>
                  <a:cubicBezTo>
                    <a:pt x="4551" y="11451"/>
                    <a:pt x="6106" y="12288"/>
                    <a:pt x="7656" y="12288"/>
                  </a:cubicBezTo>
                  <a:cubicBezTo>
                    <a:pt x="8392" y="12288"/>
                    <a:pt x="9128" y="12099"/>
                    <a:pt x="9803" y="11639"/>
                  </a:cubicBezTo>
                  <a:cubicBezTo>
                    <a:pt x="12630" y="9663"/>
                    <a:pt x="10715" y="1912"/>
                    <a:pt x="9074" y="788"/>
                  </a:cubicBezTo>
                  <a:cubicBezTo>
                    <a:pt x="8297" y="253"/>
                    <a:pt x="7430" y="1"/>
                    <a:pt x="6571"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6" name="Google Shape;1186;g13fbba25656_0_297"/>
            <p:cNvSpPr/>
            <p:nvPr/>
          </p:nvSpPr>
          <p:spPr>
            <a:xfrm>
              <a:off x="3862800" y="2153625"/>
              <a:ext cx="38025" cy="30300"/>
            </a:xfrm>
            <a:custGeom>
              <a:rect b="b" l="l" r="r" t="t"/>
              <a:pathLst>
                <a:path extrusionOk="0" h="1212" w="1521">
                  <a:moveTo>
                    <a:pt x="1105" y="0"/>
                  </a:moveTo>
                  <a:cubicBezTo>
                    <a:pt x="980" y="0"/>
                    <a:pt x="855" y="55"/>
                    <a:pt x="730" y="130"/>
                  </a:cubicBezTo>
                  <a:cubicBezTo>
                    <a:pt x="487" y="282"/>
                    <a:pt x="1" y="495"/>
                    <a:pt x="122" y="829"/>
                  </a:cubicBezTo>
                  <a:cubicBezTo>
                    <a:pt x="221" y="1100"/>
                    <a:pt x="539" y="1211"/>
                    <a:pt x="786" y="1211"/>
                  </a:cubicBezTo>
                  <a:cubicBezTo>
                    <a:pt x="843" y="1211"/>
                    <a:pt x="897" y="1205"/>
                    <a:pt x="943" y="1194"/>
                  </a:cubicBezTo>
                  <a:cubicBezTo>
                    <a:pt x="1308" y="1102"/>
                    <a:pt x="1520" y="707"/>
                    <a:pt x="1460" y="343"/>
                  </a:cubicBezTo>
                  <a:cubicBezTo>
                    <a:pt x="1399" y="191"/>
                    <a:pt x="1338" y="39"/>
                    <a:pt x="1186" y="8"/>
                  </a:cubicBezTo>
                  <a:cubicBezTo>
                    <a:pt x="1159" y="3"/>
                    <a:pt x="1132" y="0"/>
                    <a:pt x="110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7" name="Google Shape;1187;g13fbba25656_0_297"/>
            <p:cNvSpPr/>
            <p:nvPr/>
          </p:nvSpPr>
          <p:spPr>
            <a:xfrm>
              <a:off x="3640900" y="1914450"/>
              <a:ext cx="232575" cy="258100"/>
            </a:xfrm>
            <a:custGeom>
              <a:rect b="b" l="l" r="r" t="t"/>
              <a:pathLst>
                <a:path extrusionOk="0" h="10324" w="9303">
                  <a:moveTo>
                    <a:pt x="6949" y="0"/>
                  </a:moveTo>
                  <a:cubicBezTo>
                    <a:pt x="6125" y="0"/>
                    <a:pt x="5220" y="293"/>
                    <a:pt x="4500" y="578"/>
                  </a:cubicBezTo>
                  <a:cubicBezTo>
                    <a:pt x="3983" y="791"/>
                    <a:pt x="1460" y="1946"/>
                    <a:pt x="670" y="4773"/>
                  </a:cubicBezTo>
                  <a:cubicBezTo>
                    <a:pt x="1" y="7417"/>
                    <a:pt x="1247" y="9545"/>
                    <a:pt x="1430" y="9879"/>
                  </a:cubicBezTo>
                  <a:cubicBezTo>
                    <a:pt x="1769" y="9992"/>
                    <a:pt x="2595" y="10324"/>
                    <a:pt x="3184" y="10324"/>
                  </a:cubicBezTo>
                  <a:cubicBezTo>
                    <a:pt x="3387" y="10324"/>
                    <a:pt x="3562" y="10284"/>
                    <a:pt x="3679" y="10183"/>
                  </a:cubicBezTo>
                  <a:cubicBezTo>
                    <a:pt x="3831" y="10062"/>
                    <a:pt x="3740" y="10001"/>
                    <a:pt x="3740" y="9849"/>
                  </a:cubicBezTo>
                  <a:cubicBezTo>
                    <a:pt x="3740" y="9545"/>
                    <a:pt x="3740" y="9271"/>
                    <a:pt x="3831" y="8967"/>
                  </a:cubicBezTo>
                  <a:cubicBezTo>
                    <a:pt x="3983" y="8329"/>
                    <a:pt x="4348" y="7751"/>
                    <a:pt x="4834" y="7296"/>
                  </a:cubicBezTo>
                  <a:cubicBezTo>
                    <a:pt x="5655" y="6596"/>
                    <a:pt x="6658" y="6323"/>
                    <a:pt x="7509" y="5654"/>
                  </a:cubicBezTo>
                  <a:cubicBezTo>
                    <a:pt x="8117" y="5168"/>
                    <a:pt x="8573" y="4530"/>
                    <a:pt x="8846" y="3800"/>
                  </a:cubicBezTo>
                  <a:cubicBezTo>
                    <a:pt x="9180" y="3010"/>
                    <a:pt x="9302" y="2037"/>
                    <a:pt x="8937" y="1247"/>
                  </a:cubicBezTo>
                  <a:cubicBezTo>
                    <a:pt x="8553" y="308"/>
                    <a:pt x="7794" y="0"/>
                    <a:pt x="6949"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g13fbba25656_0_297"/>
            <p:cNvSpPr/>
            <p:nvPr/>
          </p:nvSpPr>
          <p:spPr>
            <a:xfrm>
              <a:off x="3868875" y="2089225"/>
              <a:ext cx="27375" cy="38775"/>
            </a:xfrm>
            <a:custGeom>
              <a:rect b="b" l="l" r="r" t="t"/>
              <a:pathLst>
                <a:path extrusionOk="0" fill="none" h="1551" w="1095">
                  <a:moveTo>
                    <a:pt x="1" y="1"/>
                  </a:moveTo>
                  <a:cubicBezTo>
                    <a:pt x="1" y="1"/>
                    <a:pt x="92" y="1064"/>
                    <a:pt x="335" y="1095"/>
                  </a:cubicBezTo>
                  <a:cubicBezTo>
                    <a:pt x="548" y="1095"/>
                    <a:pt x="973" y="791"/>
                    <a:pt x="1004" y="882"/>
                  </a:cubicBezTo>
                  <a:cubicBezTo>
                    <a:pt x="1095" y="1004"/>
                    <a:pt x="852" y="1399"/>
                    <a:pt x="517" y="1551"/>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9" name="Google Shape;1189;g13fbba25656_0_297"/>
            <p:cNvSpPr/>
            <p:nvPr/>
          </p:nvSpPr>
          <p:spPr>
            <a:xfrm>
              <a:off x="3687275" y="2150150"/>
              <a:ext cx="66125" cy="65725"/>
            </a:xfrm>
            <a:custGeom>
              <a:rect b="b" l="l" r="r" t="t"/>
              <a:pathLst>
                <a:path extrusionOk="0" h="2629" w="2645">
                  <a:moveTo>
                    <a:pt x="1031" y="1"/>
                  </a:moveTo>
                  <a:cubicBezTo>
                    <a:pt x="834" y="1"/>
                    <a:pt x="645" y="58"/>
                    <a:pt x="486" y="178"/>
                  </a:cubicBezTo>
                  <a:cubicBezTo>
                    <a:pt x="0" y="512"/>
                    <a:pt x="0" y="1333"/>
                    <a:pt x="456" y="1971"/>
                  </a:cubicBezTo>
                  <a:cubicBezTo>
                    <a:pt x="766" y="2384"/>
                    <a:pt x="1216" y="2629"/>
                    <a:pt x="1625" y="2629"/>
                  </a:cubicBezTo>
                  <a:cubicBezTo>
                    <a:pt x="1818" y="2629"/>
                    <a:pt x="2002" y="2574"/>
                    <a:pt x="2158" y="2457"/>
                  </a:cubicBezTo>
                  <a:cubicBezTo>
                    <a:pt x="2645" y="2123"/>
                    <a:pt x="2645" y="1333"/>
                    <a:pt x="2189" y="694"/>
                  </a:cubicBezTo>
                  <a:cubicBezTo>
                    <a:pt x="1882" y="244"/>
                    <a:pt x="1437" y="1"/>
                    <a:pt x="1031"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0" name="Google Shape;1190;g13fbba25656_0_297"/>
            <p:cNvSpPr/>
            <p:nvPr/>
          </p:nvSpPr>
          <p:spPr>
            <a:xfrm>
              <a:off x="3887875" y="2336200"/>
              <a:ext cx="294875" cy="527200"/>
            </a:xfrm>
            <a:custGeom>
              <a:rect b="b" l="l" r="r" t="t"/>
              <a:pathLst>
                <a:path extrusionOk="0" h="21088" w="11795">
                  <a:moveTo>
                    <a:pt x="2537" y="0"/>
                  </a:moveTo>
                  <a:cubicBezTo>
                    <a:pt x="2532" y="0"/>
                    <a:pt x="2528" y="0"/>
                    <a:pt x="2523" y="0"/>
                  </a:cubicBezTo>
                  <a:cubicBezTo>
                    <a:pt x="1" y="31"/>
                    <a:pt x="365" y="4286"/>
                    <a:pt x="1095" y="7022"/>
                  </a:cubicBezTo>
                  <a:cubicBezTo>
                    <a:pt x="1125" y="7477"/>
                    <a:pt x="5350" y="17174"/>
                    <a:pt x="6140" y="19940"/>
                  </a:cubicBezTo>
                  <a:cubicBezTo>
                    <a:pt x="6387" y="20774"/>
                    <a:pt x="7343" y="21088"/>
                    <a:pt x="8352" y="21088"/>
                  </a:cubicBezTo>
                  <a:cubicBezTo>
                    <a:pt x="8961" y="21088"/>
                    <a:pt x="9589" y="20974"/>
                    <a:pt x="10092" y="20791"/>
                  </a:cubicBezTo>
                  <a:cubicBezTo>
                    <a:pt x="11217" y="20335"/>
                    <a:pt x="11794" y="19089"/>
                    <a:pt x="11460" y="17903"/>
                  </a:cubicBezTo>
                  <a:cubicBezTo>
                    <a:pt x="10670" y="14867"/>
                    <a:pt x="6847" y="0"/>
                    <a:pt x="2537" y="0"/>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g13fbba25656_0_297"/>
            <p:cNvSpPr/>
            <p:nvPr/>
          </p:nvSpPr>
          <p:spPr>
            <a:xfrm>
              <a:off x="3428900" y="2332550"/>
              <a:ext cx="251325" cy="592225"/>
            </a:xfrm>
            <a:custGeom>
              <a:rect b="b" l="l" r="r" t="t"/>
              <a:pathLst>
                <a:path extrusionOk="0" h="23689" w="10053">
                  <a:moveTo>
                    <a:pt x="8395" y="0"/>
                  </a:moveTo>
                  <a:cubicBezTo>
                    <a:pt x="8225" y="0"/>
                    <a:pt x="8031" y="47"/>
                    <a:pt x="7812" y="146"/>
                  </a:cubicBezTo>
                  <a:cubicBezTo>
                    <a:pt x="1" y="3794"/>
                    <a:pt x="1368" y="17867"/>
                    <a:pt x="973" y="20967"/>
                  </a:cubicBezTo>
                  <a:cubicBezTo>
                    <a:pt x="821" y="22153"/>
                    <a:pt x="1551" y="23308"/>
                    <a:pt x="2736" y="23642"/>
                  </a:cubicBezTo>
                  <a:cubicBezTo>
                    <a:pt x="2877" y="23674"/>
                    <a:pt x="3030" y="23689"/>
                    <a:pt x="3192" y="23689"/>
                  </a:cubicBezTo>
                  <a:cubicBezTo>
                    <a:pt x="4578" y="23689"/>
                    <a:pt x="6619" y="22586"/>
                    <a:pt x="6809" y="21362"/>
                  </a:cubicBezTo>
                  <a:cubicBezTo>
                    <a:pt x="7265" y="18505"/>
                    <a:pt x="9271" y="7319"/>
                    <a:pt x="9271" y="6864"/>
                  </a:cubicBezTo>
                  <a:cubicBezTo>
                    <a:pt x="9574" y="4356"/>
                    <a:pt x="10052" y="0"/>
                    <a:pt x="8395" y="0"/>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g13fbba25656_0_297"/>
            <p:cNvSpPr/>
            <p:nvPr/>
          </p:nvSpPr>
          <p:spPr>
            <a:xfrm>
              <a:off x="3590000" y="2409150"/>
              <a:ext cx="72225" cy="313100"/>
            </a:xfrm>
            <a:custGeom>
              <a:rect b="b" l="l" r="r" t="t"/>
              <a:pathLst>
                <a:path extrusionOk="0" fill="none" h="12524" w="2889">
                  <a:moveTo>
                    <a:pt x="0" y="0"/>
                  </a:moveTo>
                  <a:cubicBezTo>
                    <a:pt x="852" y="426"/>
                    <a:pt x="1520" y="1125"/>
                    <a:pt x="1946" y="1945"/>
                  </a:cubicBezTo>
                  <a:cubicBezTo>
                    <a:pt x="2888" y="3860"/>
                    <a:pt x="2280" y="6535"/>
                    <a:pt x="2037" y="8511"/>
                  </a:cubicBezTo>
                  <a:cubicBezTo>
                    <a:pt x="1824" y="9848"/>
                    <a:pt x="1642" y="11186"/>
                    <a:pt x="1429" y="12523"/>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3" name="Google Shape;1193;g13fbba25656_0_297"/>
            <p:cNvSpPr/>
            <p:nvPr/>
          </p:nvSpPr>
          <p:spPr>
            <a:xfrm>
              <a:off x="3977550" y="2445625"/>
              <a:ext cx="74500" cy="377675"/>
            </a:xfrm>
            <a:custGeom>
              <a:rect b="b" l="l" r="r" t="t"/>
              <a:pathLst>
                <a:path extrusionOk="0" fill="none" h="15107" w="2980">
                  <a:moveTo>
                    <a:pt x="0" y="0"/>
                  </a:moveTo>
                  <a:cubicBezTo>
                    <a:pt x="91" y="790"/>
                    <a:pt x="213" y="1550"/>
                    <a:pt x="608" y="2249"/>
                  </a:cubicBezTo>
                  <a:cubicBezTo>
                    <a:pt x="1064" y="3009"/>
                    <a:pt x="1824" y="3556"/>
                    <a:pt x="2280" y="4316"/>
                  </a:cubicBezTo>
                  <a:cubicBezTo>
                    <a:pt x="2827" y="5137"/>
                    <a:pt x="2979" y="5958"/>
                    <a:pt x="2827" y="6900"/>
                  </a:cubicBezTo>
                  <a:cubicBezTo>
                    <a:pt x="2402" y="9635"/>
                    <a:pt x="1672" y="12310"/>
                    <a:pt x="1885" y="15107"/>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g13fbba25656_0_297"/>
            <p:cNvSpPr/>
            <p:nvPr/>
          </p:nvSpPr>
          <p:spPr>
            <a:xfrm>
              <a:off x="3778450" y="2085600"/>
              <a:ext cx="34975" cy="35350"/>
            </a:xfrm>
            <a:custGeom>
              <a:rect b="b" l="l" r="r" t="t"/>
              <a:pathLst>
                <a:path extrusionOk="0" h="1414" w="1399">
                  <a:moveTo>
                    <a:pt x="1204" y="1"/>
                  </a:moveTo>
                  <a:cubicBezTo>
                    <a:pt x="1051" y="1"/>
                    <a:pt x="733" y="173"/>
                    <a:pt x="457" y="450"/>
                  </a:cubicBezTo>
                  <a:cubicBezTo>
                    <a:pt x="122" y="845"/>
                    <a:pt x="1" y="1270"/>
                    <a:pt x="122" y="1392"/>
                  </a:cubicBezTo>
                  <a:cubicBezTo>
                    <a:pt x="133" y="1406"/>
                    <a:pt x="146" y="1413"/>
                    <a:pt x="160" y="1413"/>
                  </a:cubicBezTo>
                  <a:cubicBezTo>
                    <a:pt x="266" y="1413"/>
                    <a:pt x="466" y="1048"/>
                    <a:pt x="760" y="753"/>
                  </a:cubicBezTo>
                  <a:cubicBezTo>
                    <a:pt x="1095" y="419"/>
                    <a:pt x="1399" y="146"/>
                    <a:pt x="1277" y="24"/>
                  </a:cubicBezTo>
                  <a:cubicBezTo>
                    <a:pt x="1261" y="8"/>
                    <a:pt x="1236" y="1"/>
                    <a:pt x="1204"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5" name="Google Shape;1195;g13fbba25656_0_297"/>
            <p:cNvSpPr/>
            <p:nvPr/>
          </p:nvSpPr>
          <p:spPr>
            <a:xfrm>
              <a:off x="3889400" y="2051125"/>
              <a:ext cx="41825" cy="13200"/>
            </a:xfrm>
            <a:custGeom>
              <a:rect b="b" l="l" r="r" t="t"/>
              <a:pathLst>
                <a:path extrusionOk="0" h="528" w="1673">
                  <a:moveTo>
                    <a:pt x="711" y="0"/>
                  </a:moveTo>
                  <a:cubicBezTo>
                    <a:pt x="317" y="0"/>
                    <a:pt x="0" y="112"/>
                    <a:pt x="0" y="248"/>
                  </a:cubicBezTo>
                  <a:cubicBezTo>
                    <a:pt x="0" y="400"/>
                    <a:pt x="396" y="400"/>
                    <a:pt x="851" y="430"/>
                  </a:cubicBezTo>
                  <a:cubicBezTo>
                    <a:pt x="1140" y="451"/>
                    <a:pt x="1414" y="527"/>
                    <a:pt x="1561" y="527"/>
                  </a:cubicBezTo>
                  <a:cubicBezTo>
                    <a:pt x="1631" y="527"/>
                    <a:pt x="1672" y="510"/>
                    <a:pt x="1672" y="461"/>
                  </a:cubicBezTo>
                  <a:cubicBezTo>
                    <a:pt x="1672" y="309"/>
                    <a:pt x="1338" y="35"/>
                    <a:pt x="851" y="5"/>
                  </a:cubicBezTo>
                  <a:cubicBezTo>
                    <a:pt x="804" y="2"/>
                    <a:pt x="757" y="0"/>
                    <a:pt x="711"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6" name="Google Shape;1196;g13fbba25656_0_297"/>
            <p:cNvSpPr/>
            <p:nvPr/>
          </p:nvSpPr>
          <p:spPr>
            <a:xfrm>
              <a:off x="3808850" y="2118100"/>
              <a:ext cx="16750" cy="11425"/>
            </a:xfrm>
            <a:custGeom>
              <a:rect b="b" l="l" r="r" t="t"/>
              <a:pathLst>
                <a:path extrusionOk="0" fill="none" h="457" w="670">
                  <a:moveTo>
                    <a:pt x="0" y="457"/>
                  </a:moveTo>
                  <a:cubicBezTo>
                    <a:pt x="0" y="305"/>
                    <a:pt x="122" y="153"/>
                    <a:pt x="213" y="61"/>
                  </a:cubicBezTo>
                  <a:cubicBezTo>
                    <a:pt x="335" y="1"/>
                    <a:pt x="517" y="1"/>
                    <a:pt x="669" y="31"/>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7" name="Google Shape;1197;g13fbba25656_0_297"/>
            <p:cNvSpPr/>
            <p:nvPr/>
          </p:nvSpPr>
          <p:spPr>
            <a:xfrm>
              <a:off x="3899275" y="2089975"/>
              <a:ext cx="12950" cy="7625"/>
            </a:xfrm>
            <a:custGeom>
              <a:rect b="b" l="l" r="r" t="t"/>
              <a:pathLst>
                <a:path extrusionOk="0" fill="none" h="305" w="518">
                  <a:moveTo>
                    <a:pt x="1" y="305"/>
                  </a:moveTo>
                  <a:cubicBezTo>
                    <a:pt x="61" y="244"/>
                    <a:pt x="122" y="123"/>
                    <a:pt x="213" y="92"/>
                  </a:cubicBezTo>
                  <a:cubicBezTo>
                    <a:pt x="335" y="62"/>
                    <a:pt x="456" y="1"/>
                    <a:pt x="517" y="92"/>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8" name="Google Shape;1198;g13fbba25656_0_297"/>
            <p:cNvSpPr/>
            <p:nvPr/>
          </p:nvSpPr>
          <p:spPr>
            <a:xfrm>
              <a:off x="3694875" y="2082400"/>
              <a:ext cx="80550" cy="121975"/>
            </a:xfrm>
            <a:custGeom>
              <a:rect b="b" l="l" r="r" t="t"/>
              <a:pathLst>
                <a:path extrusionOk="0" h="4879" w="3222">
                  <a:moveTo>
                    <a:pt x="0" y="0"/>
                  </a:moveTo>
                  <a:lnTo>
                    <a:pt x="1034" y="2705"/>
                  </a:lnTo>
                  <a:cubicBezTo>
                    <a:pt x="1641" y="2979"/>
                    <a:pt x="1793" y="4255"/>
                    <a:pt x="1824" y="4711"/>
                  </a:cubicBezTo>
                  <a:cubicBezTo>
                    <a:pt x="1831" y="4823"/>
                    <a:pt x="1870" y="4878"/>
                    <a:pt x="1919" y="4878"/>
                  </a:cubicBezTo>
                  <a:cubicBezTo>
                    <a:pt x="2071" y="4878"/>
                    <a:pt x="2327" y="4353"/>
                    <a:pt x="2097" y="3344"/>
                  </a:cubicBezTo>
                  <a:cubicBezTo>
                    <a:pt x="1733" y="2037"/>
                    <a:pt x="1854" y="1459"/>
                    <a:pt x="2553" y="760"/>
                  </a:cubicBezTo>
                  <a:cubicBezTo>
                    <a:pt x="3222" y="91"/>
                    <a:pt x="0" y="0"/>
                    <a:pt x="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9" name="Google Shape;1199;g13fbba25656_0_297"/>
            <p:cNvSpPr/>
            <p:nvPr/>
          </p:nvSpPr>
          <p:spPr>
            <a:xfrm>
              <a:off x="3737425" y="2264125"/>
              <a:ext cx="103375" cy="86525"/>
            </a:xfrm>
            <a:custGeom>
              <a:rect b="b" l="l" r="r" t="t"/>
              <a:pathLst>
                <a:path extrusionOk="0" h="3461" w="4135">
                  <a:moveTo>
                    <a:pt x="2915" y="1"/>
                  </a:moveTo>
                  <a:cubicBezTo>
                    <a:pt x="1925" y="1"/>
                    <a:pt x="100" y="259"/>
                    <a:pt x="31" y="603"/>
                  </a:cubicBezTo>
                  <a:cubicBezTo>
                    <a:pt x="0" y="1059"/>
                    <a:pt x="487" y="3339"/>
                    <a:pt x="608" y="3461"/>
                  </a:cubicBezTo>
                  <a:lnTo>
                    <a:pt x="4134" y="2731"/>
                  </a:lnTo>
                  <a:cubicBezTo>
                    <a:pt x="4134" y="2731"/>
                    <a:pt x="3830" y="330"/>
                    <a:pt x="3526" y="87"/>
                  </a:cubicBezTo>
                  <a:cubicBezTo>
                    <a:pt x="3467" y="27"/>
                    <a:pt x="3234" y="1"/>
                    <a:pt x="2915" y="1"/>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g13fbba25656_0_297"/>
            <p:cNvSpPr/>
            <p:nvPr/>
          </p:nvSpPr>
          <p:spPr>
            <a:xfrm>
              <a:off x="3753375" y="2285275"/>
              <a:ext cx="5350" cy="16750"/>
            </a:xfrm>
            <a:custGeom>
              <a:rect b="b" l="l" r="r" t="t"/>
              <a:pathLst>
                <a:path extrusionOk="0" fill="none" h="670" w="214">
                  <a:moveTo>
                    <a:pt x="1" y="1"/>
                  </a:moveTo>
                  <a:cubicBezTo>
                    <a:pt x="122" y="213"/>
                    <a:pt x="153" y="457"/>
                    <a:pt x="213" y="669"/>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1" name="Google Shape;1201;g13fbba25656_0_297"/>
            <p:cNvSpPr/>
            <p:nvPr/>
          </p:nvSpPr>
          <p:spPr>
            <a:xfrm>
              <a:off x="3777700" y="2277675"/>
              <a:ext cx="5325" cy="16750"/>
            </a:xfrm>
            <a:custGeom>
              <a:rect b="b" l="l" r="r" t="t"/>
              <a:pathLst>
                <a:path extrusionOk="0" fill="none" h="670" w="213">
                  <a:moveTo>
                    <a:pt x="0" y="1"/>
                  </a:moveTo>
                  <a:lnTo>
                    <a:pt x="213" y="669"/>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g13fbba25656_0_297"/>
            <p:cNvSpPr/>
            <p:nvPr/>
          </p:nvSpPr>
          <p:spPr>
            <a:xfrm>
              <a:off x="3802775" y="2276150"/>
              <a:ext cx="3825" cy="17500"/>
            </a:xfrm>
            <a:custGeom>
              <a:rect b="b" l="l" r="r" t="t"/>
              <a:pathLst>
                <a:path extrusionOk="0" fill="none" h="700" w="153">
                  <a:moveTo>
                    <a:pt x="0" y="1"/>
                  </a:moveTo>
                  <a:cubicBezTo>
                    <a:pt x="61" y="244"/>
                    <a:pt x="122" y="457"/>
                    <a:pt x="152" y="700"/>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g13fbba25656_0_297"/>
            <p:cNvSpPr/>
            <p:nvPr/>
          </p:nvSpPr>
          <p:spPr>
            <a:xfrm>
              <a:off x="3819475" y="2279200"/>
              <a:ext cx="1550" cy="12175"/>
            </a:xfrm>
            <a:custGeom>
              <a:rect b="b" l="l" r="r" t="t"/>
              <a:pathLst>
                <a:path extrusionOk="0" fill="none" h="487" w="62">
                  <a:moveTo>
                    <a:pt x="1" y="0"/>
                  </a:moveTo>
                  <a:cubicBezTo>
                    <a:pt x="62" y="152"/>
                    <a:pt x="62" y="335"/>
                    <a:pt x="62" y="487"/>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g13fbba25656_0_297"/>
            <p:cNvSpPr/>
            <p:nvPr/>
          </p:nvSpPr>
          <p:spPr>
            <a:xfrm>
              <a:off x="3808850" y="2362775"/>
              <a:ext cx="307025" cy="419500"/>
            </a:xfrm>
            <a:custGeom>
              <a:rect b="b" l="l" r="r" t="t"/>
              <a:pathLst>
                <a:path extrusionOk="0" h="16780" w="12281">
                  <a:moveTo>
                    <a:pt x="9150" y="1"/>
                  </a:moveTo>
                  <a:lnTo>
                    <a:pt x="0" y="1916"/>
                  </a:lnTo>
                  <a:lnTo>
                    <a:pt x="3131" y="16779"/>
                  </a:lnTo>
                  <a:lnTo>
                    <a:pt x="12280" y="14864"/>
                  </a:lnTo>
                  <a:lnTo>
                    <a:pt x="915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5" name="Google Shape;1205;g13fbba25656_0_297"/>
            <p:cNvSpPr/>
            <p:nvPr/>
          </p:nvSpPr>
          <p:spPr>
            <a:xfrm>
              <a:off x="3800500" y="2557325"/>
              <a:ext cx="175550" cy="169225"/>
            </a:xfrm>
            <a:custGeom>
              <a:rect b="b" l="l" r="r" t="t"/>
              <a:pathLst>
                <a:path extrusionOk="0" h="6769" w="7022">
                  <a:moveTo>
                    <a:pt x="5623" y="0"/>
                  </a:moveTo>
                  <a:cubicBezTo>
                    <a:pt x="5502" y="61"/>
                    <a:pt x="3800" y="973"/>
                    <a:pt x="2280" y="2067"/>
                  </a:cubicBezTo>
                  <a:cubicBezTo>
                    <a:pt x="2189" y="1490"/>
                    <a:pt x="1915" y="1034"/>
                    <a:pt x="1550" y="912"/>
                  </a:cubicBezTo>
                  <a:cubicBezTo>
                    <a:pt x="1494" y="898"/>
                    <a:pt x="1443" y="891"/>
                    <a:pt x="1395" y="891"/>
                  </a:cubicBezTo>
                  <a:cubicBezTo>
                    <a:pt x="844" y="891"/>
                    <a:pt x="794" y="1823"/>
                    <a:pt x="486" y="2857"/>
                  </a:cubicBezTo>
                  <a:cubicBezTo>
                    <a:pt x="304" y="3557"/>
                    <a:pt x="30" y="4104"/>
                    <a:pt x="30" y="4529"/>
                  </a:cubicBezTo>
                  <a:cubicBezTo>
                    <a:pt x="0" y="4772"/>
                    <a:pt x="0" y="4955"/>
                    <a:pt x="91" y="5137"/>
                  </a:cubicBezTo>
                  <a:cubicBezTo>
                    <a:pt x="603" y="6047"/>
                    <a:pt x="855" y="6768"/>
                    <a:pt x="1747" y="6768"/>
                  </a:cubicBezTo>
                  <a:cubicBezTo>
                    <a:pt x="2285" y="6768"/>
                    <a:pt x="3055" y="6507"/>
                    <a:pt x="4255" y="5867"/>
                  </a:cubicBezTo>
                  <a:cubicBezTo>
                    <a:pt x="5228" y="5319"/>
                    <a:pt x="5927" y="4681"/>
                    <a:pt x="6383" y="4012"/>
                  </a:cubicBezTo>
                  <a:cubicBezTo>
                    <a:pt x="6687" y="3435"/>
                    <a:pt x="6292" y="3131"/>
                    <a:pt x="6383" y="3040"/>
                  </a:cubicBezTo>
                  <a:cubicBezTo>
                    <a:pt x="6474" y="2918"/>
                    <a:pt x="6900" y="2584"/>
                    <a:pt x="6991" y="2280"/>
                  </a:cubicBezTo>
                  <a:cubicBezTo>
                    <a:pt x="7021" y="1946"/>
                    <a:pt x="6414" y="1763"/>
                    <a:pt x="6535" y="1672"/>
                  </a:cubicBezTo>
                  <a:cubicBezTo>
                    <a:pt x="6596" y="1642"/>
                    <a:pt x="6900" y="1490"/>
                    <a:pt x="6900" y="1277"/>
                  </a:cubicBezTo>
                  <a:cubicBezTo>
                    <a:pt x="6869" y="1034"/>
                    <a:pt x="6869" y="912"/>
                    <a:pt x="6748" y="730"/>
                  </a:cubicBezTo>
                  <a:cubicBezTo>
                    <a:pt x="6628" y="597"/>
                    <a:pt x="6532" y="569"/>
                    <a:pt x="6454" y="569"/>
                  </a:cubicBezTo>
                  <a:cubicBezTo>
                    <a:pt x="6396" y="569"/>
                    <a:pt x="6347" y="584"/>
                    <a:pt x="6307" y="584"/>
                  </a:cubicBezTo>
                  <a:cubicBezTo>
                    <a:pt x="6278" y="584"/>
                    <a:pt x="6253" y="576"/>
                    <a:pt x="6231" y="547"/>
                  </a:cubicBezTo>
                  <a:cubicBezTo>
                    <a:pt x="6110" y="426"/>
                    <a:pt x="5927" y="0"/>
                    <a:pt x="5623"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g13fbba25656_0_297"/>
            <p:cNvSpPr/>
            <p:nvPr/>
          </p:nvSpPr>
          <p:spPr>
            <a:xfrm>
              <a:off x="3903825" y="2572525"/>
              <a:ext cx="50950" cy="40300"/>
            </a:xfrm>
            <a:custGeom>
              <a:rect b="b" l="l" r="r" t="t"/>
              <a:pathLst>
                <a:path extrusionOk="0" fill="none" h="1612" w="2038">
                  <a:moveTo>
                    <a:pt x="2037" y="0"/>
                  </a:moveTo>
                  <a:lnTo>
                    <a:pt x="1" y="1611"/>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g13fbba25656_0_297"/>
            <p:cNvSpPr/>
            <p:nvPr/>
          </p:nvSpPr>
          <p:spPr>
            <a:xfrm>
              <a:off x="3919800" y="2591525"/>
              <a:ext cx="52450" cy="46375"/>
            </a:xfrm>
            <a:custGeom>
              <a:rect b="b" l="l" r="r" t="t"/>
              <a:pathLst>
                <a:path extrusionOk="0" fill="none" h="1855" w="2098">
                  <a:moveTo>
                    <a:pt x="2097" y="0"/>
                  </a:moveTo>
                  <a:lnTo>
                    <a:pt x="0" y="1854"/>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g13fbba25656_0_297"/>
            <p:cNvSpPr/>
            <p:nvPr/>
          </p:nvSpPr>
          <p:spPr>
            <a:xfrm>
              <a:off x="3938800" y="2630275"/>
              <a:ext cx="23575" cy="23575"/>
            </a:xfrm>
            <a:custGeom>
              <a:rect b="b" l="l" r="r" t="t"/>
              <a:pathLst>
                <a:path extrusionOk="0" fill="none" h="943" w="943">
                  <a:moveTo>
                    <a:pt x="942" y="0"/>
                  </a:moveTo>
                  <a:lnTo>
                    <a:pt x="0" y="942"/>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g13fbba25656_0_297"/>
            <p:cNvSpPr/>
            <p:nvPr/>
          </p:nvSpPr>
          <p:spPr>
            <a:xfrm>
              <a:off x="3456250" y="2663700"/>
              <a:ext cx="406575" cy="276000"/>
            </a:xfrm>
            <a:custGeom>
              <a:rect b="b" l="l" r="r" t="t"/>
              <a:pathLst>
                <a:path extrusionOk="0" h="11040" w="16263">
                  <a:moveTo>
                    <a:pt x="14591" y="1"/>
                  </a:moveTo>
                  <a:lnTo>
                    <a:pt x="1521" y="6657"/>
                  </a:lnTo>
                  <a:cubicBezTo>
                    <a:pt x="396" y="7296"/>
                    <a:pt x="1" y="8755"/>
                    <a:pt x="639" y="9879"/>
                  </a:cubicBezTo>
                  <a:cubicBezTo>
                    <a:pt x="1099" y="10610"/>
                    <a:pt x="1903" y="11040"/>
                    <a:pt x="2716" y="11040"/>
                  </a:cubicBezTo>
                  <a:cubicBezTo>
                    <a:pt x="3086" y="11040"/>
                    <a:pt x="3458" y="10951"/>
                    <a:pt x="3800" y="10761"/>
                  </a:cubicBezTo>
                  <a:cubicBezTo>
                    <a:pt x="7873" y="8542"/>
                    <a:pt x="15807" y="2554"/>
                    <a:pt x="16263" y="2220"/>
                  </a:cubicBezTo>
                  <a:lnTo>
                    <a:pt x="14591" y="1"/>
                  </a:ln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g13fbba25656_0_297"/>
            <p:cNvSpPr/>
            <p:nvPr/>
          </p:nvSpPr>
          <p:spPr>
            <a:xfrm>
              <a:off x="3438025" y="2670550"/>
              <a:ext cx="370100" cy="301000"/>
            </a:xfrm>
            <a:custGeom>
              <a:rect b="b" l="l" r="r" t="t"/>
              <a:pathLst>
                <a:path extrusionOk="0" h="12040" w="14804">
                  <a:moveTo>
                    <a:pt x="11490" y="0"/>
                  </a:moveTo>
                  <a:lnTo>
                    <a:pt x="2341" y="4560"/>
                  </a:lnTo>
                  <a:lnTo>
                    <a:pt x="730" y="4073"/>
                  </a:lnTo>
                  <a:lnTo>
                    <a:pt x="730" y="4073"/>
                  </a:lnTo>
                  <a:cubicBezTo>
                    <a:pt x="0" y="9848"/>
                    <a:pt x="1490" y="11429"/>
                    <a:pt x="3161" y="12006"/>
                  </a:cubicBezTo>
                  <a:cubicBezTo>
                    <a:pt x="3222" y="12029"/>
                    <a:pt x="3295" y="12039"/>
                    <a:pt x="3377" y="12039"/>
                  </a:cubicBezTo>
                  <a:cubicBezTo>
                    <a:pt x="5548" y="12039"/>
                    <a:pt x="14803" y="4590"/>
                    <a:pt x="14803" y="4590"/>
                  </a:cubicBezTo>
                  <a:cubicBezTo>
                    <a:pt x="14803" y="4590"/>
                    <a:pt x="12523" y="274"/>
                    <a:pt x="11490" y="0"/>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g13fbba25656_0_297"/>
            <p:cNvSpPr/>
            <p:nvPr/>
          </p:nvSpPr>
          <p:spPr>
            <a:xfrm>
              <a:off x="3751100" y="2669750"/>
              <a:ext cx="83600" cy="114050"/>
            </a:xfrm>
            <a:custGeom>
              <a:rect b="b" l="l" r="r" t="t"/>
              <a:pathLst>
                <a:path extrusionOk="0" h="4562" w="3344">
                  <a:moveTo>
                    <a:pt x="1408" y="1"/>
                  </a:moveTo>
                  <a:cubicBezTo>
                    <a:pt x="1078" y="1"/>
                    <a:pt x="0" y="670"/>
                    <a:pt x="0" y="670"/>
                  </a:cubicBezTo>
                  <a:lnTo>
                    <a:pt x="1368" y="4561"/>
                  </a:lnTo>
                  <a:cubicBezTo>
                    <a:pt x="1368" y="4561"/>
                    <a:pt x="3192" y="3649"/>
                    <a:pt x="3253" y="3345"/>
                  </a:cubicBezTo>
                  <a:cubicBezTo>
                    <a:pt x="3344" y="3041"/>
                    <a:pt x="1763" y="32"/>
                    <a:pt x="1429" y="2"/>
                  </a:cubicBezTo>
                  <a:cubicBezTo>
                    <a:pt x="1422" y="1"/>
                    <a:pt x="1416" y="1"/>
                    <a:pt x="1408" y="1"/>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2" name="Google Shape;1212;g13fbba25656_0_297"/>
            <p:cNvSpPr/>
            <p:nvPr/>
          </p:nvSpPr>
          <p:spPr>
            <a:xfrm>
              <a:off x="3532250" y="2667500"/>
              <a:ext cx="303975" cy="303225"/>
            </a:xfrm>
            <a:custGeom>
              <a:rect b="b" l="l" r="r" t="t"/>
              <a:pathLst>
                <a:path extrusionOk="0" fill="none" h="12129" w="12159">
                  <a:moveTo>
                    <a:pt x="760" y="3739"/>
                  </a:moveTo>
                  <a:cubicBezTo>
                    <a:pt x="4347" y="2250"/>
                    <a:pt x="7143" y="305"/>
                    <a:pt x="7751" y="153"/>
                  </a:cubicBezTo>
                  <a:cubicBezTo>
                    <a:pt x="8359" y="1"/>
                    <a:pt x="8450" y="609"/>
                    <a:pt x="8754" y="791"/>
                  </a:cubicBezTo>
                  <a:cubicBezTo>
                    <a:pt x="9058" y="1004"/>
                    <a:pt x="9970" y="153"/>
                    <a:pt x="10183" y="122"/>
                  </a:cubicBezTo>
                  <a:cubicBezTo>
                    <a:pt x="10426" y="92"/>
                    <a:pt x="11216" y="1551"/>
                    <a:pt x="11216" y="1551"/>
                  </a:cubicBezTo>
                  <a:cubicBezTo>
                    <a:pt x="11642" y="2371"/>
                    <a:pt x="12159" y="3405"/>
                    <a:pt x="12007" y="3648"/>
                  </a:cubicBezTo>
                  <a:cubicBezTo>
                    <a:pt x="11885" y="3922"/>
                    <a:pt x="10669" y="4378"/>
                    <a:pt x="10760" y="4590"/>
                  </a:cubicBezTo>
                  <a:cubicBezTo>
                    <a:pt x="10821" y="4864"/>
                    <a:pt x="10760" y="5897"/>
                    <a:pt x="10426" y="6049"/>
                  </a:cubicBezTo>
                  <a:cubicBezTo>
                    <a:pt x="10061" y="6201"/>
                    <a:pt x="2219" y="11186"/>
                    <a:pt x="0" y="12128"/>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g13fbba25656_0_297"/>
            <p:cNvSpPr/>
            <p:nvPr/>
          </p:nvSpPr>
          <p:spPr>
            <a:xfrm>
              <a:off x="3771625" y="2713100"/>
              <a:ext cx="28900" cy="68400"/>
            </a:xfrm>
            <a:custGeom>
              <a:rect b="b" l="l" r="r" t="t"/>
              <a:pathLst>
                <a:path extrusionOk="0" fill="none" h="2736" w="1156">
                  <a:moveTo>
                    <a:pt x="0" y="0"/>
                  </a:moveTo>
                  <a:lnTo>
                    <a:pt x="1155" y="2736"/>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4" name="Google Shape;1214;g13fbba25656_0_297"/>
            <p:cNvSpPr/>
            <p:nvPr/>
          </p:nvSpPr>
          <p:spPr>
            <a:xfrm>
              <a:off x="3775425" y="2691825"/>
              <a:ext cx="12175" cy="6100"/>
            </a:xfrm>
            <a:custGeom>
              <a:rect b="b" l="l" r="r" t="t"/>
              <a:pathLst>
                <a:path extrusionOk="0" fill="none" h="244" w="487">
                  <a:moveTo>
                    <a:pt x="0" y="243"/>
                  </a:moveTo>
                  <a:cubicBezTo>
                    <a:pt x="152" y="183"/>
                    <a:pt x="334" y="91"/>
                    <a:pt x="486" y="0"/>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g13fbba25656_0_297"/>
            <p:cNvSpPr/>
            <p:nvPr/>
          </p:nvSpPr>
          <p:spPr>
            <a:xfrm>
              <a:off x="3778450" y="2716125"/>
              <a:ext cx="15975" cy="8400"/>
            </a:xfrm>
            <a:custGeom>
              <a:rect b="b" l="l" r="r" t="t"/>
              <a:pathLst>
                <a:path extrusionOk="0" fill="none" h="336" w="639">
                  <a:moveTo>
                    <a:pt x="1" y="335"/>
                  </a:moveTo>
                  <a:cubicBezTo>
                    <a:pt x="213" y="244"/>
                    <a:pt x="426" y="123"/>
                    <a:pt x="639" y="1"/>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g13fbba25656_0_297"/>
            <p:cNvSpPr/>
            <p:nvPr/>
          </p:nvSpPr>
          <p:spPr>
            <a:xfrm>
              <a:off x="3798975" y="2737425"/>
              <a:ext cx="14450" cy="7600"/>
            </a:xfrm>
            <a:custGeom>
              <a:rect b="b" l="l" r="r" t="t"/>
              <a:pathLst>
                <a:path extrusionOk="0" fill="none" h="304" w="578">
                  <a:moveTo>
                    <a:pt x="0" y="304"/>
                  </a:moveTo>
                  <a:cubicBezTo>
                    <a:pt x="213" y="182"/>
                    <a:pt x="395" y="61"/>
                    <a:pt x="578" y="0"/>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g13fbba25656_0_297"/>
            <p:cNvSpPr/>
            <p:nvPr/>
          </p:nvSpPr>
          <p:spPr>
            <a:xfrm>
              <a:off x="3551250" y="2845325"/>
              <a:ext cx="553975" cy="407900"/>
            </a:xfrm>
            <a:custGeom>
              <a:rect b="b" l="l" r="r" t="t"/>
              <a:pathLst>
                <a:path extrusionOk="0" h="16316" w="22159">
                  <a:moveTo>
                    <a:pt x="18967" y="0"/>
                  </a:moveTo>
                  <a:lnTo>
                    <a:pt x="3192" y="3374"/>
                  </a:lnTo>
                  <a:cubicBezTo>
                    <a:pt x="2554" y="4894"/>
                    <a:pt x="1824" y="6383"/>
                    <a:pt x="1246" y="7933"/>
                  </a:cubicBezTo>
                  <a:cubicBezTo>
                    <a:pt x="882" y="9088"/>
                    <a:pt x="0" y="11155"/>
                    <a:pt x="760" y="12280"/>
                  </a:cubicBezTo>
                  <a:cubicBezTo>
                    <a:pt x="791" y="12310"/>
                    <a:pt x="821" y="12371"/>
                    <a:pt x="821" y="12432"/>
                  </a:cubicBezTo>
                  <a:cubicBezTo>
                    <a:pt x="821" y="12493"/>
                    <a:pt x="760" y="12523"/>
                    <a:pt x="699" y="12584"/>
                  </a:cubicBezTo>
                  <a:cubicBezTo>
                    <a:pt x="487" y="12736"/>
                    <a:pt x="426" y="12949"/>
                    <a:pt x="365" y="13131"/>
                  </a:cubicBezTo>
                  <a:cubicBezTo>
                    <a:pt x="335" y="13526"/>
                    <a:pt x="426" y="13891"/>
                    <a:pt x="456" y="14286"/>
                  </a:cubicBezTo>
                  <a:cubicBezTo>
                    <a:pt x="517" y="14894"/>
                    <a:pt x="973" y="15380"/>
                    <a:pt x="1550" y="15502"/>
                  </a:cubicBezTo>
                  <a:cubicBezTo>
                    <a:pt x="2951" y="15813"/>
                    <a:pt x="5771" y="16316"/>
                    <a:pt x="9299" y="16316"/>
                  </a:cubicBezTo>
                  <a:cubicBezTo>
                    <a:pt x="12661" y="16316"/>
                    <a:pt x="16666" y="15860"/>
                    <a:pt x="20700" y="14347"/>
                  </a:cubicBezTo>
                  <a:cubicBezTo>
                    <a:pt x="21581" y="14013"/>
                    <a:pt x="22159" y="12432"/>
                    <a:pt x="21277" y="11763"/>
                  </a:cubicBezTo>
                  <a:cubicBezTo>
                    <a:pt x="21156" y="11702"/>
                    <a:pt x="21034" y="11611"/>
                    <a:pt x="20973" y="11520"/>
                  </a:cubicBezTo>
                  <a:cubicBezTo>
                    <a:pt x="20943" y="11429"/>
                    <a:pt x="20973" y="11307"/>
                    <a:pt x="20973" y="11216"/>
                  </a:cubicBezTo>
                  <a:cubicBezTo>
                    <a:pt x="21186" y="10213"/>
                    <a:pt x="20730" y="9180"/>
                    <a:pt x="20517" y="8207"/>
                  </a:cubicBezTo>
                  <a:cubicBezTo>
                    <a:pt x="20244" y="7113"/>
                    <a:pt x="20031" y="5958"/>
                    <a:pt x="19788" y="4863"/>
                  </a:cubicBezTo>
                  <a:cubicBezTo>
                    <a:pt x="19423" y="2918"/>
                    <a:pt x="19028" y="1945"/>
                    <a:pt x="18967" y="0"/>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8" name="Google Shape;1218;g13fbba25656_0_297"/>
            <p:cNvSpPr/>
            <p:nvPr/>
          </p:nvSpPr>
          <p:spPr>
            <a:xfrm>
              <a:off x="3591525" y="3122675"/>
              <a:ext cx="507625" cy="174050"/>
            </a:xfrm>
            <a:custGeom>
              <a:rect b="b" l="l" r="r" t="t"/>
              <a:pathLst>
                <a:path extrusionOk="0" fill="none" h="6962" w="20305">
                  <a:moveTo>
                    <a:pt x="0" y="4438"/>
                  </a:moveTo>
                  <a:cubicBezTo>
                    <a:pt x="0" y="4438"/>
                    <a:pt x="9666" y="6961"/>
                    <a:pt x="19605" y="3040"/>
                  </a:cubicBezTo>
                  <a:cubicBezTo>
                    <a:pt x="19605" y="3040"/>
                    <a:pt x="20305" y="2675"/>
                    <a:pt x="19970" y="1338"/>
                  </a:cubicBezTo>
                  <a:cubicBezTo>
                    <a:pt x="19636" y="1"/>
                    <a:pt x="18602" y="700"/>
                    <a:pt x="18602" y="700"/>
                  </a:cubicBezTo>
                  <a:cubicBezTo>
                    <a:pt x="18602" y="700"/>
                    <a:pt x="16201" y="1581"/>
                    <a:pt x="9879" y="1824"/>
                  </a:cubicBezTo>
                  <a:cubicBezTo>
                    <a:pt x="3526" y="2067"/>
                    <a:pt x="0" y="1399"/>
                    <a:pt x="0" y="1399"/>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g13fbba25656_0_297"/>
            <p:cNvSpPr/>
            <p:nvPr/>
          </p:nvSpPr>
          <p:spPr>
            <a:xfrm>
              <a:off x="3608225" y="3178150"/>
              <a:ext cx="25" cy="43325"/>
            </a:xfrm>
            <a:custGeom>
              <a:rect b="b" l="l" r="r" t="t"/>
              <a:pathLst>
                <a:path extrusionOk="0" fill="none" h="1733" w="1">
                  <a:moveTo>
                    <a:pt x="1" y="0"/>
                  </a:moveTo>
                  <a:lnTo>
                    <a:pt x="1" y="1733"/>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0" name="Google Shape;1220;g13fbba25656_0_297"/>
            <p:cNvSpPr/>
            <p:nvPr/>
          </p:nvSpPr>
          <p:spPr>
            <a:xfrm>
              <a:off x="3706250" y="3198675"/>
              <a:ext cx="25" cy="41800"/>
            </a:xfrm>
            <a:custGeom>
              <a:rect b="b" l="l" r="r" t="t"/>
              <a:pathLst>
                <a:path extrusionOk="0" fill="none" h="1672" w="1">
                  <a:moveTo>
                    <a:pt x="1" y="0"/>
                  </a:moveTo>
                  <a:lnTo>
                    <a:pt x="1" y="1672"/>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g13fbba25656_0_297"/>
            <p:cNvSpPr/>
            <p:nvPr/>
          </p:nvSpPr>
          <p:spPr>
            <a:xfrm>
              <a:off x="3849875" y="3197150"/>
              <a:ext cx="2300" cy="42575"/>
            </a:xfrm>
            <a:custGeom>
              <a:rect b="b" l="l" r="r" t="t"/>
              <a:pathLst>
                <a:path extrusionOk="0" fill="none" h="1703" w="92">
                  <a:moveTo>
                    <a:pt x="92" y="0"/>
                  </a:moveTo>
                  <a:lnTo>
                    <a:pt x="1" y="1702"/>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g13fbba25656_0_297"/>
            <p:cNvSpPr/>
            <p:nvPr/>
          </p:nvSpPr>
          <p:spPr>
            <a:xfrm>
              <a:off x="3976025" y="3182700"/>
              <a:ext cx="775" cy="34225"/>
            </a:xfrm>
            <a:custGeom>
              <a:rect b="b" l="l" r="r" t="t"/>
              <a:pathLst>
                <a:path extrusionOk="0" fill="none" h="1369" w="31">
                  <a:moveTo>
                    <a:pt x="0" y="1"/>
                  </a:moveTo>
                  <a:lnTo>
                    <a:pt x="31" y="1369"/>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3" name="Google Shape;1223;g13fbba25656_0_297"/>
            <p:cNvSpPr/>
            <p:nvPr/>
          </p:nvSpPr>
          <p:spPr>
            <a:xfrm>
              <a:off x="4056575" y="3161425"/>
              <a:ext cx="25" cy="28900"/>
            </a:xfrm>
            <a:custGeom>
              <a:rect b="b" l="l" r="r" t="t"/>
              <a:pathLst>
                <a:path extrusionOk="0" fill="none" h="1156" w="1">
                  <a:moveTo>
                    <a:pt x="0" y="1"/>
                  </a:moveTo>
                  <a:lnTo>
                    <a:pt x="0" y="1156"/>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4" name="Google Shape;1224;g13fbba25656_0_297"/>
            <p:cNvSpPr/>
            <p:nvPr/>
          </p:nvSpPr>
          <p:spPr>
            <a:xfrm>
              <a:off x="3596850" y="3247300"/>
              <a:ext cx="79050" cy="79050"/>
            </a:xfrm>
            <a:custGeom>
              <a:rect b="b" l="l" r="r" t="t"/>
              <a:pathLst>
                <a:path extrusionOk="0" fill="none" h="3162" w="3162">
                  <a:moveTo>
                    <a:pt x="2614" y="0"/>
                  </a:moveTo>
                  <a:cubicBezTo>
                    <a:pt x="2614" y="0"/>
                    <a:pt x="3161" y="3162"/>
                    <a:pt x="0" y="2645"/>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5" name="Google Shape;1225;g13fbba25656_0_297"/>
            <p:cNvSpPr/>
            <p:nvPr/>
          </p:nvSpPr>
          <p:spPr>
            <a:xfrm>
              <a:off x="4009450" y="3221450"/>
              <a:ext cx="60825" cy="66900"/>
            </a:xfrm>
            <a:custGeom>
              <a:rect b="b" l="l" r="r" t="t"/>
              <a:pathLst>
                <a:path extrusionOk="0" fill="none" h="2676" w="2433">
                  <a:moveTo>
                    <a:pt x="457" y="1"/>
                  </a:moveTo>
                  <a:cubicBezTo>
                    <a:pt x="457" y="1"/>
                    <a:pt x="1" y="2676"/>
                    <a:pt x="2433" y="2402"/>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g13fbba25656_0_297"/>
            <p:cNvSpPr/>
            <p:nvPr/>
          </p:nvSpPr>
          <p:spPr>
            <a:xfrm>
              <a:off x="4028450" y="3162200"/>
              <a:ext cx="800" cy="18250"/>
            </a:xfrm>
            <a:custGeom>
              <a:rect b="b" l="l" r="r" t="t"/>
              <a:pathLst>
                <a:path extrusionOk="0" fill="none" h="730" w="32">
                  <a:moveTo>
                    <a:pt x="1" y="0"/>
                  </a:moveTo>
                  <a:lnTo>
                    <a:pt x="31" y="730"/>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7" name="Google Shape;1227;g13fbba25656_0_297"/>
            <p:cNvSpPr/>
            <p:nvPr/>
          </p:nvSpPr>
          <p:spPr>
            <a:xfrm>
              <a:off x="4067975" y="3162200"/>
              <a:ext cx="25" cy="24325"/>
            </a:xfrm>
            <a:custGeom>
              <a:rect b="b" l="l" r="r" t="t"/>
              <a:pathLst>
                <a:path extrusionOk="0" fill="none" h="973" w="1">
                  <a:moveTo>
                    <a:pt x="0" y="0"/>
                  </a:moveTo>
                  <a:lnTo>
                    <a:pt x="0" y="973"/>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28" name="Google Shape;1228;g13fbba25656_0_297"/>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pic>
        <p:nvPicPr>
          <p:cNvPr id="1233" name="Google Shape;1233;g13c1cbfbac6_0_7"/>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sp>
        <p:nvSpPr>
          <p:cNvPr id="1234" name="Google Shape;1234;g13c1cbfbac6_0_7"/>
          <p:cNvSpPr txBox="1"/>
          <p:nvPr/>
        </p:nvSpPr>
        <p:spPr>
          <a:xfrm>
            <a:off x="2729700" y="1759450"/>
            <a:ext cx="6414300" cy="26166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15000"/>
              </a:lnSpc>
              <a:spcBef>
                <a:spcPts val="0"/>
              </a:spcBef>
              <a:spcAft>
                <a:spcPts val="0"/>
              </a:spcAft>
              <a:buClr>
                <a:schemeClr val="dk1"/>
              </a:buClr>
              <a:buSzPts val="2000"/>
              <a:buFont typeface="Lexend Deca"/>
              <a:buChar char="●"/>
            </a:pPr>
            <a:r>
              <a:rPr b="0" i="1" lang="en" sz="2000" u="none" cap="none" strike="noStrike">
                <a:solidFill>
                  <a:schemeClr val="dk1"/>
                </a:solidFill>
                <a:latin typeface="Lexend Deca"/>
                <a:ea typeface="Lexend Deca"/>
                <a:cs typeface="Lexend Deca"/>
                <a:sym typeface="Lexend Deca"/>
              </a:rPr>
              <a:t>Look at the judge, never your opponent.</a:t>
            </a:r>
            <a:endParaRPr b="0" i="1" sz="2000" u="none" cap="none" strike="noStrike">
              <a:solidFill>
                <a:schemeClr val="dk1"/>
              </a:solidFill>
              <a:latin typeface="Lexend Deca"/>
              <a:ea typeface="Lexend Deca"/>
              <a:cs typeface="Lexend Deca"/>
              <a:sym typeface="Lexend Deca"/>
            </a:endParaRPr>
          </a:p>
          <a:p>
            <a:pPr indent="-355600" lvl="0" marL="457200" marR="0" rtl="0" algn="l">
              <a:lnSpc>
                <a:spcPct val="115000"/>
              </a:lnSpc>
              <a:spcBef>
                <a:spcPts val="0"/>
              </a:spcBef>
              <a:spcAft>
                <a:spcPts val="0"/>
              </a:spcAft>
              <a:buClr>
                <a:schemeClr val="dk1"/>
              </a:buClr>
              <a:buSzPts val="2000"/>
              <a:buFont typeface="Lexend Deca"/>
              <a:buChar char="●"/>
            </a:pPr>
            <a:r>
              <a:rPr b="0" i="1" lang="en" sz="2000" u="none" cap="none" strike="noStrike">
                <a:solidFill>
                  <a:schemeClr val="dk1"/>
                </a:solidFill>
                <a:latin typeface="Lexend Deca"/>
                <a:ea typeface="Lexend Deca"/>
                <a:cs typeface="Lexend Deca"/>
                <a:sym typeface="Lexend Deca"/>
              </a:rPr>
              <a:t>Stay professional and calm. </a:t>
            </a:r>
            <a:endParaRPr b="0" i="1" sz="2000" u="none" cap="none" strike="noStrike">
              <a:solidFill>
                <a:schemeClr val="dk1"/>
              </a:solidFill>
              <a:latin typeface="Lexend Deca"/>
              <a:ea typeface="Lexend Deca"/>
              <a:cs typeface="Lexend Deca"/>
              <a:sym typeface="Lexend Deca"/>
            </a:endParaRPr>
          </a:p>
          <a:p>
            <a:pPr indent="-355600" lvl="0" marL="457200" marR="0" rtl="0" algn="l">
              <a:lnSpc>
                <a:spcPct val="115000"/>
              </a:lnSpc>
              <a:spcBef>
                <a:spcPts val="0"/>
              </a:spcBef>
              <a:spcAft>
                <a:spcPts val="0"/>
              </a:spcAft>
              <a:buClr>
                <a:schemeClr val="dk1"/>
              </a:buClr>
              <a:buSzPts val="2000"/>
              <a:buFont typeface="Lexend Deca"/>
              <a:buChar char="●"/>
            </a:pPr>
            <a:r>
              <a:rPr b="0" i="1" lang="en" sz="2000" u="none" cap="none" strike="noStrike">
                <a:solidFill>
                  <a:schemeClr val="dk1"/>
                </a:solidFill>
                <a:latin typeface="Lexend Deca"/>
                <a:ea typeface="Lexend Deca"/>
                <a:cs typeface="Lexend Deca"/>
                <a:sym typeface="Lexend Deca"/>
              </a:rPr>
              <a:t>Don’t make arguments in Cross examination, just ask questions.</a:t>
            </a:r>
            <a:endParaRPr b="0" i="1" sz="2000" u="none" cap="none" strike="noStrike">
              <a:solidFill>
                <a:schemeClr val="dk1"/>
              </a:solidFill>
              <a:latin typeface="Lexend Deca"/>
              <a:ea typeface="Lexend Deca"/>
              <a:cs typeface="Lexend Deca"/>
              <a:sym typeface="Lexend Deca"/>
            </a:endParaRPr>
          </a:p>
          <a:p>
            <a:pPr indent="-355600" lvl="0" marL="457200" marR="0" rtl="0" algn="l">
              <a:lnSpc>
                <a:spcPct val="115000"/>
              </a:lnSpc>
              <a:spcBef>
                <a:spcPts val="0"/>
              </a:spcBef>
              <a:spcAft>
                <a:spcPts val="0"/>
              </a:spcAft>
              <a:buClr>
                <a:schemeClr val="dk1"/>
              </a:buClr>
              <a:buSzPts val="2000"/>
              <a:buFont typeface="Lexend Deca"/>
              <a:buChar char="●"/>
            </a:pPr>
            <a:r>
              <a:rPr b="0" i="1" lang="en" sz="2000" u="none" cap="none" strike="noStrike">
                <a:solidFill>
                  <a:schemeClr val="dk1"/>
                </a:solidFill>
                <a:latin typeface="Lexend Deca"/>
                <a:ea typeface="Lexend Deca"/>
                <a:cs typeface="Lexend Deca"/>
                <a:sym typeface="Lexend Deca"/>
              </a:rPr>
              <a:t>Don’t be afraid to ask about anything you don’t understand.</a:t>
            </a:r>
            <a:endParaRPr b="0" i="1" sz="2000" u="none" cap="none" strike="noStrike">
              <a:solidFill>
                <a:schemeClr val="dk1"/>
              </a:solidFill>
              <a:latin typeface="Lexend Deca"/>
              <a:ea typeface="Lexend Deca"/>
              <a:cs typeface="Lexend Deca"/>
              <a:sym typeface="Lexend Deca"/>
            </a:endParaRPr>
          </a:p>
          <a:p>
            <a:pPr indent="-355600" lvl="0" marL="457200" marR="0" rtl="0" algn="l">
              <a:lnSpc>
                <a:spcPct val="115000"/>
              </a:lnSpc>
              <a:spcBef>
                <a:spcPts val="0"/>
              </a:spcBef>
              <a:spcAft>
                <a:spcPts val="0"/>
              </a:spcAft>
              <a:buClr>
                <a:schemeClr val="dk1"/>
              </a:buClr>
              <a:buSzPts val="2000"/>
              <a:buFont typeface="Lexend Deca"/>
              <a:buChar char="●"/>
            </a:pPr>
            <a:r>
              <a:rPr b="0" i="1" lang="en" sz="2000" u="none" cap="none" strike="noStrike">
                <a:solidFill>
                  <a:schemeClr val="dk1"/>
                </a:solidFill>
                <a:latin typeface="Lexend Deca"/>
                <a:ea typeface="Lexend Deca"/>
                <a:cs typeface="Lexend Deca"/>
                <a:sym typeface="Lexend Deca"/>
              </a:rPr>
              <a:t>Stress on the important words. </a:t>
            </a:r>
            <a:endParaRPr b="0" i="1" sz="2000" u="none" cap="none" strike="noStrike">
              <a:solidFill>
                <a:schemeClr val="dk1"/>
              </a:solidFill>
              <a:latin typeface="Lexend Deca"/>
              <a:ea typeface="Lexend Deca"/>
              <a:cs typeface="Lexend Deca"/>
              <a:sym typeface="Lexend Deca"/>
            </a:endParaRPr>
          </a:p>
        </p:txBody>
      </p:sp>
      <p:pic>
        <p:nvPicPr>
          <p:cNvPr id="1235" name="Google Shape;1235;g13c1cbfbac6_0_7"/>
          <p:cNvPicPr preferRelativeResize="0"/>
          <p:nvPr/>
        </p:nvPicPr>
        <p:blipFill rotWithShape="1">
          <a:blip r:embed="rId4">
            <a:alphaModFix/>
          </a:blip>
          <a:srcRect b="0" l="0" r="0" t="0"/>
          <a:stretch/>
        </p:blipFill>
        <p:spPr>
          <a:xfrm>
            <a:off x="83628" y="-1"/>
            <a:ext cx="638322" cy="602644"/>
          </a:xfrm>
          <a:prstGeom prst="rect">
            <a:avLst/>
          </a:prstGeom>
          <a:noFill/>
          <a:ln>
            <a:noFill/>
          </a:ln>
        </p:spPr>
      </p:pic>
      <p:sp>
        <p:nvSpPr>
          <p:cNvPr id="1236" name="Google Shape;1236;g13c1cbfbac6_0_7"/>
          <p:cNvSpPr txBox="1"/>
          <p:nvPr/>
        </p:nvSpPr>
        <p:spPr>
          <a:xfrm>
            <a:off x="83625" y="602650"/>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n">
                <a:solidFill>
                  <a:srgbClr val="202426"/>
                </a:solidFill>
                <a:latin typeface="Raleway Black"/>
                <a:ea typeface="Raleway Black"/>
                <a:cs typeface="Raleway Black"/>
                <a:sym typeface="Raleway Black"/>
              </a:rPr>
              <a:t>2</a:t>
            </a:r>
            <a:r>
              <a:rPr b="0" i="0" lang="en" sz="1400" u="none" cap="none" strike="noStrike">
                <a:solidFill>
                  <a:srgbClr val="202426"/>
                </a:solidFill>
                <a:latin typeface="Raleway Black"/>
                <a:ea typeface="Raleway Black"/>
                <a:cs typeface="Raleway Black"/>
                <a:sym typeface="Raleway Black"/>
              </a:rPr>
              <a:t> min</a:t>
            </a:r>
            <a:r>
              <a:rPr lang="en">
                <a:solidFill>
                  <a:srgbClr val="202426"/>
                </a:solidFill>
                <a:latin typeface="Raleway Black"/>
                <a:ea typeface="Raleway Black"/>
                <a:cs typeface="Raleway Black"/>
                <a:sym typeface="Raleway Black"/>
              </a:rPr>
              <a:t>s</a:t>
            </a:r>
            <a:r>
              <a:rPr b="0" i="0" lang="en" sz="1400" u="none" cap="none" strike="noStrike">
                <a:solidFill>
                  <a:srgbClr val="202426"/>
                </a:solidFill>
                <a:latin typeface="Raleway Black"/>
                <a:ea typeface="Raleway Black"/>
                <a:cs typeface="Raleway Black"/>
                <a:sym typeface="Raleway Black"/>
              </a:rPr>
              <a:t> </a:t>
            </a:r>
            <a:endParaRPr b="0" i="0" sz="1400" u="none" cap="none" strike="noStrike">
              <a:solidFill>
                <a:srgbClr val="202426"/>
              </a:solidFill>
              <a:latin typeface="Raleway Black"/>
              <a:ea typeface="Raleway Black"/>
              <a:cs typeface="Raleway Black"/>
              <a:sym typeface="Raleway Black"/>
            </a:endParaRPr>
          </a:p>
        </p:txBody>
      </p:sp>
      <p:sp>
        <p:nvSpPr>
          <p:cNvPr id="1237" name="Google Shape;1237;g13c1cbfbac6_0_7"/>
          <p:cNvSpPr txBox="1"/>
          <p:nvPr/>
        </p:nvSpPr>
        <p:spPr>
          <a:xfrm>
            <a:off x="721950" y="409575"/>
            <a:ext cx="78069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t/>
            </a:r>
            <a:endParaRPr b="0" i="0" sz="800" u="none" cap="none" strike="noStrike">
              <a:solidFill>
                <a:srgbClr val="000000"/>
              </a:solidFill>
              <a:latin typeface="Arial"/>
              <a:ea typeface="Arial"/>
              <a:cs typeface="Arial"/>
              <a:sym typeface="Arial"/>
            </a:endParaRPr>
          </a:p>
        </p:txBody>
      </p:sp>
      <p:sp>
        <p:nvSpPr>
          <p:cNvPr id="1238" name="Google Shape;1238;g13c1cbfbac6_0_7"/>
          <p:cNvSpPr txBox="1"/>
          <p:nvPr/>
        </p:nvSpPr>
        <p:spPr>
          <a:xfrm>
            <a:off x="956850" y="202450"/>
            <a:ext cx="7572000" cy="1200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900"/>
              <a:buFont typeface="Arial"/>
              <a:buNone/>
            </a:pPr>
            <a:r>
              <a:rPr b="0" i="0" lang="en" sz="3300" u="none" cap="none" strike="noStrike">
                <a:solidFill>
                  <a:schemeClr val="dk1"/>
                </a:solidFill>
                <a:latin typeface="Sigmar One"/>
                <a:ea typeface="Sigmar One"/>
                <a:cs typeface="Sigmar One"/>
                <a:sym typeface="Sigmar One"/>
              </a:rPr>
              <a:t>Techniques and tips required for a policy debate</a:t>
            </a:r>
            <a:endParaRPr b="0" i="0" sz="3300" u="none" cap="none" strike="noStrike">
              <a:solidFill>
                <a:srgbClr val="000000"/>
              </a:solidFill>
              <a:latin typeface="Arial"/>
              <a:ea typeface="Arial"/>
              <a:cs typeface="Arial"/>
              <a:sym typeface="Arial"/>
            </a:endParaRPr>
          </a:p>
        </p:txBody>
      </p:sp>
      <p:grpSp>
        <p:nvGrpSpPr>
          <p:cNvPr id="1239" name="Google Shape;1239;g13c1cbfbac6_0_7"/>
          <p:cNvGrpSpPr/>
          <p:nvPr/>
        </p:nvGrpSpPr>
        <p:grpSpPr>
          <a:xfrm>
            <a:off x="-1" y="1759458"/>
            <a:ext cx="3191620" cy="3305040"/>
            <a:chOff x="2887825" y="1912050"/>
            <a:chExt cx="3035879" cy="2904253"/>
          </a:xfrm>
        </p:grpSpPr>
        <p:sp>
          <p:nvSpPr>
            <p:cNvPr id="1240" name="Google Shape;1240;g13c1cbfbac6_0_7"/>
            <p:cNvSpPr/>
            <p:nvPr/>
          </p:nvSpPr>
          <p:spPr>
            <a:xfrm>
              <a:off x="4504800" y="4214886"/>
              <a:ext cx="1349923" cy="452512"/>
            </a:xfrm>
            <a:custGeom>
              <a:rect b="b" l="l" r="r" t="t"/>
              <a:pathLst>
                <a:path extrusionOk="0" h="10760" w="32099">
                  <a:moveTo>
                    <a:pt x="2637" y="0"/>
                  </a:moveTo>
                  <a:cubicBezTo>
                    <a:pt x="2321" y="0"/>
                    <a:pt x="2055" y="54"/>
                    <a:pt x="1824" y="153"/>
                  </a:cubicBezTo>
                  <a:cubicBezTo>
                    <a:pt x="639" y="731"/>
                    <a:pt x="335" y="2129"/>
                    <a:pt x="213" y="2676"/>
                  </a:cubicBezTo>
                  <a:cubicBezTo>
                    <a:pt x="1" y="3892"/>
                    <a:pt x="335" y="4895"/>
                    <a:pt x="578" y="5411"/>
                  </a:cubicBezTo>
                  <a:cubicBezTo>
                    <a:pt x="4408" y="7995"/>
                    <a:pt x="7782" y="9120"/>
                    <a:pt x="10183" y="9697"/>
                  </a:cubicBezTo>
                  <a:cubicBezTo>
                    <a:pt x="11733" y="10032"/>
                    <a:pt x="12889" y="10184"/>
                    <a:pt x="13861" y="10275"/>
                  </a:cubicBezTo>
                  <a:cubicBezTo>
                    <a:pt x="14379" y="10298"/>
                    <a:pt x="14856" y="10313"/>
                    <a:pt x="15400" y="10313"/>
                  </a:cubicBezTo>
                  <a:cubicBezTo>
                    <a:pt x="16260" y="10313"/>
                    <a:pt x="17287" y="10277"/>
                    <a:pt x="18907" y="10184"/>
                  </a:cubicBezTo>
                  <a:cubicBezTo>
                    <a:pt x="23503" y="9891"/>
                    <a:pt x="24997" y="9656"/>
                    <a:pt x="26006" y="9656"/>
                  </a:cubicBezTo>
                  <a:cubicBezTo>
                    <a:pt x="26465" y="9656"/>
                    <a:pt x="26823" y="9705"/>
                    <a:pt x="27326" y="9819"/>
                  </a:cubicBezTo>
                  <a:cubicBezTo>
                    <a:pt x="29003" y="10191"/>
                    <a:pt x="30001" y="10760"/>
                    <a:pt x="30677" y="10760"/>
                  </a:cubicBezTo>
                  <a:cubicBezTo>
                    <a:pt x="30884" y="10760"/>
                    <a:pt x="31061" y="10707"/>
                    <a:pt x="31217" y="10579"/>
                  </a:cubicBezTo>
                  <a:cubicBezTo>
                    <a:pt x="32099" y="9880"/>
                    <a:pt x="31612" y="7904"/>
                    <a:pt x="31065" y="6354"/>
                  </a:cubicBezTo>
                  <a:cubicBezTo>
                    <a:pt x="31065" y="6465"/>
                    <a:pt x="30902" y="6773"/>
                    <a:pt x="29602" y="6773"/>
                  </a:cubicBezTo>
                  <a:cubicBezTo>
                    <a:pt x="29130" y="6773"/>
                    <a:pt x="28509" y="6733"/>
                    <a:pt x="27691" y="6627"/>
                  </a:cubicBezTo>
                  <a:cubicBezTo>
                    <a:pt x="23588" y="6050"/>
                    <a:pt x="3618" y="123"/>
                    <a:pt x="3557" y="123"/>
                  </a:cubicBezTo>
                  <a:cubicBezTo>
                    <a:pt x="3209" y="39"/>
                    <a:pt x="2905" y="0"/>
                    <a:pt x="2637"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1" name="Google Shape;1241;g13c1cbfbac6_0_7"/>
            <p:cNvSpPr/>
            <p:nvPr/>
          </p:nvSpPr>
          <p:spPr>
            <a:xfrm>
              <a:off x="5587479" y="4381083"/>
              <a:ext cx="207121" cy="151230"/>
            </a:xfrm>
            <a:custGeom>
              <a:rect b="b" l="l" r="r" t="t"/>
              <a:pathLst>
                <a:path extrusionOk="0" h="3596" w="4925">
                  <a:moveTo>
                    <a:pt x="3861" y="0"/>
                  </a:moveTo>
                  <a:cubicBezTo>
                    <a:pt x="3861" y="0"/>
                    <a:pt x="3101" y="882"/>
                    <a:pt x="2402" y="1186"/>
                  </a:cubicBezTo>
                  <a:cubicBezTo>
                    <a:pt x="1733" y="1490"/>
                    <a:pt x="92" y="1915"/>
                    <a:pt x="62" y="2007"/>
                  </a:cubicBezTo>
                  <a:cubicBezTo>
                    <a:pt x="1" y="2159"/>
                    <a:pt x="214" y="3435"/>
                    <a:pt x="305" y="3587"/>
                  </a:cubicBezTo>
                  <a:cubicBezTo>
                    <a:pt x="310" y="3593"/>
                    <a:pt x="318" y="3596"/>
                    <a:pt x="330" y="3596"/>
                  </a:cubicBezTo>
                  <a:cubicBezTo>
                    <a:pt x="620" y="3596"/>
                    <a:pt x="2944" y="1971"/>
                    <a:pt x="3121" y="1971"/>
                  </a:cubicBezTo>
                  <a:cubicBezTo>
                    <a:pt x="3127" y="1971"/>
                    <a:pt x="3131" y="1972"/>
                    <a:pt x="3132" y="1976"/>
                  </a:cubicBezTo>
                  <a:cubicBezTo>
                    <a:pt x="3157" y="2079"/>
                    <a:pt x="4033" y="2749"/>
                    <a:pt x="4448" y="2749"/>
                  </a:cubicBezTo>
                  <a:cubicBezTo>
                    <a:pt x="4524" y="2749"/>
                    <a:pt x="4584" y="2727"/>
                    <a:pt x="4621" y="2675"/>
                  </a:cubicBezTo>
                  <a:cubicBezTo>
                    <a:pt x="4864" y="2311"/>
                    <a:pt x="4925" y="730"/>
                    <a:pt x="4925" y="730"/>
                  </a:cubicBezTo>
                  <a:lnTo>
                    <a:pt x="4165" y="31"/>
                  </a:lnTo>
                  <a:lnTo>
                    <a:pt x="3861" y="0"/>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2" name="Google Shape;1242;g13c1cbfbac6_0_7"/>
            <p:cNvSpPr/>
            <p:nvPr/>
          </p:nvSpPr>
          <p:spPr>
            <a:xfrm>
              <a:off x="5639920" y="4255804"/>
              <a:ext cx="236517" cy="460250"/>
            </a:xfrm>
            <a:custGeom>
              <a:rect b="b" l="l" r="r" t="t"/>
              <a:pathLst>
                <a:path extrusionOk="0" h="10944" w="5624">
                  <a:moveTo>
                    <a:pt x="4924" y="1"/>
                  </a:moveTo>
                  <a:lnTo>
                    <a:pt x="4833" y="31"/>
                  </a:lnTo>
                  <a:cubicBezTo>
                    <a:pt x="4833" y="31"/>
                    <a:pt x="4795" y="27"/>
                    <a:pt x="4735" y="27"/>
                  </a:cubicBezTo>
                  <a:cubicBezTo>
                    <a:pt x="4554" y="27"/>
                    <a:pt x="4172" y="62"/>
                    <a:pt x="4012" y="335"/>
                  </a:cubicBezTo>
                  <a:cubicBezTo>
                    <a:pt x="3769" y="669"/>
                    <a:pt x="3283" y="2250"/>
                    <a:pt x="3222" y="2372"/>
                  </a:cubicBezTo>
                  <a:cubicBezTo>
                    <a:pt x="3131" y="2493"/>
                    <a:pt x="2553" y="3010"/>
                    <a:pt x="2493" y="3192"/>
                  </a:cubicBezTo>
                  <a:cubicBezTo>
                    <a:pt x="2401" y="3405"/>
                    <a:pt x="3283" y="4986"/>
                    <a:pt x="3161" y="5290"/>
                  </a:cubicBezTo>
                  <a:cubicBezTo>
                    <a:pt x="3151" y="5324"/>
                    <a:pt x="3132" y="5340"/>
                    <a:pt x="3108" y="5340"/>
                  </a:cubicBezTo>
                  <a:cubicBezTo>
                    <a:pt x="2928" y="5340"/>
                    <a:pt x="2412" y="4521"/>
                    <a:pt x="2219" y="4521"/>
                  </a:cubicBezTo>
                  <a:cubicBezTo>
                    <a:pt x="2208" y="4521"/>
                    <a:pt x="2198" y="4524"/>
                    <a:pt x="2189" y="4530"/>
                  </a:cubicBezTo>
                  <a:cubicBezTo>
                    <a:pt x="2037" y="4651"/>
                    <a:pt x="426" y="5837"/>
                    <a:pt x="243" y="5867"/>
                  </a:cubicBezTo>
                  <a:cubicBezTo>
                    <a:pt x="91" y="5897"/>
                    <a:pt x="851" y="8116"/>
                    <a:pt x="0" y="9818"/>
                  </a:cubicBezTo>
                  <a:lnTo>
                    <a:pt x="2584" y="10791"/>
                  </a:lnTo>
                  <a:lnTo>
                    <a:pt x="3283" y="10943"/>
                  </a:lnTo>
                  <a:lnTo>
                    <a:pt x="3617" y="10244"/>
                  </a:lnTo>
                  <a:lnTo>
                    <a:pt x="3952" y="8086"/>
                  </a:lnTo>
                  <a:lnTo>
                    <a:pt x="5015" y="5290"/>
                  </a:lnTo>
                  <a:lnTo>
                    <a:pt x="5563" y="3861"/>
                  </a:lnTo>
                  <a:lnTo>
                    <a:pt x="5623" y="1520"/>
                  </a:lnTo>
                  <a:lnTo>
                    <a:pt x="4924" y="1"/>
                  </a:lnTo>
                  <a:close/>
                </a:path>
              </a:pathLst>
            </a:custGeom>
            <a:solidFill>
              <a:srgbClr val="4546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3" name="Google Shape;1243;g13c1cbfbac6_0_7"/>
            <p:cNvSpPr/>
            <p:nvPr/>
          </p:nvSpPr>
          <p:spPr>
            <a:xfrm>
              <a:off x="5752372" y="4250589"/>
              <a:ext cx="171332" cy="475936"/>
            </a:xfrm>
            <a:custGeom>
              <a:rect b="b" l="l" r="r" t="t"/>
              <a:pathLst>
                <a:path extrusionOk="0" h="11317" w="4074">
                  <a:moveTo>
                    <a:pt x="2221" y="1"/>
                  </a:moveTo>
                  <a:cubicBezTo>
                    <a:pt x="2113" y="1"/>
                    <a:pt x="2013" y="15"/>
                    <a:pt x="1977" y="64"/>
                  </a:cubicBezTo>
                  <a:cubicBezTo>
                    <a:pt x="1916" y="186"/>
                    <a:pt x="2524" y="398"/>
                    <a:pt x="2524" y="489"/>
                  </a:cubicBezTo>
                  <a:cubicBezTo>
                    <a:pt x="2524" y="611"/>
                    <a:pt x="3010" y="2192"/>
                    <a:pt x="2402" y="4654"/>
                  </a:cubicBezTo>
                  <a:cubicBezTo>
                    <a:pt x="1794" y="7146"/>
                    <a:pt x="1065" y="7389"/>
                    <a:pt x="761" y="8544"/>
                  </a:cubicBezTo>
                  <a:cubicBezTo>
                    <a:pt x="468" y="9688"/>
                    <a:pt x="599" y="10859"/>
                    <a:pt x="63" y="10859"/>
                  </a:cubicBezTo>
                  <a:cubicBezTo>
                    <a:pt x="43" y="10859"/>
                    <a:pt x="23" y="10858"/>
                    <a:pt x="1" y="10854"/>
                  </a:cubicBezTo>
                  <a:lnTo>
                    <a:pt x="1" y="10854"/>
                  </a:lnTo>
                  <a:cubicBezTo>
                    <a:pt x="71" y="10924"/>
                    <a:pt x="660" y="11317"/>
                    <a:pt x="1219" y="11317"/>
                  </a:cubicBezTo>
                  <a:cubicBezTo>
                    <a:pt x="1388" y="11317"/>
                    <a:pt x="1555" y="11281"/>
                    <a:pt x="1703" y="11189"/>
                  </a:cubicBezTo>
                  <a:cubicBezTo>
                    <a:pt x="2068" y="11006"/>
                    <a:pt x="2159" y="10581"/>
                    <a:pt x="2281" y="9942"/>
                  </a:cubicBezTo>
                  <a:cubicBezTo>
                    <a:pt x="2554" y="8818"/>
                    <a:pt x="2463" y="8362"/>
                    <a:pt x="2463" y="7480"/>
                  </a:cubicBezTo>
                  <a:cubicBezTo>
                    <a:pt x="2463" y="7085"/>
                    <a:pt x="2980" y="6721"/>
                    <a:pt x="3344" y="5657"/>
                  </a:cubicBezTo>
                  <a:cubicBezTo>
                    <a:pt x="3648" y="4654"/>
                    <a:pt x="4074" y="976"/>
                    <a:pt x="2585" y="34"/>
                  </a:cubicBezTo>
                  <a:cubicBezTo>
                    <a:pt x="2566" y="34"/>
                    <a:pt x="2384" y="1"/>
                    <a:pt x="222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4" name="Google Shape;1244;g13c1cbfbac6_0_7"/>
            <p:cNvSpPr/>
            <p:nvPr/>
          </p:nvSpPr>
          <p:spPr>
            <a:xfrm>
              <a:off x="5731934" y="4381840"/>
              <a:ext cx="20481" cy="75993"/>
            </a:xfrm>
            <a:custGeom>
              <a:rect b="b" l="l" r="r" t="t"/>
              <a:pathLst>
                <a:path extrusionOk="0" h="1807" w="487">
                  <a:moveTo>
                    <a:pt x="409" y="1"/>
                  </a:moveTo>
                  <a:cubicBezTo>
                    <a:pt x="368" y="1"/>
                    <a:pt x="335" y="29"/>
                    <a:pt x="335" y="74"/>
                  </a:cubicBezTo>
                  <a:cubicBezTo>
                    <a:pt x="122" y="590"/>
                    <a:pt x="1" y="1168"/>
                    <a:pt x="1" y="1745"/>
                  </a:cubicBezTo>
                  <a:cubicBezTo>
                    <a:pt x="1" y="1776"/>
                    <a:pt x="31" y="1806"/>
                    <a:pt x="122" y="1806"/>
                  </a:cubicBezTo>
                  <a:cubicBezTo>
                    <a:pt x="153" y="1806"/>
                    <a:pt x="213" y="1776"/>
                    <a:pt x="183" y="1685"/>
                  </a:cubicBezTo>
                  <a:cubicBezTo>
                    <a:pt x="153" y="1229"/>
                    <a:pt x="274" y="682"/>
                    <a:pt x="487" y="134"/>
                  </a:cubicBezTo>
                  <a:cubicBezTo>
                    <a:pt x="487" y="104"/>
                    <a:pt x="487" y="74"/>
                    <a:pt x="457" y="13"/>
                  </a:cubicBezTo>
                  <a:cubicBezTo>
                    <a:pt x="440" y="5"/>
                    <a:pt x="424" y="1"/>
                    <a:pt x="409" y="1"/>
                  </a:cubicBezTo>
                  <a:close/>
                </a:path>
              </a:pathLst>
            </a:custGeom>
            <a:solidFill>
              <a:srgbClr val="4546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5" name="Google Shape;1245;g13c1cbfbac6_0_7"/>
            <p:cNvSpPr/>
            <p:nvPr/>
          </p:nvSpPr>
          <p:spPr>
            <a:xfrm>
              <a:off x="5711496" y="4406652"/>
              <a:ext cx="25611" cy="47144"/>
            </a:xfrm>
            <a:custGeom>
              <a:rect b="b" l="l" r="r" t="t"/>
              <a:pathLst>
                <a:path extrusionOk="0" h="1121" w="609">
                  <a:moveTo>
                    <a:pt x="61" y="0"/>
                  </a:moveTo>
                  <a:cubicBezTo>
                    <a:pt x="31" y="0"/>
                    <a:pt x="0" y="92"/>
                    <a:pt x="0" y="122"/>
                  </a:cubicBezTo>
                  <a:cubicBezTo>
                    <a:pt x="31" y="335"/>
                    <a:pt x="183" y="578"/>
                    <a:pt x="274" y="791"/>
                  </a:cubicBezTo>
                  <a:cubicBezTo>
                    <a:pt x="335" y="882"/>
                    <a:pt x="395" y="1003"/>
                    <a:pt x="426" y="1064"/>
                  </a:cubicBezTo>
                  <a:cubicBezTo>
                    <a:pt x="468" y="1085"/>
                    <a:pt x="495" y="1121"/>
                    <a:pt x="518" y="1121"/>
                  </a:cubicBezTo>
                  <a:cubicBezTo>
                    <a:pt x="529" y="1121"/>
                    <a:pt x="538" y="1113"/>
                    <a:pt x="547" y="1095"/>
                  </a:cubicBezTo>
                  <a:cubicBezTo>
                    <a:pt x="547" y="1113"/>
                    <a:pt x="553" y="1121"/>
                    <a:pt x="561" y="1121"/>
                  </a:cubicBezTo>
                  <a:cubicBezTo>
                    <a:pt x="579" y="1121"/>
                    <a:pt x="608" y="1085"/>
                    <a:pt x="608" y="1064"/>
                  </a:cubicBezTo>
                  <a:lnTo>
                    <a:pt x="608" y="1034"/>
                  </a:lnTo>
                  <a:cubicBezTo>
                    <a:pt x="547" y="943"/>
                    <a:pt x="517" y="851"/>
                    <a:pt x="456" y="730"/>
                  </a:cubicBezTo>
                  <a:cubicBezTo>
                    <a:pt x="335" y="487"/>
                    <a:pt x="213" y="304"/>
                    <a:pt x="183" y="92"/>
                  </a:cubicBezTo>
                  <a:cubicBezTo>
                    <a:pt x="183" y="31"/>
                    <a:pt x="91" y="0"/>
                    <a:pt x="61" y="0"/>
                  </a:cubicBezTo>
                  <a:close/>
                </a:path>
              </a:pathLst>
            </a:custGeom>
            <a:solidFill>
              <a:srgbClr val="4546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6" name="Google Shape;1246;g13c1cbfbac6_0_7"/>
            <p:cNvSpPr/>
            <p:nvPr/>
          </p:nvSpPr>
          <p:spPr>
            <a:xfrm>
              <a:off x="5696146" y="4380116"/>
              <a:ext cx="55008" cy="101983"/>
            </a:xfrm>
            <a:custGeom>
              <a:rect b="b" l="l" r="r" t="t"/>
              <a:pathLst>
                <a:path extrusionOk="0" h="2425" w="1308">
                  <a:moveTo>
                    <a:pt x="1190" y="1"/>
                  </a:moveTo>
                  <a:cubicBezTo>
                    <a:pt x="1163" y="1"/>
                    <a:pt x="1140" y="8"/>
                    <a:pt x="1125" y="23"/>
                  </a:cubicBezTo>
                  <a:cubicBezTo>
                    <a:pt x="760" y="479"/>
                    <a:pt x="61" y="1574"/>
                    <a:pt x="1" y="2303"/>
                  </a:cubicBezTo>
                  <a:cubicBezTo>
                    <a:pt x="1" y="2334"/>
                    <a:pt x="61" y="2425"/>
                    <a:pt x="92" y="2425"/>
                  </a:cubicBezTo>
                  <a:cubicBezTo>
                    <a:pt x="122" y="2425"/>
                    <a:pt x="213" y="2394"/>
                    <a:pt x="213" y="2334"/>
                  </a:cubicBezTo>
                  <a:cubicBezTo>
                    <a:pt x="244" y="1726"/>
                    <a:pt x="852" y="662"/>
                    <a:pt x="1216" y="145"/>
                  </a:cubicBezTo>
                  <a:cubicBezTo>
                    <a:pt x="1277" y="115"/>
                    <a:pt x="1308" y="115"/>
                    <a:pt x="1308" y="115"/>
                  </a:cubicBezTo>
                  <a:cubicBezTo>
                    <a:pt x="1308" y="54"/>
                    <a:pt x="1308" y="23"/>
                    <a:pt x="1277" y="23"/>
                  </a:cubicBezTo>
                  <a:cubicBezTo>
                    <a:pt x="1247" y="8"/>
                    <a:pt x="1216" y="1"/>
                    <a:pt x="1190" y="1"/>
                  </a:cubicBezTo>
                  <a:close/>
                </a:path>
              </a:pathLst>
            </a:custGeom>
            <a:solidFill>
              <a:srgbClr val="4546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7" name="Google Shape;1247;g13c1cbfbac6_0_7"/>
            <p:cNvSpPr/>
            <p:nvPr/>
          </p:nvSpPr>
          <p:spPr>
            <a:xfrm>
              <a:off x="5674404" y="4430917"/>
              <a:ext cx="24350" cy="51728"/>
            </a:xfrm>
            <a:custGeom>
              <a:rect b="b" l="l" r="r" t="t"/>
              <a:pathLst>
                <a:path extrusionOk="0" h="1230" w="579">
                  <a:moveTo>
                    <a:pt x="62" y="1"/>
                  </a:moveTo>
                  <a:cubicBezTo>
                    <a:pt x="31" y="1"/>
                    <a:pt x="1" y="62"/>
                    <a:pt x="1" y="122"/>
                  </a:cubicBezTo>
                  <a:cubicBezTo>
                    <a:pt x="62" y="426"/>
                    <a:pt x="214" y="913"/>
                    <a:pt x="366" y="1186"/>
                  </a:cubicBezTo>
                  <a:cubicBezTo>
                    <a:pt x="409" y="1208"/>
                    <a:pt x="436" y="1229"/>
                    <a:pt x="460" y="1229"/>
                  </a:cubicBezTo>
                  <a:cubicBezTo>
                    <a:pt x="469" y="1229"/>
                    <a:pt x="478" y="1226"/>
                    <a:pt x="487" y="1217"/>
                  </a:cubicBezTo>
                  <a:cubicBezTo>
                    <a:pt x="578" y="1217"/>
                    <a:pt x="578" y="1217"/>
                    <a:pt x="578" y="1186"/>
                  </a:cubicBezTo>
                  <a:lnTo>
                    <a:pt x="578" y="1095"/>
                  </a:lnTo>
                  <a:cubicBezTo>
                    <a:pt x="426" y="822"/>
                    <a:pt x="274" y="366"/>
                    <a:pt x="183" y="62"/>
                  </a:cubicBezTo>
                  <a:cubicBezTo>
                    <a:pt x="183" y="31"/>
                    <a:pt x="122" y="1"/>
                    <a:pt x="62" y="1"/>
                  </a:cubicBezTo>
                  <a:close/>
                </a:path>
              </a:pathLst>
            </a:custGeom>
            <a:solidFill>
              <a:srgbClr val="4546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8" name="Google Shape;1248;g13c1cbfbac6_0_7"/>
            <p:cNvSpPr/>
            <p:nvPr/>
          </p:nvSpPr>
          <p:spPr>
            <a:xfrm>
              <a:off x="5666750" y="4418469"/>
              <a:ext cx="38396" cy="81545"/>
            </a:xfrm>
            <a:custGeom>
              <a:rect b="b" l="l" r="r" t="t"/>
              <a:pathLst>
                <a:path extrusionOk="0" h="1939" w="913">
                  <a:moveTo>
                    <a:pt x="787" y="1"/>
                  </a:moveTo>
                  <a:cubicBezTo>
                    <a:pt x="760" y="1"/>
                    <a:pt x="730" y="8"/>
                    <a:pt x="700" y="23"/>
                  </a:cubicBezTo>
                  <a:cubicBezTo>
                    <a:pt x="365" y="479"/>
                    <a:pt x="31" y="1239"/>
                    <a:pt x="0" y="1817"/>
                  </a:cubicBezTo>
                  <a:cubicBezTo>
                    <a:pt x="0" y="1847"/>
                    <a:pt x="31" y="1938"/>
                    <a:pt x="61" y="1938"/>
                  </a:cubicBezTo>
                  <a:cubicBezTo>
                    <a:pt x="92" y="1938"/>
                    <a:pt x="183" y="1877"/>
                    <a:pt x="183" y="1847"/>
                  </a:cubicBezTo>
                  <a:cubicBezTo>
                    <a:pt x="213" y="1330"/>
                    <a:pt x="517" y="570"/>
                    <a:pt x="852" y="145"/>
                  </a:cubicBezTo>
                  <a:lnTo>
                    <a:pt x="912" y="115"/>
                  </a:lnTo>
                  <a:cubicBezTo>
                    <a:pt x="912" y="54"/>
                    <a:pt x="912" y="23"/>
                    <a:pt x="852" y="23"/>
                  </a:cubicBezTo>
                  <a:cubicBezTo>
                    <a:pt x="836" y="8"/>
                    <a:pt x="814" y="1"/>
                    <a:pt x="787" y="1"/>
                  </a:cubicBezTo>
                  <a:close/>
                </a:path>
              </a:pathLst>
            </a:custGeom>
            <a:solidFill>
              <a:srgbClr val="4546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9" name="Google Shape;1249;g13c1cbfbac6_0_7"/>
            <p:cNvSpPr/>
            <p:nvPr/>
          </p:nvSpPr>
          <p:spPr>
            <a:xfrm>
              <a:off x="5642443" y="4432725"/>
              <a:ext cx="26915" cy="74942"/>
            </a:xfrm>
            <a:custGeom>
              <a:rect b="b" l="l" r="r" t="t"/>
              <a:pathLst>
                <a:path extrusionOk="0" h="1782" w="640">
                  <a:moveTo>
                    <a:pt x="513" y="1"/>
                  </a:moveTo>
                  <a:cubicBezTo>
                    <a:pt x="477" y="1"/>
                    <a:pt x="446" y="22"/>
                    <a:pt x="426" y="79"/>
                  </a:cubicBezTo>
                  <a:cubicBezTo>
                    <a:pt x="122" y="475"/>
                    <a:pt x="1" y="1204"/>
                    <a:pt x="153" y="1690"/>
                  </a:cubicBezTo>
                  <a:cubicBezTo>
                    <a:pt x="153" y="1751"/>
                    <a:pt x="214" y="1782"/>
                    <a:pt x="244" y="1782"/>
                  </a:cubicBezTo>
                  <a:cubicBezTo>
                    <a:pt x="335" y="1782"/>
                    <a:pt x="366" y="1751"/>
                    <a:pt x="366" y="1690"/>
                  </a:cubicBezTo>
                  <a:lnTo>
                    <a:pt x="366" y="1660"/>
                  </a:lnTo>
                  <a:cubicBezTo>
                    <a:pt x="214" y="1204"/>
                    <a:pt x="335" y="566"/>
                    <a:pt x="609" y="171"/>
                  </a:cubicBezTo>
                  <a:cubicBezTo>
                    <a:pt x="639" y="140"/>
                    <a:pt x="639" y="79"/>
                    <a:pt x="578" y="19"/>
                  </a:cubicBezTo>
                  <a:cubicBezTo>
                    <a:pt x="556" y="8"/>
                    <a:pt x="534" y="1"/>
                    <a:pt x="513" y="1"/>
                  </a:cubicBezTo>
                  <a:close/>
                </a:path>
              </a:pathLst>
            </a:custGeom>
            <a:solidFill>
              <a:srgbClr val="4546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g13c1cbfbac6_0_7"/>
            <p:cNvSpPr/>
            <p:nvPr/>
          </p:nvSpPr>
          <p:spPr>
            <a:xfrm>
              <a:off x="5637355" y="4445005"/>
              <a:ext cx="35831" cy="56816"/>
            </a:xfrm>
            <a:custGeom>
              <a:rect b="b" l="l" r="r" t="t"/>
              <a:pathLst>
                <a:path extrusionOk="0" h="1351" w="852">
                  <a:moveTo>
                    <a:pt x="92" y="0"/>
                  </a:moveTo>
                  <a:cubicBezTo>
                    <a:pt x="31" y="0"/>
                    <a:pt x="0" y="91"/>
                    <a:pt x="0" y="122"/>
                  </a:cubicBezTo>
                  <a:cubicBezTo>
                    <a:pt x="92" y="426"/>
                    <a:pt x="395" y="851"/>
                    <a:pt x="578" y="1155"/>
                  </a:cubicBezTo>
                  <a:lnTo>
                    <a:pt x="699" y="1307"/>
                  </a:lnTo>
                  <a:cubicBezTo>
                    <a:pt x="721" y="1329"/>
                    <a:pt x="742" y="1350"/>
                    <a:pt x="785" y="1350"/>
                  </a:cubicBezTo>
                  <a:cubicBezTo>
                    <a:pt x="803" y="1350"/>
                    <a:pt x="825" y="1347"/>
                    <a:pt x="851" y="1338"/>
                  </a:cubicBezTo>
                  <a:lnTo>
                    <a:pt x="851" y="1246"/>
                  </a:lnTo>
                  <a:lnTo>
                    <a:pt x="851" y="1186"/>
                  </a:lnTo>
                  <a:lnTo>
                    <a:pt x="730" y="1034"/>
                  </a:lnTo>
                  <a:cubicBezTo>
                    <a:pt x="547" y="760"/>
                    <a:pt x="274" y="304"/>
                    <a:pt x="183" y="91"/>
                  </a:cubicBezTo>
                  <a:cubicBezTo>
                    <a:pt x="183" y="31"/>
                    <a:pt x="122" y="0"/>
                    <a:pt x="92" y="0"/>
                  </a:cubicBezTo>
                  <a:close/>
                </a:path>
              </a:pathLst>
            </a:custGeom>
            <a:solidFill>
              <a:srgbClr val="4546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1" name="Google Shape;1251;g13c1cbfbac6_0_7"/>
            <p:cNvSpPr/>
            <p:nvPr/>
          </p:nvSpPr>
          <p:spPr>
            <a:xfrm>
              <a:off x="3353110" y="4055122"/>
              <a:ext cx="1505569" cy="538220"/>
            </a:xfrm>
            <a:custGeom>
              <a:rect b="b" l="l" r="r" t="t"/>
              <a:pathLst>
                <a:path extrusionOk="0" h="12798" w="35800">
                  <a:moveTo>
                    <a:pt x="0" y="1"/>
                  </a:moveTo>
                  <a:lnTo>
                    <a:pt x="1064" y="12797"/>
                  </a:lnTo>
                  <a:cubicBezTo>
                    <a:pt x="1064" y="12797"/>
                    <a:pt x="24359" y="11183"/>
                    <a:pt x="29715" y="11183"/>
                  </a:cubicBezTo>
                  <a:cubicBezTo>
                    <a:pt x="30147" y="11183"/>
                    <a:pt x="30462" y="11194"/>
                    <a:pt x="30639" y="11217"/>
                  </a:cubicBezTo>
                  <a:cubicBezTo>
                    <a:pt x="30717" y="11227"/>
                    <a:pt x="30796" y="11233"/>
                    <a:pt x="30875" y="11233"/>
                  </a:cubicBezTo>
                  <a:cubicBezTo>
                    <a:pt x="33221" y="11233"/>
                    <a:pt x="35799" y="6546"/>
                    <a:pt x="31976" y="4134"/>
                  </a:cubicBezTo>
                  <a:cubicBezTo>
                    <a:pt x="28025" y="1703"/>
                    <a:pt x="1" y="1"/>
                    <a:pt x="0"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2" name="Google Shape;1252;g13c1cbfbac6_0_7"/>
            <p:cNvSpPr/>
            <p:nvPr/>
          </p:nvSpPr>
          <p:spPr>
            <a:xfrm>
              <a:off x="4503538" y="4567719"/>
              <a:ext cx="42" cy="42"/>
            </a:xfrm>
            <a:custGeom>
              <a:rect b="b" l="l" r="r" t="t"/>
              <a:pathLst>
                <a:path extrusionOk="0" fill="none" h="1" w="1">
                  <a:moveTo>
                    <a:pt x="0" y="0"/>
                  </a:moveTo>
                  <a:close/>
                </a:path>
              </a:pathLst>
            </a:custGeom>
            <a:noFill/>
            <a:ln cap="rnd" cmpd="sng" w="9525">
              <a:solidFill>
                <a:srgbClr val="38190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3" name="Google Shape;1253;g13c1cbfbac6_0_7"/>
            <p:cNvSpPr/>
            <p:nvPr/>
          </p:nvSpPr>
          <p:spPr>
            <a:xfrm>
              <a:off x="3336499" y="4037249"/>
              <a:ext cx="2187196" cy="629017"/>
            </a:xfrm>
            <a:custGeom>
              <a:rect b="b" l="l" r="r" t="t"/>
              <a:pathLst>
                <a:path extrusionOk="0" h="14957" w="52008">
                  <a:moveTo>
                    <a:pt x="0" y="0"/>
                  </a:moveTo>
                  <a:lnTo>
                    <a:pt x="1155" y="13648"/>
                  </a:lnTo>
                  <a:lnTo>
                    <a:pt x="1520" y="13617"/>
                  </a:lnTo>
                  <a:cubicBezTo>
                    <a:pt x="1776" y="13589"/>
                    <a:pt x="25143" y="11984"/>
                    <a:pt x="30240" y="11984"/>
                  </a:cubicBezTo>
                  <a:cubicBezTo>
                    <a:pt x="30580" y="11984"/>
                    <a:pt x="30838" y="11991"/>
                    <a:pt x="31004" y="12006"/>
                  </a:cubicBezTo>
                  <a:lnTo>
                    <a:pt x="31095" y="12006"/>
                  </a:lnTo>
                  <a:cubicBezTo>
                    <a:pt x="31277" y="12006"/>
                    <a:pt x="31460" y="12006"/>
                    <a:pt x="31642" y="11976"/>
                  </a:cubicBezTo>
                  <a:cubicBezTo>
                    <a:pt x="33709" y="13040"/>
                    <a:pt x="35806" y="13800"/>
                    <a:pt x="37934" y="14286"/>
                  </a:cubicBezTo>
                  <a:cubicBezTo>
                    <a:pt x="39059" y="14560"/>
                    <a:pt x="40062" y="14742"/>
                    <a:pt x="40913" y="14833"/>
                  </a:cubicBezTo>
                  <a:cubicBezTo>
                    <a:pt x="41186" y="14864"/>
                    <a:pt x="41460" y="14894"/>
                    <a:pt x="41673" y="14894"/>
                  </a:cubicBezTo>
                  <a:cubicBezTo>
                    <a:pt x="42270" y="14934"/>
                    <a:pt x="42809" y="14956"/>
                    <a:pt x="43449" y="14956"/>
                  </a:cubicBezTo>
                  <a:cubicBezTo>
                    <a:pt x="44276" y="14956"/>
                    <a:pt x="45272" y="14919"/>
                    <a:pt x="46779" y="14833"/>
                  </a:cubicBezTo>
                  <a:cubicBezTo>
                    <a:pt x="49211" y="14681"/>
                    <a:pt x="50791" y="14560"/>
                    <a:pt x="51855" y="14438"/>
                  </a:cubicBezTo>
                  <a:cubicBezTo>
                    <a:pt x="51946" y="12888"/>
                    <a:pt x="51977" y="11307"/>
                    <a:pt x="52007" y="9727"/>
                  </a:cubicBezTo>
                  <a:cubicBezTo>
                    <a:pt x="48147" y="8784"/>
                    <a:pt x="41764" y="6991"/>
                    <a:pt x="32827" y="4407"/>
                  </a:cubicBezTo>
                  <a:cubicBezTo>
                    <a:pt x="32736" y="4347"/>
                    <a:pt x="32675" y="4316"/>
                    <a:pt x="32615" y="4255"/>
                  </a:cubicBezTo>
                  <a:cubicBezTo>
                    <a:pt x="31034" y="3283"/>
                    <a:pt x="25806" y="2341"/>
                    <a:pt x="17052" y="1429"/>
                  </a:cubicBezTo>
                  <a:cubicBezTo>
                    <a:pt x="8906" y="578"/>
                    <a:pt x="486" y="61"/>
                    <a:pt x="426" y="61"/>
                  </a:cubicBezTo>
                  <a:lnTo>
                    <a:pt x="0" y="0"/>
                  </a:lnTo>
                  <a:close/>
                </a:path>
              </a:pathLst>
            </a:custGeom>
            <a:solidFill>
              <a:srgbClr val="F140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4" name="Google Shape;1254;g13c1cbfbac6_0_7"/>
            <p:cNvSpPr/>
            <p:nvPr/>
          </p:nvSpPr>
          <p:spPr>
            <a:xfrm>
              <a:off x="4293899" y="3332929"/>
              <a:ext cx="207121" cy="182813"/>
            </a:xfrm>
            <a:custGeom>
              <a:rect b="b" l="l" r="r" t="t"/>
              <a:pathLst>
                <a:path extrusionOk="0" h="4347" w="4925">
                  <a:moveTo>
                    <a:pt x="2448" y="0"/>
                  </a:moveTo>
                  <a:cubicBezTo>
                    <a:pt x="2049" y="0"/>
                    <a:pt x="1644" y="108"/>
                    <a:pt x="1277" y="334"/>
                  </a:cubicBezTo>
                  <a:cubicBezTo>
                    <a:pt x="304" y="1003"/>
                    <a:pt x="0" y="2310"/>
                    <a:pt x="639" y="3344"/>
                  </a:cubicBezTo>
                  <a:cubicBezTo>
                    <a:pt x="1081" y="3997"/>
                    <a:pt x="1765" y="4346"/>
                    <a:pt x="2463" y="4346"/>
                  </a:cubicBezTo>
                  <a:cubicBezTo>
                    <a:pt x="2869" y="4346"/>
                    <a:pt x="3279" y="4228"/>
                    <a:pt x="3648" y="3982"/>
                  </a:cubicBezTo>
                  <a:cubicBezTo>
                    <a:pt x="4621" y="3344"/>
                    <a:pt x="4925" y="2006"/>
                    <a:pt x="4286" y="1003"/>
                  </a:cubicBezTo>
                  <a:cubicBezTo>
                    <a:pt x="3874" y="356"/>
                    <a:pt x="3172" y="0"/>
                    <a:pt x="2448" y="0"/>
                  </a:cubicBezTo>
                  <a:close/>
                </a:path>
              </a:pathLst>
            </a:custGeom>
            <a:solidFill>
              <a:srgbClr val="E875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5" name="Google Shape;1255;g13c1cbfbac6_0_7"/>
            <p:cNvSpPr/>
            <p:nvPr/>
          </p:nvSpPr>
          <p:spPr>
            <a:xfrm>
              <a:off x="3731469" y="2750271"/>
              <a:ext cx="319618" cy="280423"/>
            </a:xfrm>
            <a:custGeom>
              <a:rect b="b" l="l" r="r" t="t"/>
              <a:pathLst>
                <a:path extrusionOk="0" h="6668" w="7600">
                  <a:moveTo>
                    <a:pt x="3782" y="1"/>
                  </a:moveTo>
                  <a:cubicBezTo>
                    <a:pt x="3173" y="1"/>
                    <a:pt x="2557" y="166"/>
                    <a:pt x="2006" y="511"/>
                  </a:cubicBezTo>
                  <a:cubicBezTo>
                    <a:pt x="456" y="1515"/>
                    <a:pt x="0" y="3551"/>
                    <a:pt x="973" y="5132"/>
                  </a:cubicBezTo>
                  <a:cubicBezTo>
                    <a:pt x="1615" y="6124"/>
                    <a:pt x="2680" y="6668"/>
                    <a:pt x="3779" y="6668"/>
                  </a:cubicBezTo>
                  <a:cubicBezTo>
                    <a:pt x="4396" y="6668"/>
                    <a:pt x="5024" y="6496"/>
                    <a:pt x="5593" y="6135"/>
                  </a:cubicBezTo>
                  <a:cubicBezTo>
                    <a:pt x="7143" y="5162"/>
                    <a:pt x="7599" y="3095"/>
                    <a:pt x="6596" y="1545"/>
                  </a:cubicBezTo>
                  <a:cubicBezTo>
                    <a:pt x="5969" y="545"/>
                    <a:pt x="4887" y="1"/>
                    <a:pt x="3782" y="1"/>
                  </a:cubicBezTo>
                  <a:close/>
                </a:path>
              </a:pathLst>
            </a:custGeom>
            <a:solidFill>
              <a:srgbClr val="E875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6" name="Google Shape;1256;g13c1cbfbac6_0_7"/>
            <p:cNvSpPr/>
            <p:nvPr/>
          </p:nvSpPr>
          <p:spPr>
            <a:xfrm>
              <a:off x="3679070" y="2730673"/>
              <a:ext cx="841142" cy="801779"/>
            </a:xfrm>
            <a:custGeom>
              <a:rect b="b" l="l" r="r" t="t"/>
              <a:pathLst>
                <a:path extrusionOk="0" h="19065" w="20001">
                  <a:moveTo>
                    <a:pt x="4982" y="0"/>
                  </a:moveTo>
                  <a:cubicBezTo>
                    <a:pt x="4284" y="0"/>
                    <a:pt x="3577" y="198"/>
                    <a:pt x="2948" y="613"/>
                  </a:cubicBezTo>
                  <a:cubicBezTo>
                    <a:pt x="1520" y="1525"/>
                    <a:pt x="0" y="4412"/>
                    <a:pt x="2371" y="6570"/>
                  </a:cubicBezTo>
                  <a:lnTo>
                    <a:pt x="15289" y="18273"/>
                  </a:lnTo>
                  <a:lnTo>
                    <a:pt x="15411" y="18394"/>
                  </a:lnTo>
                  <a:cubicBezTo>
                    <a:pt x="15441" y="18425"/>
                    <a:pt x="15532" y="18455"/>
                    <a:pt x="15563" y="18516"/>
                  </a:cubicBezTo>
                  <a:cubicBezTo>
                    <a:pt x="16035" y="18870"/>
                    <a:pt x="16600" y="19065"/>
                    <a:pt x="17165" y="19065"/>
                  </a:cubicBezTo>
                  <a:cubicBezTo>
                    <a:pt x="17620" y="19065"/>
                    <a:pt x="18074" y="18939"/>
                    <a:pt x="18481" y="18668"/>
                  </a:cubicBezTo>
                  <a:cubicBezTo>
                    <a:pt x="19666" y="17908"/>
                    <a:pt x="20000" y="16327"/>
                    <a:pt x="19241" y="15172"/>
                  </a:cubicBezTo>
                  <a:lnTo>
                    <a:pt x="7842" y="1373"/>
                  </a:lnTo>
                  <a:cubicBezTo>
                    <a:pt x="7138" y="483"/>
                    <a:pt x="6072" y="0"/>
                    <a:pt x="4982" y="0"/>
                  </a:cubicBezTo>
                  <a:close/>
                </a:path>
              </a:pathLst>
            </a:custGeom>
            <a:solidFill>
              <a:srgbClr val="E875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7" name="Google Shape;1257;g13c1cbfbac6_0_7"/>
            <p:cNvSpPr/>
            <p:nvPr/>
          </p:nvSpPr>
          <p:spPr>
            <a:xfrm>
              <a:off x="4283680" y="2725753"/>
              <a:ext cx="511347" cy="804764"/>
            </a:xfrm>
            <a:custGeom>
              <a:rect b="b" l="l" r="r" t="t"/>
              <a:pathLst>
                <a:path extrusionOk="0" h="19136" w="12159">
                  <a:moveTo>
                    <a:pt x="10494" y="1"/>
                  </a:moveTo>
                  <a:cubicBezTo>
                    <a:pt x="10060" y="1"/>
                    <a:pt x="9629" y="184"/>
                    <a:pt x="9332" y="547"/>
                  </a:cubicBezTo>
                  <a:cubicBezTo>
                    <a:pt x="9241" y="608"/>
                    <a:pt x="9180" y="699"/>
                    <a:pt x="9119" y="760"/>
                  </a:cubicBezTo>
                  <a:lnTo>
                    <a:pt x="578" y="15350"/>
                  </a:lnTo>
                  <a:lnTo>
                    <a:pt x="578" y="15380"/>
                  </a:lnTo>
                  <a:cubicBezTo>
                    <a:pt x="0" y="16414"/>
                    <a:pt x="213" y="17721"/>
                    <a:pt x="1095" y="18511"/>
                  </a:cubicBezTo>
                  <a:cubicBezTo>
                    <a:pt x="1581" y="18928"/>
                    <a:pt x="2183" y="19136"/>
                    <a:pt x="2780" y="19136"/>
                  </a:cubicBezTo>
                  <a:cubicBezTo>
                    <a:pt x="3487" y="19136"/>
                    <a:pt x="4187" y="18845"/>
                    <a:pt x="4681" y="18268"/>
                  </a:cubicBezTo>
                  <a:cubicBezTo>
                    <a:pt x="4803" y="18116"/>
                    <a:pt x="4955" y="17934"/>
                    <a:pt x="5016" y="17751"/>
                  </a:cubicBezTo>
                  <a:lnTo>
                    <a:pt x="5046" y="17721"/>
                  </a:lnTo>
                  <a:cubicBezTo>
                    <a:pt x="5046" y="17660"/>
                    <a:pt x="5107" y="17630"/>
                    <a:pt x="5107" y="17599"/>
                  </a:cubicBezTo>
                  <a:lnTo>
                    <a:pt x="11946" y="2219"/>
                  </a:lnTo>
                  <a:lnTo>
                    <a:pt x="11946" y="2158"/>
                  </a:lnTo>
                  <a:cubicBezTo>
                    <a:pt x="12159" y="1550"/>
                    <a:pt x="12037" y="851"/>
                    <a:pt x="11520" y="395"/>
                  </a:cubicBezTo>
                  <a:cubicBezTo>
                    <a:pt x="11228" y="131"/>
                    <a:pt x="10860" y="1"/>
                    <a:pt x="10494" y="1"/>
                  </a:cubicBezTo>
                  <a:close/>
                </a:path>
              </a:pathLst>
            </a:custGeom>
            <a:solidFill>
              <a:srgbClr val="E875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g13c1cbfbac6_0_7"/>
            <p:cNvSpPr/>
            <p:nvPr/>
          </p:nvSpPr>
          <p:spPr>
            <a:xfrm>
              <a:off x="4296464" y="3334485"/>
              <a:ext cx="203294" cy="181383"/>
            </a:xfrm>
            <a:custGeom>
              <a:rect b="b" l="l" r="r" t="t"/>
              <a:pathLst>
                <a:path extrusionOk="0" h="4313" w="4834">
                  <a:moveTo>
                    <a:pt x="2422" y="1"/>
                  </a:moveTo>
                  <a:cubicBezTo>
                    <a:pt x="1829" y="1"/>
                    <a:pt x="1234" y="246"/>
                    <a:pt x="791" y="723"/>
                  </a:cubicBezTo>
                  <a:cubicBezTo>
                    <a:pt x="0" y="1635"/>
                    <a:pt x="122" y="2972"/>
                    <a:pt x="1003" y="3763"/>
                  </a:cubicBezTo>
                  <a:cubicBezTo>
                    <a:pt x="1427" y="4129"/>
                    <a:pt x="1948" y="4313"/>
                    <a:pt x="2462" y="4313"/>
                  </a:cubicBezTo>
                  <a:cubicBezTo>
                    <a:pt x="3054" y="4313"/>
                    <a:pt x="3636" y="4069"/>
                    <a:pt x="4043" y="3580"/>
                  </a:cubicBezTo>
                  <a:cubicBezTo>
                    <a:pt x="4833" y="2668"/>
                    <a:pt x="4712" y="1331"/>
                    <a:pt x="3830" y="541"/>
                  </a:cubicBezTo>
                  <a:cubicBezTo>
                    <a:pt x="3425" y="178"/>
                    <a:pt x="2924" y="1"/>
                    <a:pt x="2422" y="1"/>
                  </a:cubicBezTo>
                  <a:close/>
                </a:path>
              </a:pathLst>
            </a:custGeom>
            <a:solidFill>
              <a:srgbClr val="E875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g13c1cbfbac6_0_7"/>
            <p:cNvSpPr/>
            <p:nvPr/>
          </p:nvSpPr>
          <p:spPr>
            <a:xfrm>
              <a:off x="3814568" y="2711371"/>
              <a:ext cx="434638" cy="561518"/>
            </a:xfrm>
            <a:custGeom>
              <a:rect b="b" l="l" r="r" t="t"/>
              <a:pathLst>
                <a:path extrusionOk="0" h="13352" w="10335">
                  <a:moveTo>
                    <a:pt x="1533" y="0"/>
                  </a:moveTo>
                  <a:cubicBezTo>
                    <a:pt x="1477" y="0"/>
                    <a:pt x="1422" y="3"/>
                    <a:pt x="1368" y="8"/>
                  </a:cubicBezTo>
                  <a:lnTo>
                    <a:pt x="0" y="8488"/>
                  </a:lnTo>
                  <a:lnTo>
                    <a:pt x="5228" y="13352"/>
                  </a:lnTo>
                  <a:cubicBezTo>
                    <a:pt x="7933" y="11558"/>
                    <a:pt x="10335" y="8397"/>
                    <a:pt x="10335" y="8397"/>
                  </a:cubicBezTo>
                  <a:cubicBezTo>
                    <a:pt x="10335" y="8397"/>
                    <a:pt x="4727" y="0"/>
                    <a:pt x="1533" y="0"/>
                  </a:cubicBezTo>
                  <a:close/>
                </a:path>
              </a:pathLst>
            </a:custGeom>
            <a:solidFill>
              <a:srgbClr val="83C1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0" name="Google Shape;1260;g13c1cbfbac6_0_7"/>
            <p:cNvSpPr/>
            <p:nvPr/>
          </p:nvSpPr>
          <p:spPr>
            <a:xfrm>
              <a:off x="3266184" y="2689881"/>
              <a:ext cx="773391" cy="1801047"/>
            </a:xfrm>
            <a:custGeom>
              <a:rect b="b" l="l" r="r" t="t"/>
              <a:pathLst>
                <a:path extrusionOk="0" h="42826" w="18390">
                  <a:moveTo>
                    <a:pt x="9962" y="0"/>
                  </a:moveTo>
                  <a:cubicBezTo>
                    <a:pt x="4594" y="0"/>
                    <a:pt x="1546" y="1556"/>
                    <a:pt x="1307" y="4896"/>
                  </a:cubicBezTo>
                  <a:cubicBezTo>
                    <a:pt x="851" y="9668"/>
                    <a:pt x="487" y="14683"/>
                    <a:pt x="304" y="19881"/>
                  </a:cubicBezTo>
                  <a:cubicBezTo>
                    <a:pt x="0" y="27601"/>
                    <a:pt x="31" y="34896"/>
                    <a:pt x="304" y="41766"/>
                  </a:cubicBezTo>
                  <a:cubicBezTo>
                    <a:pt x="1756" y="42219"/>
                    <a:pt x="4174" y="42826"/>
                    <a:pt x="7178" y="42826"/>
                  </a:cubicBezTo>
                  <a:cubicBezTo>
                    <a:pt x="8198" y="42826"/>
                    <a:pt x="9286" y="42756"/>
                    <a:pt x="10426" y="42586"/>
                  </a:cubicBezTo>
                  <a:cubicBezTo>
                    <a:pt x="11429" y="41279"/>
                    <a:pt x="12432" y="39912"/>
                    <a:pt x="13374" y="38574"/>
                  </a:cubicBezTo>
                  <a:cubicBezTo>
                    <a:pt x="15016" y="36294"/>
                    <a:pt x="16840" y="33954"/>
                    <a:pt x="18390" y="31522"/>
                  </a:cubicBezTo>
                  <a:cubicBezTo>
                    <a:pt x="18086" y="22069"/>
                    <a:pt x="17782" y="12616"/>
                    <a:pt x="17478" y="3163"/>
                  </a:cubicBezTo>
                  <a:cubicBezTo>
                    <a:pt x="17204" y="884"/>
                    <a:pt x="14286" y="93"/>
                    <a:pt x="10274" y="2"/>
                  </a:cubicBezTo>
                  <a:cubicBezTo>
                    <a:pt x="10169" y="1"/>
                    <a:pt x="10065" y="0"/>
                    <a:pt x="9962" y="0"/>
                  </a:cubicBezTo>
                  <a:close/>
                </a:path>
              </a:pathLst>
            </a:custGeom>
            <a:solidFill>
              <a:srgbClr val="83C1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g13c1cbfbac6_0_7"/>
            <p:cNvSpPr/>
            <p:nvPr/>
          </p:nvSpPr>
          <p:spPr>
            <a:xfrm>
              <a:off x="4006292" y="2880428"/>
              <a:ext cx="9000" cy="402677"/>
            </a:xfrm>
            <a:custGeom>
              <a:rect b="b" l="l" r="r" t="t"/>
              <a:pathLst>
                <a:path extrusionOk="0" fill="none" h="9575" w="214">
                  <a:moveTo>
                    <a:pt x="0" y="0"/>
                  </a:moveTo>
                  <a:lnTo>
                    <a:pt x="213" y="9575"/>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2" name="Google Shape;1262;g13c1cbfbac6_0_7"/>
            <p:cNvSpPr/>
            <p:nvPr/>
          </p:nvSpPr>
          <p:spPr>
            <a:xfrm>
              <a:off x="3622970" y="2077659"/>
              <a:ext cx="275376" cy="212210"/>
            </a:xfrm>
            <a:custGeom>
              <a:rect b="b" l="l" r="r" t="t"/>
              <a:pathLst>
                <a:path extrusionOk="0" h="5046" w="6548">
                  <a:moveTo>
                    <a:pt x="2094" y="1"/>
                  </a:moveTo>
                  <a:cubicBezTo>
                    <a:pt x="2094" y="1"/>
                    <a:pt x="909" y="2280"/>
                    <a:pt x="422" y="2523"/>
                  </a:cubicBezTo>
                  <a:cubicBezTo>
                    <a:pt x="0" y="2772"/>
                    <a:pt x="3549" y="5045"/>
                    <a:pt x="5032" y="5045"/>
                  </a:cubicBezTo>
                  <a:cubicBezTo>
                    <a:pt x="5365" y="5045"/>
                    <a:pt x="5594" y="4930"/>
                    <a:pt x="5650" y="4651"/>
                  </a:cubicBezTo>
                  <a:cubicBezTo>
                    <a:pt x="6548" y="83"/>
                    <a:pt x="3249" y="11"/>
                    <a:pt x="2327" y="11"/>
                  </a:cubicBezTo>
                  <a:cubicBezTo>
                    <a:pt x="2296" y="11"/>
                    <a:pt x="2269" y="11"/>
                    <a:pt x="2244" y="11"/>
                  </a:cubicBezTo>
                  <a:cubicBezTo>
                    <a:pt x="2154" y="11"/>
                    <a:pt x="2100" y="10"/>
                    <a:pt x="2094"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3" name="Google Shape;1263;g13c1cbfbac6_0_7"/>
            <p:cNvSpPr/>
            <p:nvPr/>
          </p:nvSpPr>
          <p:spPr>
            <a:xfrm>
              <a:off x="3569267" y="2701824"/>
              <a:ext cx="254811" cy="153501"/>
            </a:xfrm>
            <a:custGeom>
              <a:rect b="b" l="l" r="r" t="t"/>
              <a:pathLst>
                <a:path extrusionOk="0" h="3650" w="6059">
                  <a:moveTo>
                    <a:pt x="3101" y="1"/>
                  </a:moveTo>
                  <a:cubicBezTo>
                    <a:pt x="2872" y="1"/>
                    <a:pt x="2637" y="36"/>
                    <a:pt x="2398" y="113"/>
                  </a:cubicBezTo>
                  <a:lnTo>
                    <a:pt x="1456" y="356"/>
                  </a:lnTo>
                  <a:cubicBezTo>
                    <a:pt x="1" y="1788"/>
                    <a:pt x="3246" y="3650"/>
                    <a:pt x="4871" y="3650"/>
                  </a:cubicBezTo>
                  <a:cubicBezTo>
                    <a:pt x="5316" y="3650"/>
                    <a:pt x="5640" y="3510"/>
                    <a:pt x="5711" y="3183"/>
                  </a:cubicBezTo>
                  <a:cubicBezTo>
                    <a:pt x="6059" y="1874"/>
                    <a:pt x="4762" y="1"/>
                    <a:pt x="3101" y="1"/>
                  </a:cubicBezTo>
                  <a:close/>
                </a:path>
              </a:pathLst>
            </a:custGeom>
            <a:solidFill>
              <a:srgbClr val="E875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4" name="Google Shape;1264;g13c1cbfbac6_0_7"/>
            <p:cNvSpPr/>
            <p:nvPr/>
          </p:nvSpPr>
          <p:spPr>
            <a:xfrm>
              <a:off x="3547399" y="2477761"/>
              <a:ext cx="186682" cy="281937"/>
            </a:xfrm>
            <a:custGeom>
              <a:rect b="b" l="l" r="r" t="t"/>
              <a:pathLst>
                <a:path extrusionOk="0" h="6704" w="4439">
                  <a:moveTo>
                    <a:pt x="0" y="0"/>
                  </a:moveTo>
                  <a:lnTo>
                    <a:pt x="0" y="0"/>
                  </a:lnTo>
                  <a:cubicBezTo>
                    <a:pt x="608" y="2128"/>
                    <a:pt x="1186" y="4256"/>
                    <a:pt x="1763" y="6384"/>
                  </a:cubicBezTo>
                  <a:cubicBezTo>
                    <a:pt x="1824" y="6475"/>
                    <a:pt x="1946" y="6536"/>
                    <a:pt x="2098" y="6596"/>
                  </a:cubicBezTo>
                  <a:cubicBezTo>
                    <a:pt x="2288" y="6669"/>
                    <a:pt x="2487" y="6704"/>
                    <a:pt x="2685" y="6704"/>
                  </a:cubicBezTo>
                  <a:cubicBezTo>
                    <a:pt x="3150" y="6704"/>
                    <a:pt x="3611" y="6512"/>
                    <a:pt x="3952" y="6171"/>
                  </a:cubicBezTo>
                  <a:cubicBezTo>
                    <a:pt x="4225" y="5928"/>
                    <a:pt x="4438" y="5715"/>
                    <a:pt x="4438" y="5684"/>
                  </a:cubicBezTo>
                  <a:lnTo>
                    <a:pt x="2979" y="304"/>
                  </a:lnTo>
                  <a:lnTo>
                    <a:pt x="0" y="0"/>
                  </a:lnTo>
                  <a:close/>
                </a:path>
              </a:pathLst>
            </a:custGeom>
            <a:solidFill>
              <a:srgbClr val="E875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5" name="Google Shape;1265;g13c1cbfbac6_0_7"/>
            <p:cNvSpPr/>
            <p:nvPr/>
          </p:nvSpPr>
          <p:spPr>
            <a:xfrm>
              <a:off x="3560184" y="2484153"/>
              <a:ext cx="166201" cy="205859"/>
            </a:xfrm>
            <a:custGeom>
              <a:rect b="b" l="l" r="r" t="t"/>
              <a:pathLst>
                <a:path extrusionOk="0" h="4895" w="3952">
                  <a:moveTo>
                    <a:pt x="0" y="0"/>
                  </a:moveTo>
                  <a:cubicBezTo>
                    <a:pt x="791" y="1672"/>
                    <a:pt x="2310" y="4043"/>
                    <a:pt x="3952" y="4894"/>
                  </a:cubicBezTo>
                  <a:lnTo>
                    <a:pt x="2675" y="213"/>
                  </a:lnTo>
                  <a:lnTo>
                    <a:pt x="0" y="0"/>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g13c1cbfbac6_0_7"/>
            <p:cNvSpPr/>
            <p:nvPr/>
          </p:nvSpPr>
          <p:spPr>
            <a:xfrm>
              <a:off x="3455343" y="2064790"/>
              <a:ext cx="481992" cy="544949"/>
            </a:xfrm>
            <a:custGeom>
              <a:rect b="b" l="l" r="r" t="t"/>
              <a:pathLst>
                <a:path extrusionOk="0" h="12958" w="11461">
                  <a:moveTo>
                    <a:pt x="5082" y="1"/>
                  </a:moveTo>
                  <a:cubicBezTo>
                    <a:pt x="5040" y="1"/>
                    <a:pt x="4998" y="1"/>
                    <a:pt x="4955" y="3"/>
                  </a:cubicBezTo>
                  <a:cubicBezTo>
                    <a:pt x="2615" y="63"/>
                    <a:pt x="609" y="2130"/>
                    <a:pt x="244" y="4106"/>
                  </a:cubicBezTo>
                  <a:cubicBezTo>
                    <a:pt x="1" y="5626"/>
                    <a:pt x="791" y="7085"/>
                    <a:pt x="1855" y="9152"/>
                  </a:cubicBezTo>
                  <a:cubicBezTo>
                    <a:pt x="2220" y="9881"/>
                    <a:pt x="2676" y="10520"/>
                    <a:pt x="2676" y="10520"/>
                  </a:cubicBezTo>
                  <a:cubicBezTo>
                    <a:pt x="2828" y="10672"/>
                    <a:pt x="2980" y="10824"/>
                    <a:pt x="3101" y="11097"/>
                  </a:cubicBezTo>
                  <a:cubicBezTo>
                    <a:pt x="3336" y="11449"/>
                    <a:pt x="4784" y="12958"/>
                    <a:pt x="6848" y="12958"/>
                  </a:cubicBezTo>
                  <a:cubicBezTo>
                    <a:pt x="6925" y="12958"/>
                    <a:pt x="7004" y="12956"/>
                    <a:pt x="7083" y="12951"/>
                  </a:cubicBezTo>
                  <a:cubicBezTo>
                    <a:pt x="7448" y="12951"/>
                    <a:pt x="8542" y="12860"/>
                    <a:pt x="9484" y="12100"/>
                  </a:cubicBezTo>
                  <a:cubicBezTo>
                    <a:pt x="9484" y="12100"/>
                    <a:pt x="9971" y="11735"/>
                    <a:pt x="10335" y="11127"/>
                  </a:cubicBezTo>
                  <a:cubicBezTo>
                    <a:pt x="11156" y="9729"/>
                    <a:pt x="11460" y="6720"/>
                    <a:pt x="10062" y="4015"/>
                  </a:cubicBezTo>
                  <a:cubicBezTo>
                    <a:pt x="9493" y="2967"/>
                    <a:pt x="7891" y="1"/>
                    <a:pt x="5082" y="1"/>
                  </a:cubicBezTo>
                  <a:close/>
                </a:path>
              </a:pathLst>
            </a:custGeom>
            <a:solidFill>
              <a:srgbClr val="E875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g13c1cbfbac6_0_7"/>
            <p:cNvSpPr/>
            <p:nvPr/>
          </p:nvSpPr>
          <p:spPr>
            <a:xfrm>
              <a:off x="3859271" y="2298821"/>
              <a:ext cx="37135" cy="26873"/>
            </a:xfrm>
            <a:custGeom>
              <a:rect b="b" l="l" r="r" t="t"/>
              <a:pathLst>
                <a:path extrusionOk="0" fill="none" h="639" w="883">
                  <a:moveTo>
                    <a:pt x="882" y="547"/>
                  </a:moveTo>
                  <a:cubicBezTo>
                    <a:pt x="822" y="395"/>
                    <a:pt x="730" y="243"/>
                    <a:pt x="609" y="122"/>
                  </a:cubicBezTo>
                  <a:cubicBezTo>
                    <a:pt x="457" y="0"/>
                    <a:pt x="274" y="0"/>
                    <a:pt x="153" y="122"/>
                  </a:cubicBezTo>
                  <a:cubicBezTo>
                    <a:pt x="1" y="243"/>
                    <a:pt x="31" y="456"/>
                    <a:pt x="62" y="638"/>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8" name="Google Shape;1268;g13c1cbfbac6_0_7"/>
            <p:cNvSpPr/>
            <p:nvPr/>
          </p:nvSpPr>
          <p:spPr>
            <a:xfrm>
              <a:off x="3726339" y="2348655"/>
              <a:ext cx="48616" cy="30700"/>
            </a:xfrm>
            <a:custGeom>
              <a:rect b="b" l="l" r="r" t="t"/>
              <a:pathLst>
                <a:path extrusionOk="0" fill="none" h="730" w="1156">
                  <a:moveTo>
                    <a:pt x="1095" y="639"/>
                  </a:moveTo>
                  <a:cubicBezTo>
                    <a:pt x="1156" y="426"/>
                    <a:pt x="1034" y="183"/>
                    <a:pt x="821" y="122"/>
                  </a:cubicBezTo>
                  <a:cubicBezTo>
                    <a:pt x="639" y="1"/>
                    <a:pt x="365" y="31"/>
                    <a:pt x="214" y="152"/>
                  </a:cubicBezTo>
                  <a:cubicBezTo>
                    <a:pt x="62" y="304"/>
                    <a:pt x="1" y="548"/>
                    <a:pt x="31" y="730"/>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9" name="Google Shape;1269;g13c1cbfbac6_0_7"/>
            <p:cNvSpPr/>
            <p:nvPr/>
          </p:nvSpPr>
          <p:spPr>
            <a:xfrm>
              <a:off x="3786434" y="2426623"/>
              <a:ext cx="79274" cy="47732"/>
            </a:xfrm>
            <a:custGeom>
              <a:rect b="b" l="l" r="r" t="t"/>
              <a:pathLst>
                <a:path extrusionOk="0" h="1135" w="1885">
                  <a:moveTo>
                    <a:pt x="1794" y="1"/>
                  </a:moveTo>
                  <a:lnTo>
                    <a:pt x="1794" y="1"/>
                  </a:lnTo>
                  <a:cubicBezTo>
                    <a:pt x="1474" y="189"/>
                    <a:pt x="1107" y="272"/>
                    <a:pt x="722" y="272"/>
                  </a:cubicBezTo>
                  <a:cubicBezTo>
                    <a:pt x="486" y="272"/>
                    <a:pt x="243" y="241"/>
                    <a:pt x="0" y="183"/>
                  </a:cubicBezTo>
                  <a:lnTo>
                    <a:pt x="0" y="183"/>
                  </a:lnTo>
                  <a:cubicBezTo>
                    <a:pt x="92" y="517"/>
                    <a:pt x="304" y="852"/>
                    <a:pt x="578" y="1004"/>
                  </a:cubicBezTo>
                  <a:cubicBezTo>
                    <a:pt x="728" y="1087"/>
                    <a:pt x="897" y="1134"/>
                    <a:pt x="1064" y="1134"/>
                  </a:cubicBezTo>
                  <a:cubicBezTo>
                    <a:pt x="1201" y="1134"/>
                    <a:pt x="1336" y="1103"/>
                    <a:pt x="1459" y="1034"/>
                  </a:cubicBezTo>
                  <a:cubicBezTo>
                    <a:pt x="1763" y="852"/>
                    <a:pt x="1885" y="274"/>
                    <a:pt x="1794"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0" name="Google Shape;1270;g13c1cbfbac6_0_7"/>
            <p:cNvSpPr/>
            <p:nvPr/>
          </p:nvSpPr>
          <p:spPr>
            <a:xfrm>
              <a:off x="3374810" y="1912050"/>
              <a:ext cx="504996" cy="524846"/>
            </a:xfrm>
            <a:custGeom>
              <a:rect b="b" l="l" r="r" t="t"/>
              <a:pathLst>
                <a:path extrusionOk="0" h="12480" w="12008">
                  <a:moveTo>
                    <a:pt x="8683" y="1"/>
                  </a:moveTo>
                  <a:cubicBezTo>
                    <a:pt x="8605" y="1"/>
                    <a:pt x="8527" y="6"/>
                    <a:pt x="8451" y="18"/>
                  </a:cubicBezTo>
                  <a:cubicBezTo>
                    <a:pt x="7296" y="170"/>
                    <a:pt x="7448" y="1537"/>
                    <a:pt x="5958" y="2905"/>
                  </a:cubicBezTo>
                  <a:cubicBezTo>
                    <a:pt x="3648" y="5063"/>
                    <a:pt x="1034" y="3969"/>
                    <a:pt x="305" y="5610"/>
                  </a:cubicBezTo>
                  <a:cubicBezTo>
                    <a:pt x="1" y="6310"/>
                    <a:pt x="457" y="7647"/>
                    <a:pt x="1460" y="10352"/>
                  </a:cubicBezTo>
                  <a:cubicBezTo>
                    <a:pt x="1764" y="11264"/>
                    <a:pt x="2068" y="11993"/>
                    <a:pt x="2281" y="12480"/>
                  </a:cubicBezTo>
                  <a:cubicBezTo>
                    <a:pt x="3223" y="12419"/>
                    <a:pt x="4469" y="12206"/>
                    <a:pt x="4834" y="12145"/>
                  </a:cubicBezTo>
                  <a:cubicBezTo>
                    <a:pt x="4864" y="12145"/>
                    <a:pt x="4864" y="12085"/>
                    <a:pt x="4864" y="12054"/>
                  </a:cubicBezTo>
                  <a:cubicBezTo>
                    <a:pt x="4712" y="11841"/>
                    <a:pt x="4287" y="11082"/>
                    <a:pt x="4560" y="10261"/>
                  </a:cubicBezTo>
                  <a:cubicBezTo>
                    <a:pt x="4712" y="9805"/>
                    <a:pt x="4986" y="9866"/>
                    <a:pt x="5047" y="9440"/>
                  </a:cubicBezTo>
                  <a:cubicBezTo>
                    <a:pt x="5290" y="8528"/>
                    <a:pt x="4135" y="7890"/>
                    <a:pt x="4287" y="7221"/>
                  </a:cubicBezTo>
                  <a:cubicBezTo>
                    <a:pt x="4378" y="6857"/>
                    <a:pt x="4895" y="6583"/>
                    <a:pt x="6354" y="6279"/>
                  </a:cubicBezTo>
                  <a:cubicBezTo>
                    <a:pt x="9454" y="5610"/>
                    <a:pt x="10518" y="6066"/>
                    <a:pt x="11247" y="5215"/>
                  </a:cubicBezTo>
                  <a:cubicBezTo>
                    <a:pt x="12007" y="4395"/>
                    <a:pt x="11642" y="2966"/>
                    <a:pt x="11582" y="2723"/>
                  </a:cubicBezTo>
                  <a:cubicBezTo>
                    <a:pt x="11211" y="1242"/>
                    <a:pt x="9853" y="1"/>
                    <a:pt x="8683"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1" name="Google Shape;1271;g13c1cbfbac6_0_7"/>
            <p:cNvSpPr/>
            <p:nvPr/>
          </p:nvSpPr>
          <p:spPr>
            <a:xfrm>
              <a:off x="3814568" y="2315432"/>
              <a:ext cx="51139" cy="83101"/>
            </a:xfrm>
            <a:custGeom>
              <a:rect b="b" l="l" r="r" t="t"/>
              <a:pathLst>
                <a:path extrusionOk="0" fill="none" h="1976" w="1216">
                  <a:moveTo>
                    <a:pt x="0" y="0"/>
                  </a:moveTo>
                  <a:cubicBezTo>
                    <a:pt x="0" y="0"/>
                    <a:pt x="274" y="821"/>
                    <a:pt x="304" y="1186"/>
                  </a:cubicBezTo>
                  <a:cubicBezTo>
                    <a:pt x="334" y="1398"/>
                    <a:pt x="1094" y="1125"/>
                    <a:pt x="1125" y="1246"/>
                  </a:cubicBezTo>
                  <a:cubicBezTo>
                    <a:pt x="1216" y="1368"/>
                    <a:pt x="821" y="1702"/>
                    <a:pt x="486" y="1976"/>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2" name="Google Shape;1272;g13c1cbfbac6_0_7"/>
            <p:cNvSpPr/>
            <p:nvPr/>
          </p:nvSpPr>
          <p:spPr>
            <a:xfrm>
              <a:off x="3464301" y="2399078"/>
              <a:ext cx="120193" cy="118385"/>
            </a:xfrm>
            <a:custGeom>
              <a:rect b="b" l="l" r="r" t="t"/>
              <a:pathLst>
                <a:path extrusionOk="0" h="2815" w="2858">
                  <a:moveTo>
                    <a:pt x="1104" y="1"/>
                  </a:moveTo>
                  <a:cubicBezTo>
                    <a:pt x="911" y="1"/>
                    <a:pt x="730" y="55"/>
                    <a:pt x="578" y="169"/>
                  </a:cubicBezTo>
                  <a:cubicBezTo>
                    <a:pt x="31" y="564"/>
                    <a:pt x="1" y="1385"/>
                    <a:pt x="487" y="2084"/>
                  </a:cubicBezTo>
                  <a:cubicBezTo>
                    <a:pt x="799" y="2542"/>
                    <a:pt x="1267" y="2814"/>
                    <a:pt x="1707" y="2814"/>
                  </a:cubicBezTo>
                  <a:cubicBezTo>
                    <a:pt x="1910" y="2814"/>
                    <a:pt x="2107" y="2756"/>
                    <a:pt x="2280" y="2631"/>
                  </a:cubicBezTo>
                  <a:cubicBezTo>
                    <a:pt x="2827" y="2267"/>
                    <a:pt x="2858" y="1416"/>
                    <a:pt x="2341" y="747"/>
                  </a:cubicBezTo>
                  <a:cubicBezTo>
                    <a:pt x="2007" y="266"/>
                    <a:pt x="1528" y="1"/>
                    <a:pt x="1104" y="1"/>
                  </a:cubicBezTo>
                  <a:close/>
                </a:path>
              </a:pathLst>
            </a:custGeom>
            <a:solidFill>
              <a:srgbClr val="E875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3" name="Google Shape;1273;g13c1cbfbac6_0_7"/>
            <p:cNvSpPr/>
            <p:nvPr/>
          </p:nvSpPr>
          <p:spPr>
            <a:xfrm>
              <a:off x="3845309" y="2228338"/>
              <a:ext cx="60055" cy="22037"/>
            </a:xfrm>
            <a:custGeom>
              <a:rect b="b" l="l" r="r" t="t"/>
              <a:pathLst>
                <a:path extrusionOk="0" h="524" w="1428">
                  <a:moveTo>
                    <a:pt x="647" y="1"/>
                  </a:moveTo>
                  <a:cubicBezTo>
                    <a:pt x="311" y="1"/>
                    <a:pt x="1" y="168"/>
                    <a:pt x="29" y="308"/>
                  </a:cubicBezTo>
                  <a:cubicBezTo>
                    <a:pt x="29" y="430"/>
                    <a:pt x="515" y="521"/>
                    <a:pt x="698" y="521"/>
                  </a:cubicBezTo>
                  <a:cubicBezTo>
                    <a:pt x="750" y="521"/>
                    <a:pt x="827" y="524"/>
                    <a:pt x="911" y="524"/>
                  </a:cubicBezTo>
                  <a:cubicBezTo>
                    <a:pt x="1121" y="524"/>
                    <a:pt x="1375" y="508"/>
                    <a:pt x="1397" y="399"/>
                  </a:cubicBezTo>
                  <a:cubicBezTo>
                    <a:pt x="1427" y="278"/>
                    <a:pt x="1093" y="65"/>
                    <a:pt x="728" y="4"/>
                  </a:cubicBezTo>
                  <a:cubicBezTo>
                    <a:pt x="701" y="2"/>
                    <a:pt x="674" y="1"/>
                    <a:pt x="647"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4" name="Google Shape;1274;g13c1cbfbac6_0_7"/>
            <p:cNvSpPr/>
            <p:nvPr/>
          </p:nvSpPr>
          <p:spPr>
            <a:xfrm>
              <a:off x="3650936" y="2297223"/>
              <a:ext cx="83143" cy="55849"/>
            </a:xfrm>
            <a:custGeom>
              <a:rect b="b" l="l" r="r" t="t"/>
              <a:pathLst>
                <a:path extrusionOk="0" h="1328" w="1977">
                  <a:moveTo>
                    <a:pt x="1766" y="1"/>
                  </a:moveTo>
                  <a:cubicBezTo>
                    <a:pt x="1558" y="1"/>
                    <a:pt x="1181" y="110"/>
                    <a:pt x="821" y="403"/>
                  </a:cubicBezTo>
                  <a:cubicBezTo>
                    <a:pt x="274" y="737"/>
                    <a:pt x="0" y="1224"/>
                    <a:pt x="92" y="1315"/>
                  </a:cubicBezTo>
                  <a:cubicBezTo>
                    <a:pt x="100" y="1323"/>
                    <a:pt x="119" y="1328"/>
                    <a:pt x="145" y="1328"/>
                  </a:cubicBezTo>
                  <a:cubicBezTo>
                    <a:pt x="301" y="1328"/>
                    <a:pt x="739" y="1175"/>
                    <a:pt x="1155" y="889"/>
                  </a:cubicBezTo>
                  <a:cubicBezTo>
                    <a:pt x="1642" y="555"/>
                    <a:pt x="1976" y="129"/>
                    <a:pt x="1915" y="38"/>
                  </a:cubicBezTo>
                  <a:cubicBezTo>
                    <a:pt x="1892" y="14"/>
                    <a:pt x="1839" y="1"/>
                    <a:pt x="1766"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5" name="Google Shape;1275;g13c1cbfbac6_0_7"/>
            <p:cNvSpPr/>
            <p:nvPr/>
          </p:nvSpPr>
          <p:spPr>
            <a:xfrm>
              <a:off x="3502654" y="2436842"/>
              <a:ext cx="38396" cy="40962"/>
            </a:xfrm>
            <a:custGeom>
              <a:rect b="b" l="l" r="r" t="t"/>
              <a:pathLst>
                <a:path extrusionOk="0" fill="none" h="974" w="913">
                  <a:moveTo>
                    <a:pt x="0" y="1"/>
                  </a:moveTo>
                  <a:cubicBezTo>
                    <a:pt x="396" y="62"/>
                    <a:pt x="730" y="335"/>
                    <a:pt x="912" y="700"/>
                  </a:cubicBezTo>
                  <a:cubicBezTo>
                    <a:pt x="821" y="639"/>
                    <a:pt x="730" y="639"/>
                    <a:pt x="639" y="700"/>
                  </a:cubicBezTo>
                  <a:cubicBezTo>
                    <a:pt x="578" y="791"/>
                    <a:pt x="548" y="852"/>
                    <a:pt x="578" y="973"/>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6" name="Google Shape;1276;g13c1cbfbac6_0_7"/>
            <p:cNvSpPr/>
            <p:nvPr/>
          </p:nvSpPr>
          <p:spPr>
            <a:xfrm>
              <a:off x="2901871" y="3410224"/>
              <a:ext cx="202032" cy="182350"/>
            </a:xfrm>
            <a:custGeom>
              <a:rect b="b" l="l" r="r" t="t"/>
              <a:pathLst>
                <a:path extrusionOk="0" h="4336" w="4804">
                  <a:moveTo>
                    <a:pt x="2366" y="1"/>
                  </a:moveTo>
                  <a:cubicBezTo>
                    <a:pt x="1858" y="1"/>
                    <a:pt x="1349" y="185"/>
                    <a:pt x="943" y="563"/>
                  </a:cubicBezTo>
                  <a:cubicBezTo>
                    <a:pt x="92" y="1354"/>
                    <a:pt x="1" y="2721"/>
                    <a:pt x="760" y="3603"/>
                  </a:cubicBezTo>
                  <a:cubicBezTo>
                    <a:pt x="1184" y="4091"/>
                    <a:pt x="1773" y="4336"/>
                    <a:pt x="2364" y="4336"/>
                  </a:cubicBezTo>
                  <a:cubicBezTo>
                    <a:pt x="2877" y="4336"/>
                    <a:pt x="3391" y="4152"/>
                    <a:pt x="3800" y="3785"/>
                  </a:cubicBezTo>
                  <a:cubicBezTo>
                    <a:pt x="4712" y="2995"/>
                    <a:pt x="4803" y="1627"/>
                    <a:pt x="3982" y="746"/>
                  </a:cubicBezTo>
                  <a:cubicBezTo>
                    <a:pt x="3556" y="254"/>
                    <a:pt x="2962" y="1"/>
                    <a:pt x="2366" y="1"/>
                  </a:cubicBezTo>
                  <a:close/>
                </a:path>
              </a:pathLst>
            </a:custGeom>
            <a:solidFill>
              <a:srgbClr val="E875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7" name="Google Shape;1277;g13c1cbfbac6_0_7"/>
            <p:cNvSpPr/>
            <p:nvPr/>
          </p:nvSpPr>
          <p:spPr>
            <a:xfrm>
              <a:off x="3299407" y="2780549"/>
              <a:ext cx="313226" cy="280297"/>
            </a:xfrm>
            <a:custGeom>
              <a:rect b="b" l="l" r="r" t="t"/>
              <a:pathLst>
                <a:path extrusionOk="0" h="6665" w="7448">
                  <a:moveTo>
                    <a:pt x="3719" y="0"/>
                  </a:moveTo>
                  <a:cubicBezTo>
                    <a:pt x="2941" y="0"/>
                    <a:pt x="2158" y="270"/>
                    <a:pt x="1520" y="825"/>
                  </a:cubicBezTo>
                  <a:cubicBezTo>
                    <a:pt x="153" y="2041"/>
                    <a:pt x="1" y="4168"/>
                    <a:pt x="1216" y="5536"/>
                  </a:cubicBezTo>
                  <a:cubicBezTo>
                    <a:pt x="1878" y="6280"/>
                    <a:pt x="2800" y="6665"/>
                    <a:pt x="3729" y="6665"/>
                  </a:cubicBezTo>
                  <a:cubicBezTo>
                    <a:pt x="4507" y="6665"/>
                    <a:pt x="5290" y="6395"/>
                    <a:pt x="5928" y="5840"/>
                  </a:cubicBezTo>
                  <a:cubicBezTo>
                    <a:pt x="7296" y="4624"/>
                    <a:pt x="7448" y="2527"/>
                    <a:pt x="6232" y="1129"/>
                  </a:cubicBezTo>
                  <a:cubicBezTo>
                    <a:pt x="5570" y="385"/>
                    <a:pt x="4648" y="0"/>
                    <a:pt x="3719" y="0"/>
                  </a:cubicBezTo>
                  <a:close/>
                </a:path>
              </a:pathLst>
            </a:custGeom>
            <a:solidFill>
              <a:srgbClr val="E875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g13c1cbfbac6_0_7"/>
            <p:cNvSpPr/>
            <p:nvPr/>
          </p:nvSpPr>
          <p:spPr>
            <a:xfrm>
              <a:off x="2887825" y="2759228"/>
              <a:ext cx="742733" cy="848964"/>
            </a:xfrm>
            <a:custGeom>
              <a:rect b="b" l="l" r="r" t="t"/>
              <a:pathLst>
                <a:path extrusionOk="0" h="20187" w="17661">
                  <a:moveTo>
                    <a:pt x="13322" y="0"/>
                  </a:moveTo>
                  <a:cubicBezTo>
                    <a:pt x="12285" y="0"/>
                    <a:pt x="11209" y="437"/>
                    <a:pt x="10395" y="1636"/>
                  </a:cubicBezTo>
                  <a:lnTo>
                    <a:pt x="730" y="16165"/>
                  </a:lnTo>
                  <a:cubicBezTo>
                    <a:pt x="669" y="16226"/>
                    <a:pt x="638" y="16256"/>
                    <a:pt x="608" y="16317"/>
                  </a:cubicBezTo>
                  <a:cubicBezTo>
                    <a:pt x="578" y="16347"/>
                    <a:pt x="517" y="16408"/>
                    <a:pt x="486" y="16439"/>
                  </a:cubicBezTo>
                  <a:cubicBezTo>
                    <a:pt x="0" y="17320"/>
                    <a:pt x="61" y="18505"/>
                    <a:pt x="790" y="19356"/>
                  </a:cubicBezTo>
                  <a:cubicBezTo>
                    <a:pt x="1286" y="19902"/>
                    <a:pt x="1988" y="20186"/>
                    <a:pt x="2697" y="20186"/>
                  </a:cubicBezTo>
                  <a:cubicBezTo>
                    <a:pt x="3292" y="20186"/>
                    <a:pt x="3891" y="19986"/>
                    <a:pt x="4377" y="19569"/>
                  </a:cubicBezTo>
                  <a:lnTo>
                    <a:pt x="16323" y="6286"/>
                  </a:lnTo>
                  <a:cubicBezTo>
                    <a:pt x="17569" y="4919"/>
                    <a:pt x="17660" y="2791"/>
                    <a:pt x="16383" y="1332"/>
                  </a:cubicBezTo>
                  <a:cubicBezTo>
                    <a:pt x="15769" y="634"/>
                    <a:pt x="14573" y="0"/>
                    <a:pt x="13322" y="0"/>
                  </a:cubicBezTo>
                  <a:close/>
                </a:path>
              </a:pathLst>
            </a:custGeom>
            <a:solidFill>
              <a:srgbClr val="E875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g13c1cbfbac6_0_7"/>
            <p:cNvSpPr/>
            <p:nvPr/>
          </p:nvSpPr>
          <p:spPr>
            <a:xfrm>
              <a:off x="2895479" y="3402528"/>
              <a:ext cx="870539" cy="397462"/>
            </a:xfrm>
            <a:custGeom>
              <a:rect b="b" l="l" r="r" t="t"/>
              <a:pathLst>
                <a:path extrusionOk="0" h="9451" w="20700">
                  <a:moveTo>
                    <a:pt x="2869" y="0"/>
                  </a:moveTo>
                  <a:cubicBezTo>
                    <a:pt x="2039" y="0"/>
                    <a:pt x="1228" y="415"/>
                    <a:pt x="760" y="1172"/>
                  </a:cubicBezTo>
                  <a:cubicBezTo>
                    <a:pt x="1" y="2327"/>
                    <a:pt x="335" y="3907"/>
                    <a:pt x="1520" y="4667"/>
                  </a:cubicBezTo>
                  <a:cubicBezTo>
                    <a:pt x="1703" y="4759"/>
                    <a:pt x="1915" y="4850"/>
                    <a:pt x="2098" y="4911"/>
                  </a:cubicBezTo>
                  <a:lnTo>
                    <a:pt x="2159" y="4911"/>
                  </a:lnTo>
                  <a:cubicBezTo>
                    <a:pt x="2189" y="4911"/>
                    <a:pt x="2250" y="4971"/>
                    <a:pt x="2280" y="4971"/>
                  </a:cubicBezTo>
                  <a:lnTo>
                    <a:pt x="18481" y="9409"/>
                  </a:lnTo>
                  <a:lnTo>
                    <a:pt x="18512" y="9409"/>
                  </a:lnTo>
                  <a:cubicBezTo>
                    <a:pt x="18629" y="9437"/>
                    <a:pt x="18748" y="9451"/>
                    <a:pt x="18866" y="9451"/>
                  </a:cubicBezTo>
                  <a:cubicBezTo>
                    <a:pt x="19395" y="9451"/>
                    <a:pt x="19916" y="9182"/>
                    <a:pt x="20214" y="8710"/>
                  </a:cubicBezTo>
                  <a:cubicBezTo>
                    <a:pt x="20700" y="8011"/>
                    <a:pt x="20487" y="7008"/>
                    <a:pt x="19758" y="6552"/>
                  </a:cubicBezTo>
                  <a:cubicBezTo>
                    <a:pt x="19667" y="6491"/>
                    <a:pt x="19606" y="6430"/>
                    <a:pt x="19545" y="6400"/>
                  </a:cubicBezTo>
                  <a:lnTo>
                    <a:pt x="3830" y="169"/>
                  </a:lnTo>
                  <a:lnTo>
                    <a:pt x="3770" y="169"/>
                  </a:lnTo>
                  <a:cubicBezTo>
                    <a:pt x="3477" y="55"/>
                    <a:pt x="3172" y="0"/>
                    <a:pt x="2869" y="0"/>
                  </a:cubicBezTo>
                  <a:close/>
                </a:path>
              </a:pathLst>
            </a:custGeom>
            <a:solidFill>
              <a:srgbClr val="E875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0" name="Google Shape;1280;g13c1cbfbac6_0_7"/>
            <p:cNvSpPr/>
            <p:nvPr/>
          </p:nvSpPr>
          <p:spPr>
            <a:xfrm>
              <a:off x="4659474" y="2598329"/>
              <a:ext cx="138193" cy="170912"/>
            </a:xfrm>
            <a:custGeom>
              <a:rect b="b" l="l" r="r" t="t"/>
              <a:pathLst>
                <a:path extrusionOk="0" h="4064" w="3286">
                  <a:moveTo>
                    <a:pt x="875" y="0"/>
                  </a:moveTo>
                  <a:cubicBezTo>
                    <a:pt x="831" y="0"/>
                    <a:pt x="792" y="7"/>
                    <a:pt x="760" y="21"/>
                  </a:cubicBezTo>
                  <a:cubicBezTo>
                    <a:pt x="274" y="264"/>
                    <a:pt x="1" y="3304"/>
                    <a:pt x="31" y="4064"/>
                  </a:cubicBezTo>
                  <a:lnTo>
                    <a:pt x="2311" y="3790"/>
                  </a:lnTo>
                  <a:cubicBezTo>
                    <a:pt x="2584" y="3334"/>
                    <a:pt x="1004" y="2362"/>
                    <a:pt x="1186" y="2240"/>
                  </a:cubicBezTo>
                  <a:cubicBezTo>
                    <a:pt x="1204" y="2227"/>
                    <a:pt x="1229" y="2221"/>
                    <a:pt x="1260" y="2221"/>
                  </a:cubicBezTo>
                  <a:cubicBezTo>
                    <a:pt x="1466" y="2221"/>
                    <a:pt x="1930" y="2481"/>
                    <a:pt x="2328" y="2481"/>
                  </a:cubicBezTo>
                  <a:cubicBezTo>
                    <a:pt x="2558" y="2481"/>
                    <a:pt x="2766" y="2394"/>
                    <a:pt x="2888" y="2118"/>
                  </a:cubicBezTo>
                  <a:cubicBezTo>
                    <a:pt x="3286" y="1351"/>
                    <a:pt x="1507" y="0"/>
                    <a:pt x="875" y="0"/>
                  </a:cubicBezTo>
                  <a:close/>
                </a:path>
              </a:pathLst>
            </a:custGeom>
            <a:solidFill>
              <a:srgbClr val="E875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1" name="Google Shape;1281;g13c1cbfbac6_0_7"/>
            <p:cNvSpPr/>
            <p:nvPr/>
          </p:nvSpPr>
          <p:spPr>
            <a:xfrm>
              <a:off x="3175432" y="2717510"/>
              <a:ext cx="513744" cy="502978"/>
            </a:xfrm>
            <a:custGeom>
              <a:rect b="b" l="l" r="r" t="t"/>
              <a:pathLst>
                <a:path extrusionOk="0" h="11960" w="12216">
                  <a:moveTo>
                    <a:pt x="7312" y="1"/>
                  </a:moveTo>
                  <a:cubicBezTo>
                    <a:pt x="7166" y="1"/>
                    <a:pt x="7018" y="15"/>
                    <a:pt x="6870" y="44"/>
                  </a:cubicBezTo>
                  <a:cubicBezTo>
                    <a:pt x="3891" y="622"/>
                    <a:pt x="0" y="7218"/>
                    <a:pt x="0" y="7218"/>
                  </a:cubicBezTo>
                  <a:cubicBezTo>
                    <a:pt x="1338" y="10440"/>
                    <a:pt x="5775" y="11959"/>
                    <a:pt x="5775" y="11959"/>
                  </a:cubicBezTo>
                  <a:lnTo>
                    <a:pt x="10456" y="6883"/>
                  </a:lnTo>
                  <a:cubicBezTo>
                    <a:pt x="12216" y="4893"/>
                    <a:pt x="10033" y="1"/>
                    <a:pt x="7312" y="1"/>
                  </a:cubicBezTo>
                  <a:close/>
                </a:path>
              </a:pathLst>
            </a:custGeom>
            <a:solidFill>
              <a:srgbClr val="83C1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g13c1cbfbac6_0_7"/>
            <p:cNvSpPr/>
            <p:nvPr/>
          </p:nvSpPr>
          <p:spPr>
            <a:xfrm>
              <a:off x="4282376" y="3442269"/>
              <a:ext cx="369495" cy="1355264"/>
            </a:xfrm>
            <a:custGeom>
              <a:rect b="b" l="l" r="r" t="t"/>
              <a:pathLst>
                <a:path extrusionOk="0" h="32226" w="8786">
                  <a:moveTo>
                    <a:pt x="4691" y="1"/>
                  </a:moveTo>
                  <a:cubicBezTo>
                    <a:pt x="4520" y="1"/>
                    <a:pt x="4372" y="8"/>
                    <a:pt x="4256" y="14"/>
                  </a:cubicBezTo>
                  <a:cubicBezTo>
                    <a:pt x="3010" y="105"/>
                    <a:pt x="2129" y="713"/>
                    <a:pt x="1703" y="1048"/>
                  </a:cubicBezTo>
                  <a:cubicBezTo>
                    <a:pt x="183" y="5425"/>
                    <a:pt x="1" y="8981"/>
                    <a:pt x="92" y="11473"/>
                  </a:cubicBezTo>
                  <a:cubicBezTo>
                    <a:pt x="153" y="13054"/>
                    <a:pt x="305" y="14178"/>
                    <a:pt x="487" y="15182"/>
                  </a:cubicBezTo>
                  <a:cubicBezTo>
                    <a:pt x="761" y="16458"/>
                    <a:pt x="1034" y="17461"/>
                    <a:pt x="1916" y="20014"/>
                  </a:cubicBezTo>
                  <a:cubicBezTo>
                    <a:pt x="4074" y="26397"/>
                    <a:pt x="4408" y="26397"/>
                    <a:pt x="4499" y="28039"/>
                  </a:cubicBezTo>
                  <a:cubicBezTo>
                    <a:pt x="4591" y="30258"/>
                    <a:pt x="4074" y="31474"/>
                    <a:pt x="4803" y="32021"/>
                  </a:cubicBezTo>
                  <a:cubicBezTo>
                    <a:pt x="4994" y="32164"/>
                    <a:pt x="5232" y="32226"/>
                    <a:pt x="5502" y="32226"/>
                  </a:cubicBezTo>
                  <a:cubicBezTo>
                    <a:pt x="6436" y="32226"/>
                    <a:pt x="7748" y="31482"/>
                    <a:pt x="8785" y="30774"/>
                  </a:cubicBezTo>
                  <a:lnTo>
                    <a:pt x="8785" y="30774"/>
                  </a:lnTo>
                  <a:cubicBezTo>
                    <a:pt x="8776" y="30776"/>
                    <a:pt x="8766" y="30777"/>
                    <a:pt x="8754" y="30777"/>
                  </a:cubicBezTo>
                  <a:cubicBezTo>
                    <a:pt x="8563" y="30777"/>
                    <a:pt x="8002" y="30475"/>
                    <a:pt x="7630" y="27583"/>
                  </a:cubicBezTo>
                  <a:cubicBezTo>
                    <a:pt x="7144" y="23480"/>
                    <a:pt x="7600" y="2567"/>
                    <a:pt x="7600" y="2567"/>
                  </a:cubicBezTo>
                  <a:cubicBezTo>
                    <a:pt x="7600" y="1777"/>
                    <a:pt x="7417" y="1291"/>
                    <a:pt x="7113" y="896"/>
                  </a:cubicBezTo>
                  <a:cubicBezTo>
                    <a:pt x="6408" y="117"/>
                    <a:pt x="5372" y="1"/>
                    <a:pt x="4691" y="1"/>
                  </a:cubicBezTo>
                  <a:close/>
                </a:path>
              </a:pathLst>
            </a:custGeom>
            <a:solidFill>
              <a:srgbClr val="E875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3" name="Google Shape;1283;g13c1cbfbac6_0_7"/>
            <p:cNvSpPr/>
            <p:nvPr/>
          </p:nvSpPr>
          <p:spPr>
            <a:xfrm>
              <a:off x="4543153" y="4519146"/>
              <a:ext cx="190509" cy="194504"/>
            </a:xfrm>
            <a:custGeom>
              <a:rect b="b" l="l" r="r" t="t"/>
              <a:pathLst>
                <a:path extrusionOk="0" h="4625" w="4530">
                  <a:moveTo>
                    <a:pt x="1551" y="0"/>
                  </a:moveTo>
                  <a:cubicBezTo>
                    <a:pt x="1399" y="0"/>
                    <a:pt x="213" y="517"/>
                    <a:pt x="122" y="669"/>
                  </a:cubicBezTo>
                  <a:cubicBezTo>
                    <a:pt x="1" y="821"/>
                    <a:pt x="2463" y="2918"/>
                    <a:pt x="2341" y="2949"/>
                  </a:cubicBezTo>
                  <a:cubicBezTo>
                    <a:pt x="2250" y="3040"/>
                    <a:pt x="1703" y="4408"/>
                    <a:pt x="2098" y="4590"/>
                  </a:cubicBezTo>
                  <a:cubicBezTo>
                    <a:pt x="2162" y="4614"/>
                    <a:pt x="2256" y="4625"/>
                    <a:pt x="2370" y="4625"/>
                  </a:cubicBezTo>
                  <a:cubicBezTo>
                    <a:pt x="2962" y="4625"/>
                    <a:pt x="4074" y="4347"/>
                    <a:pt x="4074" y="4347"/>
                  </a:cubicBezTo>
                  <a:lnTo>
                    <a:pt x="4530" y="3435"/>
                  </a:lnTo>
                  <a:lnTo>
                    <a:pt x="4530" y="3101"/>
                  </a:lnTo>
                  <a:cubicBezTo>
                    <a:pt x="4530" y="3101"/>
                    <a:pt x="3466" y="2614"/>
                    <a:pt x="3010" y="2037"/>
                  </a:cubicBezTo>
                  <a:cubicBezTo>
                    <a:pt x="2523" y="1459"/>
                    <a:pt x="1703" y="0"/>
                    <a:pt x="1551"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4" name="Google Shape;1284;g13c1cbfbac6_0_7"/>
            <p:cNvSpPr/>
            <p:nvPr/>
          </p:nvSpPr>
          <p:spPr>
            <a:xfrm>
              <a:off x="4417874" y="4586391"/>
              <a:ext cx="464077" cy="197406"/>
            </a:xfrm>
            <a:custGeom>
              <a:rect b="b" l="l" r="r" t="t"/>
              <a:pathLst>
                <a:path extrusionOk="0" h="4694" w="11035">
                  <a:moveTo>
                    <a:pt x="4134" y="0"/>
                  </a:moveTo>
                  <a:cubicBezTo>
                    <a:pt x="3896" y="0"/>
                    <a:pt x="2440" y="917"/>
                    <a:pt x="897" y="917"/>
                  </a:cubicBezTo>
                  <a:cubicBezTo>
                    <a:pt x="690" y="917"/>
                    <a:pt x="482" y="901"/>
                    <a:pt x="274" y="863"/>
                  </a:cubicBezTo>
                  <a:lnTo>
                    <a:pt x="1" y="3629"/>
                  </a:lnTo>
                  <a:lnTo>
                    <a:pt x="62" y="4359"/>
                  </a:lnTo>
                  <a:lnTo>
                    <a:pt x="852" y="4511"/>
                  </a:lnTo>
                  <a:lnTo>
                    <a:pt x="3010" y="4268"/>
                  </a:lnTo>
                  <a:lnTo>
                    <a:pt x="5989" y="4572"/>
                  </a:lnTo>
                  <a:lnTo>
                    <a:pt x="7509" y="4693"/>
                  </a:lnTo>
                  <a:lnTo>
                    <a:pt x="9788" y="4116"/>
                  </a:lnTo>
                  <a:lnTo>
                    <a:pt x="11034" y="3021"/>
                  </a:lnTo>
                  <a:lnTo>
                    <a:pt x="10943" y="2869"/>
                  </a:lnTo>
                  <a:cubicBezTo>
                    <a:pt x="10943" y="2869"/>
                    <a:pt x="10852" y="2292"/>
                    <a:pt x="10457" y="2140"/>
                  </a:cubicBezTo>
                  <a:cubicBezTo>
                    <a:pt x="10092" y="1988"/>
                    <a:pt x="8360" y="1957"/>
                    <a:pt x="8268" y="1927"/>
                  </a:cubicBezTo>
                  <a:cubicBezTo>
                    <a:pt x="8147" y="1897"/>
                    <a:pt x="7448" y="1471"/>
                    <a:pt x="7265" y="1471"/>
                  </a:cubicBezTo>
                  <a:cubicBezTo>
                    <a:pt x="7085" y="1471"/>
                    <a:pt x="5778" y="2688"/>
                    <a:pt x="5453" y="2688"/>
                  </a:cubicBezTo>
                  <a:cubicBezTo>
                    <a:pt x="5449" y="2688"/>
                    <a:pt x="5445" y="2687"/>
                    <a:pt x="5442" y="2687"/>
                  </a:cubicBezTo>
                  <a:cubicBezTo>
                    <a:pt x="5107" y="2657"/>
                    <a:pt x="6080" y="1684"/>
                    <a:pt x="5928" y="1532"/>
                  </a:cubicBezTo>
                  <a:cubicBezTo>
                    <a:pt x="5776" y="1441"/>
                    <a:pt x="4226" y="164"/>
                    <a:pt x="4165" y="12"/>
                  </a:cubicBezTo>
                  <a:cubicBezTo>
                    <a:pt x="4160" y="4"/>
                    <a:pt x="4150" y="0"/>
                    <a:pt x="4134" y="0"/>
                  </a:cubicBezTo>
                  <a:close/>
                </a:path>
              </a:pathLst>
            </a:custGeom>
            <a:solidFill>
              <a:srgbClr val="4546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g13c1cbfbac6_0_7"/>
            <p:cNvSpPr/>
            <p:nvPr/>
          </p:nvSpPr>
          <p:spPr>
            <a:xfrm>
              <a:off x="4400001" y="4697918"/>
              <a:ext cx="487081" cy="118385"/>
            </a:xfrm>
            <a:custGeom>
              <a:rect b="b" l="l" r="r" t="t"/>
              <a:pathLst>
                <a:path extrusionOk="0" h="2815" w="11582">
                  <a:moveTo>
                    <a:pt x="11347" y="0"/>
                  </a:moveTo>
                  <a:cubicBezTo>
                    <a:pt x="11213" y="0"/>
                    <a:pt x="11183" y="555"/>
                    <a:pt x="11125" y="612"/>
                  </a:cubicBezTo>
                  <a:cubicBezTo>
                    <a:pt x="11034" y="643"/>
                    <a:pt x="9605" y="1555"/>
                    <a:pt x="7052" y="1585"/>
                  </a:cubicBezTo>
                  <a:cubicBezTo>
                    <a:pt x="6990" y="1586"/>
                    <a:pt x="6929" y="1586"/>
                    <a:pt x="6869" y="1586"/>
                  </a:cubicBezTo>
                  <a:cubicBezTo>
                    <a:pt x="4478" y="1586"/>
                    <a:pt x="4044" y="1008"/>
                    <a:pt x="2857" y="1008"/>
                  </a:cubicBezTo>
                  <a:cubicBezTo>
                    <a:pt x="2128" y="1008"/>
                    <a:pt x="1431" y="1172"/>
                    <a:pt x="971" y="1172"/>
                  </a:cubicBezTo>
                  <a:cubicBezTo>
                    <a:pt x="664" y="1172"/>
                    <a:pt x="462" y="1099"/>
                    <a:pt x="426" y="856"/>
                  </a:cubicBezTo>
                  <a:lnTo>
                    <a:pt x="426" y="856"/>
                  </a:lnTo>
                  <a:cubicBezTo>
                    <a:pt x="395" y="977"/>
                    <a:pt x="0" y="2071"/>
                    <a:pt x="547" y="2588"/>
                  </a:cubicBezTo>
                  <a:cubicBezTo>
                    <a:pt x="772" y="2768"/>
                    <a:pt x="1063" y="2815"/>
                    <a:pt x="1457" y="2815"/>
                  </a:cubicBezTo>
                  <a:cubicBezTo>
                    <a:pt x="1596" y="2815"/>
                    <a:pt x="1748" y="2809"/>
                    <a:pt x="1915" y="2801"/>
                  </a:cubicBezTo>
                  <a:cubicBezTo>
                    <a:pt x="3101" y="2740"/>
                    <a:pt x="3526" y="2588"/>
                    <a:pt x="4347" y="2345"/>
                  </a:cubicBezTo>
                  <a:cubicBezTo>
                    <a:pt x="4388" y="2330"/>
                    <a:pt x="4433" y="2323"/>
                    <a:pt x="4482" y="2323"/>
                  </a:cubicBezTo>
                  <a:cubicBezTo>
                    <a:pt x="4826" y="2323"/>
                    <a:pt x="5365" y="2653"/>
                    <a:pt x="6323" y="2679"/>
                  </a:cubicBezTo>
                  <a:cubicBezTo>
                    <a:pt x="6442" y="2696"/>
                    <a:pt x="6592" y="2705"/>
                    <a:pt x="6764" y="2705"/>
                  </a:cubicBezTo>
                  <a:cubicBezTo>
                    <a:pt x="8175" y="2705"/>
                    <a:pt x="11121" y="2129"/>
                    <a:pt x="11581" y="612"/>
                  </a:cubicBezTo>
                  <a:cubicBezTo>
                    <a:pt x="11581" y="552"/>
                    <a:pt x="11520" y="65"/>
                    <a:pt x="11368" y="5"/>
                  </a:cubicBezTo>
                  <a:cubicBezTo>
                    <a:pt x="11361" y="2"/>
                    <a:pt x="11354" y="0"/>
                    <a:pt x="1134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6" name="Google Shape;1286;g13c1cbfbac6_0_7"/>
            <p:cNvSpPr/>
            <p:nvPr/>
          </p:nvSpPr>
          <p:spPr>
            <a:xfrm>
              <a:off x="4653082" y="4644804"/>
              <a:ext cx="78012" cy="14972"/>
            </a:xfrm>
            <a:custGeom>
              <a:rect b="b" l="l" r="r" t="t"/>
              <a:pathLst>
                <a:path extrusionOk="0" h="356" w="1855">
                  <a:moveTo>
                    <a:pt x="1138" y="0"/>
                  </a:moveTo>
                  <a:cubicBezTo>
                    <a:pt x="773" y="0"/>
                    <a:pt x="415" y="48"/>
                    <a:pt x="92" y="143"/>
                  </a:cubicBezTo>
                  <a:cubicBezTo>
                    <a:pt x="31" y="143"/>
                    <a:pt x="1" y="234"/>
                    <a:pt x="1" y="265"/>
                  </a:cubicBezTo>
                  <a:cubicBezTo>
                    <a:pt x="1" y="295"/>
                    <a:pt x="92" y="356"/>
                    <a:pt x="122" y="356"/>
                  </a:cubicBezTo>
                  <a:cubicBezTo>
                    <a:pt x="473" y="252"/>
                    <a:pt x="852" y="191"/>
                    <a:pt x="1241" y="191"/>
                  </a:cubicBezTo>
                  <a:cubicBezTo>
                    <a:pt x="1424" y="191"/>
                    <a:pt x="1609" y="205"/>
                    <a:pt x="1794" y="234"/>
                  </a:cubicBezTo>
                  <a:cubicBezTo>
                    <a:pt x="1824" y="234"/>
                    <a:pt x="1855" y="204"/>
                    <a:pt x="1855" y="143"/>
                  </a:cubicBezTo>
                  <a:cubicBezTo>
                    <a:pt x="1855" y="113"/>
                    <a:pt x="1824" y="52"/>
                    <a:pt x="1794" y="52"/>
                  </a:cubicBezTo>
                  <a:cubicBezTo>
                    <a:pt x="1577" y="18"/>
                    <a:pt x="1357" y="0"/>
                    <a:pt x="1138" y="0"/>
                  </a:cubicBezTo>
                  <a:close/>
                </a:path>
              </a:pathLst>
            </a:custGeom>
            <a:solidFill>
              <a:srgbClr val="4546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7" name="Google Shape;1287;g13c1cbfbac6_0_7"/>
            <p:cNvSpPr/>
            <p:nvPr/>
          </p:nvSpPr>
          <p:spPr>
            <a:xfrm>
              <a:off x="4656909" y="4619613"/>
              <a:ext cx="42223" cy="36336"/>
            </a:xfrm>
            <a:custGeom>
              <a:rect b="b" l="l" r="r" t="t"/>
              <a:pathLst>
                <a:path extrusionOk="0" h="864" w="1004">
                  <a:moveTo>
                    <a:pt x="895" y="1"/>
                  </a:moveTo>
                  <a:cubicBezTo>
                    <a:pt x="882" y="1"/>
                    <a:pt x="868" y="4"/>
                    <a:pt x="852" y="12"/>
                  </a:cubicBezTo>
                  <a:cubicBezTo>
                    <a:pt x="639" y="134"/>
                    <a:pt x="457" y="316"/>
                    <a:pt x="244" y="468"/>
                  </a:cubicBezTo>
                  <a:cubicBezTo>
                    <a:pt x="183" y="560"/>
                    <a:pt x="92" y="620"/>
                    <a:pt x="31" y="681"/>
                  </a:cubicBezTo>
                  <a:cubicBezTo>
                    <a:pt x="1" y="712"/>
                    <a:pt x="1" y="772"/>
                    <a:pt x="31" y="833"/>
                  </a:cubicBezTo>
                  <a:cubicBezTo>
                    <a:pt x="62" y="833"/>
                    <a:pt x="92" y="864"/>
                    <a:pt x="153" y="864"/>
                  </a:cubicBezTo>
                  <a:cubicBezTo>
                    <a:pt x="153" y="864"/>
                    <a:pt x="183" y="864"/>
                    <a:pt x="183" y="833"/>
                  </a:cubicBezTo>
                  <a:lnTo>
                    <a:pt x="396" y="590"/>
                  </a:lnTo>
                  <a:cubicBezTo>
                    <a:pt x="609" y="438"/>
                    <a:pt x="761" y="256"/>
                    <a:pt x="943" y="164"/>
                  </a:cubicBezTo>
                  <a:cubicBezTo>
                    <a:pt x="973" y="134"/>
                    <a:pt x="1004" y="104"/>
                    <a:pt x="973" y="73"/>
                  </a:cubicBezTo>
                  <a:cubicBezTo>
                    <a:pt x="951" y="29"/>
                    <a:pt x="929" y="1"/>
                    <a:pt x="895" y="1"/>
                  </a:cubicBezTo>
                  <a:close/>
                </a:path>
              </a:pathLst>
            </a:custGeom>
            <a:solidFill>
              <a:srgbClr val="4546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8" name="Google Shape;1288;g13c1cbfbac6_0_7"/>
            <p:cNvSpPr/>
            <p:nvPr/>
          </p:nvSpPr>
          <p:spPr>
            <a:xfrm>
              <a:off x="4623686" y="4622515"/>
              <a:ext cx="112539" cy="28303"/>
            </a:xfrm>
            <a:custGeom>
              <a:rect b="b" l="l" r="r" t="t"/>
              <a:pathLst>
                <a:path extrusionOk="0" h="673" w="2676">
                  <a:moveTo>
                    <a:pt x="465" y="1"/>
                  </a:moveTo>
                  <a:cubicBezTo>
                    <a:pt x="331" y="1"/>
                    <a:pt x="205" y="11"/>
                    <a:pt x="92" y="35"/>
                  </a:cubicBezTo>
                  <a:cubicBezTo>
                    <a:pt x="61" y="35"/>
                    <a:pt x="1" y="126"/>
                    <a:pt x="1" y="156"/>
                  </a:cubicBezTo>
                  <a:cubicBezTo>
                    <a:pt x="1" y="187"/>
                    <a:pt x="92" y="217"/>
                    <a:pt x="122" y="217"/>
                  </a:cubicBezTo>
                  <a:cubicBezTo>
                    <a:pt x="198" y="206"/>
                    <a:pt x="283" y="200"/>
                    <a:pt x="375" y="200"/>
                  </a:cubicBezTo>
                  <a:cubicBezTo>
                    <a:pt x="1017" y="200"/>
                    <a:pt x="1991" y="456"/>
                    <a:pt x="2523" y="643"/>
                  </a:cubicBezTo>
                  <a:cubicBezTo>
                    <a:pt x="2523" y="673"/>
                    <a:pt x="2554" y="673"/>
                    <a:pt x="2554" y="673"/>
                  </a:cubicBezTo>
                  <a:cubicBezTo>
                    <a:pt x="2615" y="673"/>
                    <a:pt x="2645" y="643"/>
                    <a:pt x="2645" y="612"/>
                  </a:cubicBezTo>
                  <a:cubicBezTo>
                    <a:pt x="2675" y="582"/>
                    <a:pt x="2645" y="491"/>
                    <a:pt x="2615" y="491"/>
                  </a:cubicBezTo>
                  <a:cubicBezTo>
                    <a:pt x="2178" y="311"/>
                    <a:pt x="1198" y="1"/>
                    <a:pt x="465" y="1"/>
                  </a:cubicBezTo>
                  <a:close/>
                </a:path>
              </a:pathLst>
            </a:custGeom>
            <a:solidFill>
              <a:srgbClr val="4546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9" name="Google Shape;1289;g13c1cbfbac6_0_7"/>
            <p:cNvSpPr/>
            <p:nvPr/>
          </p:nvSpPr>
          <p:spPr>
            <a:xfrm>
              <a:off x="4618556" y="4591479"/>
              <a:ext cx="47354" cy="33812"/>
            </a:xfrm>
            <a:custGeom>
              <a:rect b="b" l="l" r="r" t="t"/>
              <a:pathLst>
                <a:path extrusionOk="0" h="804" w="1126">
                  <a:moveTo>
                    <a:pt x="1007" y="0"/>
                  </a:moveTo>
                  <a:cubicBezTo>
                    <a:pt x="994" y="0"/>
                    <a:pt x="983" y="4"/>
                    <a:pt x="974" y="13"/>
                  </a:cubicBezTo>
                  <a:cubicBezTo>
                    <a:pt x="670" y="165"/>
                    <a:pt x="305" y="438"/>
                    <a:pt x="31" y="651"/>
                  </a:cubicBezTo>
                  <a:cubicBezTo>
                    <a:pt x="1" y="681"/>
                    <a:pt x="1" y="773"/>
                    <a:pt x="31" y="803"/>
                  </a:cubicBezTo>
                  <a:lnTo>
                    <a:pt x="153" y="803"/>
                  </a:lnTo>
                  <a:cubicBezTo>
                    <a:pt x="183" y="803"/>
                    <a:pt x="183" y="803"/>
                    <a:pt x="183" y="773"/>
                  </a:cubicBezTo>
                  <a:cubicBezTo>
                    <a:pt x="396" y="529"/>
                    <a:pt x="791" y="286"/>
                    <a:pt x="1065" y="165"/>
                  </a:cubicBezTo>
                  <a:cubicBezTo>
                    <a:pt x="1095" y="134"/>
                    <a:pt x="1126" y="104"/>
                    <a:pt x="1095" y="43"/>
                  </a:cubicBezTo>
                  <a:cubicBezTo>
                    <a:pt x="1074" y="22"/>
                    <a:pt x="1037" y="0"/>
                    <a:pt x="1007" y="0"/>
                  </a:cubicBezTo>
                  <a:close/>
                </a:path>
              </a:pathLst>
            </a:custGeom>
            <a:solidFill>
              <a:srgbClr val="4546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0" name="Google Shape;1290;g13c1cbfbac6_0_7"/>
            <p:cNvSpPr/>
            <p:nvPr/>
          </p:nvSpPr>
          <p:spPr>
            <a:xfrm>
              <a:off x="4598117" y="4599470"/>
              <a:ext cx="88231" cy="19429"/>
            </a:xfrm>
            <a:custGeom>
              <a:rect b="b" l="l" r="r" t="t"/>
              <a:pathLst>
                <a:path extrusionOk="0" h="462" w="2098">
                  <a:moveTo>
                    <a:pt x="573" y="1"/>
                  </a:moveTo>
                  <a:cubicBezTo>
                    <a:pt x="403" y="1"/>
                    <a:pt x="239" y="12"/>
                    <a:pt x="92" y="36"/>
                  </a:cubicBezTo>
                  <a:cubicBezTo>
                    <a:pt x="61" y="36"/>
                    <a:pt x="1" y="127"/>
                    <a:pt x="1" y="157"/>
                  </a:cubicBezTo>
                  <a:cubicBezTo>
                    <a:pt x="1" y="218"/>
                    <a:pt x="92" y="248"/>
                    <a:pt x="122" y="248"/>
                  </a:cubicBezTo>
                  <a:cubicBezTo>
                    <a:pt x="265" y="224"/>
                    <a:pt x="425" y="213"/>
                    <a:pt x="591" y="213"/>
                  </a:cubicBezTo>
                  <a:cubicBezTo>
                    <a:pt x="1062" y="213"/>
                    <a:pt x="1587" y="304"/>
                    <a:pt x="1946" y="461"/>
                  </a:cubicBezTo>
                  <a:lnTo>
                    <a:pt x="1976" y="431"/>
                  </a:lnTo>
                  <a:cubicBezTo>
                    <a:pt x="2037" y="431"/>
                    <a:pt x="2068" y="400"/>
                    <a:pt x="2068" y="400"/>
                  </a:cubicBezTo>
                  <a:cubicBezTo>
                    <a:pt x="2098" y="339"/>
                    <a:pt x="2068" y="279"/>
                    <a:pt x="2037" y="279"/>
                  </a:cubicBezTo>
                  <a:cubicBezTo>
                    <a:pt x="1630" y="98"/>
                    <a:pt x="1071" y="1"/>
                    <a:pt x="573" y="1"/>
                  </a:cubicBezTo>
                  <a:close/>
                </a:path>
              </a:pathLst>
            </a:custGeom>
            <a:solidFill>
              <a:srgbClr val="4546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g13c1cbfbac6_0_7"/>
            <p:cNvSpPr/>
            <p:nvPr/>
          </p:nvSpPr>
          <p:spPr>
            <a:xfrm>
              <a:off x="4585333" y="4576550"/>
              <a:ext cx="75447" cy="19303"/>
            </a:xfrm>
            <a:custGeom>
              <a:rect b="b" l="l" r="r" t="t"/>
              <a:pathLst>
                <a:path extrusionOk="0" h="459" w="1794">
                  <a:moveTo>
                    <a:pt x="1161" y="1"/>
                  </a:moveTo>
                  <a:cubicBezTo>
                    <a:pt x="774" y="1"/>
                    <a:pt x="359" y="108"/>
                    <a:pt x="61" y="307"/>
                  </a:cubicBezTo>
                  <a:cubicBezTo>
                    <a:pt x="1" y="337"/>
                    <a:pt x="1" y="368"/>
                    <a:pt x="1" y="459"/>
                  </a:cubicBezTo>
                  <a:cubicBezTo>
                    <a:pt x="61" y="398"/>
                    <a:pt x="92" y="398"/>
                    <a:pt x="122" y="398"/>
                  </a:cubicBezTo>
                  <a:lnTo>
                    <a:pt x="183" y="398"/>
                  </a:lnTo>
                  <a:cubicBezTo>
                    <a:pt x="416" y="243"/>
                    <a:pt x="784" y="150"/>
                    <a:pt x="1123" y="150"/>
                  </a:cubicBezTo>
                  <a:cubicBezTo>
                    <a:pt x="1316" y="150"/>
                    <a:pt x="1499" y="180"/>
                    <a:pt x="1642" y="246"/>
                  </a:cubicBezTo>
                  <a:cubicBezTo>
                    <a:pt x="1661" y="265"/>
                    <a:pt x="1680" y="272"/>
                    <a:pt x="1697" y="272"/>
                  </a:cubicBezTo>
                  <a:cubicBezTo>
                    <a:pt x="1735" y="272"/>
                    <a:pt x="1764" y="237"/>
                    <a:pt x="1764" y="216"/>
                  </a:cubicBezTo>
                  <a:cubicBezTo>
                    <a:pt x="1794" y="185"/>
                    <a:pt x="1764" y="94"/>
                    <a:pt x="1733" y="94"/>
                  </a:cubicBezTo>
                  <a:cubicBezTo>
                    <a:pt x="1565" y="31"/>
                    <a:pt x="1367" y="1"/>
                    <a:pt x="1161" y="1"/>
                  </a:cubicBezTo>
                  <a:close/>
                </a:path>
              </a:pathLst>
            </a:custGeom>
            <a:solidFill>
              <a:srgbClr val="4546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2" name="Google Shape;1292;g13c1cbfbac6_0_7"/>
            <p:cNvSpPr/>
            <p:nvPr/>
          </p:nvSpPr>
          <p:spPr>
            <a:xfrm>
              <a:off x="4599421" y="4559518"/>
              <a:ext cx="47312" cy="46597"/>
            </a:xfrm>
            <a:custGeom>
              <a:rect b="b" l="l" r="r" t="t"/>
              <a:pathLst>
                <a:path extrusionOk="0" h="1108" w="1125">
                  <a:moveTo>
                    <a:pt x="1006" y="0"/>
                  </a:moveTo>
                  <a:cubicBezTo>
                    <a:pt x="993" y="0"/>
                    <a:pt x="982" y="4"/>
                    <a:pt x="973" y="13"/>
                  </a:cubicBezTo>
                  <a:cubicBezTo>
                    <a:pt x="699" y="165"/>
                    <a:pt x="365" y="530"/>
                    <a:pt x="152" y="803"/>
                  </a:cubicBezTo>
                  <a:lnTo>
                    <a:pt x="30" y="955"/>
                  </a:lnTo>
                  <a:cubicBezTo>
                    <a:pt x="0" y="1016"/>
                    <a:pt x="0" y="1077"/>
                    <a:pt x="30" y="1107"/>
                  </a:cubicBezTo>
                  <a:lnTo>
                    <a:pt x="61" y="1107"/>
                  </a:lnTo>
                  <a:cubicBezTo>
                    <a:pt x="91" y="1107"/>
                    <a:pt x="91" y="1107"/>
                    <a:pt x="152" y="1077"/>
                  </a:cubicBezTo>
                  <a:lnTo>
                    <a:pt x="243" y="925"/>
                  </a:lnTo>
                  <a:cubicBezTo>
                    <a:pt x="486" y="651"/>
                    <a:pt x="821" y="286"/>
                    <a:pt x="1064" y="165"/>
                  </a:cubicBezTo>
                  <a:cubicBezTo>
                    <a:pt x="1094" y="134"/>
                    <a:pt x="1125" y="104"/>
                    <a:pt x="1094" y="43"/>
                  </a:cubicBezTo>
                  <a:cubicBezTo>
                    <a:pt x="1073" y="22"/>
                    <a:pt x="1036" y="0"/>
                    <a:pt x="1006" y="0"/>
                  </a:cubicBezTo>
                  <a:close/>
                </a:path>
              </a:pathLst>
            </a:custGeom>
            <a:solidFill>
              <a:srgbClr val="4546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3" name="Google Shape;1293;g13c1cbfbac6_0_7"/>
            <p:cNvSpPr/>
            <p:nvPr/>
          </p:nvSpPr>
          <p:spPr>
            <a:xfrm>
              <a:off x="3328803" y="3359801"/>
              <a:ext cx="1305724" cy="1197768"/>
            </a:xfrm>
            <a:custGeom>
              <a:rect b="b" l="l" r="r" t="t"/>
              <a:pathLst>
                <a:path extrusionOk="0" h="28481" w="31048">
                  <a:moveTo>
                    <a:pt x="26359" y="1"/>
                  </a:moveTo>
                  <a:cubicBezTo>
                    <a:pt x="25998" y="1"/>
                    <a:pt x="25611" y="48"/>
                    <a:pt x="25199" y="151"/>
                  </a:cubicBezTo>
                  <a:cubicBezTo>
                    <a:pt x="20670" y="1306"/>
                    <a:pt x="1" y="20334"/>
                    <a:pt x="1" y="20334"/>
                  </a:cubicBezTo>
                  <a:lnTo>
                    <a:pt x="10001" y="28480"/>
                  </a:lnTo>
                  <a:cubicBezTo>
                    <a:pt x="10001" y="28480"/>
                    <a:pt x="27478" y="7568"/>
                    <a:pt x="29363" y="6048"/>
                  </a:cubicBezTo>
                  <a:cubicBezTo>
                    <a:pt x="31047" y="4668"/>
                    <a:pt x="29947" y="1"/>
                    <a:pt x="26359" y="1"/>
                  </a:cubicBezTo>
                  <a:close/>
                </a:path>
              </a:pathLst>
            </a:custGeom>
            <a:solidFill>
              <a:srgbClr val="E875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4" name="Google Shape;1294;g13c1cbfbac6_0_7"/>
            <p:cNvSpPr/>
            <p:nvPr/>
          </p:nvSpPr>
          <p:spPr>
            <a:xfrm>
              <a:off x="3227831" y="3345713"/>
              <a:ext cx="1388278" cy="1323597"/>
            </a:xfrm>
            <a:custGeom>
              <a:rect b="b" l="l" r="r" t="t"/>
              <a:pathLst>
                <a:path extrusionOk="0" h="31473" w="33011">
                  <a:moveTo>
                    <a:pt x="28724" y="0"/>
                  </a:moveTo>
                  <a:cubicBezTo>
                    <a:pt x="28360" y="0"/>
                    <a:pt x="27904" y="30"/>
                    <a:pt x="27478" y="152"/>
                  </a:cubicBezTo>
                  <a:cubicBezTo>
                    <a:pt x="22919" y="1307"/>
                    <a:pt x="2979" y="19605"/>
                    <a:pt x="2128" y="20395"/>
                  </a:cubicBezTo>
                  <a:cubicBezTo>
                    <a:pt x="2007" y="20517"/>
                    <a:pt x="1885" y="20608"/>
                    <a:pt x="1824" y="20699"/>
                  </a:cubicBezTo>
                  <a:cubicBezTo>
                    <a:pt x="0" y="23496"/>
                    <a:pt x="61" y="26931"/>
                    <a:pt x="1855" y="29149"/>
                  </a:cubicBezTo>
                  <a:cubicBezTo>
                    <a:pt x="3069" y="30651"/>
                    <a:pt x="5014" y="31473"/>
                    <a:pt x="7067" y="31473"/>
                  </a:cubicBezTo>
                  <a:cubicBezTo>
                    <a:pt x="8920" y="31473"/>
                    <a:pt x="10861" y="30804"/>
                    <a:pt x="12432" y="29362"/>
                  </a:cubicBezTo>
                  <a:lnTo>
                    <a:pt x="12645" y="29058"/>
                  </a:lnTo>
                  <a:cubicBezTo>
                    <a:pt x="12736" y="28997"/>
                    <a:pt x="19362" y="21095"/>
                    <a:pt x="24834" y="14712"/>
                  </a:cubicBezTo>
                  <a:cubicBezTo>
                    <a:pt x="24925" y="15775"/>
                    <a:pt x="25046" y="16718"/>
                    <a:pt x="25229" y="17599"/>
                  </a:cubicBezTo>
                  <a:cubicBezTo>
                    <a:pt x="25502" y="18967"/>
                    <a:pt x="25776" y="20000"/>
                    <a:pt x="26627" y="22493"/>
                  </a:cubicBezTo>
                  <a:cubicBezTo>
                    <a:pt x="27448" y="24894"/>
                    <a:pt x="27995" y="26444"/>
                    <a:pt x="28390" y="27447"/>
                  </a:cubicBezTo>
                  <a:cubicBezTo>
                    <a:pt x="28390" y="27538"/>
                    <a:pt x="28420" y="27630"/>
                    <a:pt x="28451" y="27690"/>
                  </a:cubicBezTo>
                  <a:cubicBezTo>
                    <a:pt x="29940" y="27447"/>
                    <a:pt x="31430" y="27083"/>
                    <a:pt x="32919" y="26748"/>
                  </a:cubicBezTo>
                  <a:cubicBezTo>
                    <a:pt x="32797" y="22827"/>
                    <a:pt x="32828" y="15958"/>
                    <a:pt x="33010" y="6170"/>
                  </a:cubicBezTo>
                  <a:lnTo>
                    <a:pt x="33010" y="4894"/>
                  </a:lnTo>
                  <a:cubicBezTo>
                    <a:pt x="33010" y="4377"/>
                    <a:pt x="32949" y="3921"/>
                    <a:pt x="32797" y="3526"/>
                  </a:cubicBezTo>
                  <a:cubicBezTo>
                    <a:pt x="32433" y="1793"/>
                    <a:pt x="31034" y="0"/>
                    <a:pt x="28724" y="0"/>
                  </a:cubicBezTo>
                  <a:close/>
                </a:path>
              </a:pathLst>
            </a:custGeom>
            <a:solidFill>
              <a:srgbClr val="F140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5" name="Google Shape;1295;g13c1cbfbac6_0_7"/>
            <p:cNvSpPr/>
            <p:nvPr/>
          </p:nvSpPr>
          <p:spPr>
            <a:xfrm>
              <a:off x="3613844" y="3654011"/>
              <a:ext cx="236559" cy="303174"/>
            </a:xfrm>
            <a:custGeom>
              <a:rect b="b" l="l" r="r" t="t"/>
              <a:pathLst>
                <a:path extrusionOk="0" h="7209" w="5625">
                  <a:moveTo>
                    <a:pt x="1301" y="0"/>
                  </a:moveTo>
                  <a:cubicBezTo>
                    <a:pt x="1012" y="0"/>
                    <a:pt x="727" y="98"/>
                    <a:pt x="457" y="359"/>
                  </a:cubicBezTo>
                  <a:cubicBezTo>
                    <a:pt x="153" y="663"/>
                    <a:pt x="1" y="1119"/>
                    <a:pt x="62" y="1514"/>
                  </a:cubicBezTo>
                  <a:cubicBezTo>
                    <a:pt x="62" y="1940"/>
                    <a:pt x="183" y="2274"/>
                    <a:pt x="305" y="2639"/>
                  </a:cubicBezTo>
                  <a:cubicBezTo>
                    <a:pt x="487" y="3095"/>
                    <a:pt x="700" y="3490"/>
                    <a:pt x="882" y="3885"/>
                  </a:cubicBezTo>
                  <a:cubicBezTo>
                    <a:pt x="1004" y="4219"/>
                    <a:pt x="1004" y="4554"/>
                    <a:pt x="1034" y="4918"/>
                  </a:cubicBezTo>
                  <a:cubicBezTo>
                    <a:pt x="1034" y="5131"/>
                    <a:pt x="1126" y="5374"/>
                    <a:pt x="1186" y="5557"/>
                  </a:cubicBezTo>
                  <a:cubicBezTo>
                    <a:pt x="1278" y="5709"/>
                    <a:pt x="1399" y="5922"/>
                    <a:pt x="1490" y="6043"/>
                  </a:cubicBezTo>
                  <a:cubicBezTo>
                    <a:pt x="1551" y="6074"/>
                    <a:pt x="1612" y="6074"/>
                    <a:pt x="1642" y="6074"/>
                  </a:cubicBezTo>
                  <a:cubicBezTo>
                    <a:pt x="1733" y="6043"/>
                    <a:pt x="1733" y="5922"/>
                    <a:pt x="1733" y="5830"/>
                  </a:cubicBezTo>
                  <a:lnTo>
                    <a:pt x="1490" y="4675"/>
                  </a:lnTo>
                  <a:lnTo>
                    <a:pt x="1490" y="4523"/>
                  </a:lnTo>
                  <a:cubicBezTo>
                    <a:pt x="1521" y="4493"/>
                    <a:pt x="1581" y="4463"/>
                    <a:pt x="1612" y="4463"/>
                  </a:cubicBezTo>
                  <a:cubicBezTo>
                    <a:pt x="1642" y="4463"/>
                    <a:pt x="1703" y="4493"/>
                    <a:pt x="1703" y="4523"/>
                  </a:cubicBezTo>
                  <a:cubicBezTo>
                    <a:pt x="1855" y="4918"/>
                    <a:pt x="2037" y="5253"/>
                    <a:pt x="2159" y="5618"/>
                  </a:cubicBezTo>
                  <a:cubicBezTo>
                    <a:pt x="2250" y="6013"/>
                    <a:pt x="2372" y="6438"/>
                    <a:pt x="2645" y="6742"/>
                  </a:cubicBezTo>
                  <a:cubicBezTo>
                    <a:pt x="2695" y="6816"/>
                    <a:pt x="2804" y="6911"/>
                    <a:pt x="2909" y="6911"/>
                  </a:cubicBezTo>
                  <a:cubicBezTo>
                    <a:pt x="2933" y="6911"/>
                    <a:pt x="2957" y="6906"/>
                    <a:pt x="2980" y="6894"/>
                  </a:cubicBezTo>
                  <a:cubicBezTo>
                    <a:pt x="3101" y="6803"/>
                    <a:pt x="3010" y="6590"/>
                    <a:pt x="2980" y="6469"/>
                  </a:cubicBezTo>
                  <a:cubicBezTo>
                    <a:pt x="2797" y="5891"/>
                    <a:pt x="2554" y="5314"/>
                    <a:pt x="2372" y="4767"/>
                  </a:cubicBezTo>
                  <a:cubicBezTo>
                    <a:pt x="2341" y="4675"/>
                    <a:pt x="2341" y="4645"/>
                    <a:pt x="2341" y="4554"/>
                  </a:cubicBezTo>
                  <a:cubicBezTo>
                    <a:pt x="2341" y="4493"/>
                    <a:pt x="2372" y="4402"/>
                    <a:pt x="2433" y="4402"/>
                  </a:cubicBezTo>
                  <a:cubicBezTo>
                    <a:pt x="2524" y="4402"/>
                    <a:pt x="2585" y="4523"/>
                    <a:pt x="2645" y="4615"/>
                  </a:cubicBezTo>
                  <a:cubicBezTo>
                    <a:pt x="2858" y="5101"/>
                    <a:pt x="3010" y="5618"/>
                    <a:pt x="3192" y="6134"/>
                  </a:cubicBezTo>
                  <a:cubicBezTo>
                    <a:pt x="3284" y="6377"/>
                    <a:pt x="3405" y="6651"/>
                    <a:pt x="3496" y="6894"/>
                  </a:cubicBezTo>
                  <a:cubicBezTo>
                    <a:pt x="3603" y="7028"/>
                    <a:pt x="3710" y="7209"/>
                    <a:pt x="3880" y="7209"/>
                  </a:cubicBezTo>
                  <a:cubicBezTo>
                    <a:pt x="3903" y="7209"/>
                    <a:pt x="3927" y="7205"/>
                    <a:pt x="3952" y="7198"/>
                  </a:cubicBezTo>
                  <a:cubicBezTo>
                    <a:pt x="4104" y="7107"/>
                    <a:pt x="4196" y="6955"/>
                    <a:pt x="4196" y="6803"/>
                  </a:cubicBezTo>
                  <a:cubicBezTo>
                    <a:pt x="4196" y="6651"/>
                    <a:pt x="4104" y="6499"/>
                    <a:pt x="4074" y="6347"/>
                  </a:cubicBezTo>
                  <a:cubicBezTo>
                    <a:pt x="3892" y="5891"/>
                    <a:pt x="3740" y="5466"/>
                    <a:pt x="3557" y="5010"/>
                  </a:cubicBezTo>
                  <a:cubicBezTo>
                    <a:pt x="3496" y="4949"/>
                    <a:pt x="3466" y="4858"/>
                    <a:pt x="3466" y="4797"/>
                  </a:cubicBezTo>
                  <a:cubicBezTo>
                    <a:pt x="3466" y="4706"/>
                    <a:pt x="3466" y="4554"/>
                    <a:pt x="3557" y="4554"/>
                  </a:cubicBezTo>
                  <a:cubicBezTo>
                    <a:pt x="3618" y="4554"/>
                    <a:pt x="3709" y="4706"/>
                    <a:pt x="3740" y="4797"/>
                  </a:cubicBezTo>
                  <a:cubicBezTo>
                    <a:pt x="3922" y="5162"/>
                    <a:pt x="4104" y="5587"/>
                    <a:pt x="4317" y="6013"/>
                  </a:cubicBezTo>
                  <a:cubicBezTo>
                    <a:pt x="4348" y="6134"/>
                    <a:pt x="4408" y="6225"/>
                    <a:pt x="4499" y="6317"/>
                  </a:cubicBezTo>
                  <a:cubicBezTo>
                    <a:pt x="4576" y="6355"/>
                    <a:pt x="4653" y="6394"/>
                    <a:pt x="4722" y="6394"/>
                  </a:cubicBezTo>
                  <a:cubicBezTo>
                    <a:pt x="4763" y="6394"/>
                    <a:pt x="4800" y="6381"/>
                    <a:pt x="4834" y="6347"/>
                  </a:cubicBezTo>
                  <a:cubicBezTo>
                    <a:pt x="4986" y="6225"/>
                    <a:pt x="4955" y="6043"/>
                    <a:pt x="4925" y="5861"/>
                  </a:cubicBezTo>
                  <a:cubicBezTo>
                    <a:pt x="4682" y="4979"/>
                    <a:pt x="4104" y="4219"/>
                    <a:pt x="4074" y="3308"/>
                  </a:cubicBezTo>
                  <a:cubicBezTo>
                    <a:pt x="4074" y="3095"/>
                    <a:pt x="4165" y="2669"/>
                    <a:pt x="4378" y="2548"/>
                  </a:cubicBezTo>
                  <a:cubicBezTo>
                    <a:pt x="4404" y="2539"/>
                    <a:pt x="4431" y="2535"/>
                    <a:pt x="4460" y="2535"/>
                  </a:cubicBezTo>
                  <a:cubicBezTo>
                    <a:pt x="4636" y="2535"/>
                    <a:pt x="4860" y="2673"/>
                    <a:pt x="5016" y="2700"/>
                  </a:cubicBezTo>
                  <a:cubicBezTo>
                    <a:pt x="5044" y="2704"/>
                    <a:pt x="5071" y="2705"/>
                    <a:pt x="5098" y="2705"/>
                  </a:cubicBezTo>
                  <a:cubicBezTo>
                    <a:pt x="5282" y="2705"/>
                    <a:pt x="5457" y="2619"/>
                    <a:pt x="5563" y="2487"/>
                  </a:cubicBezTo>
                  <a:cubicBezTo>
                    <a:pt x="5624" y="2396"/>
                    <a:pt x="5624" y="2244"/>
                    <a:pt x="5594" y="2122"/>
                  </a:cubicBezTo>
                  <a:cubicBezTo>
                    <a:pt x="5503" y="1940"/>
                    <a:pt x="5259" y="1909"/>
                    <a:pt x="5077" y="1818"/>
                  </a:cubicBezTo>
                  <a:cubicBezTo>
                    <a:pt x="4773" y="1727"/>
                    <a:pt x="4591" y="1484"/>
                    <a:pt x="4348" y="1301"/>
                  </a:cubicBezTo>
                  <a:cubicBezTo>
                    <a:pt x="3983" y="997"/>
                    <a:pt x="3618" y="967"/>
                    <a:pt x="3223" y="754"/>
                  </a:cubicBezTo>
                  <a:cubicBezTo>
                    <a:pt x="2633" y="501"/>
                    <a:pt x="1955" y="0"/>
                    <a:pt x="1301" y="0"/>
                  </a:cubicBezTo>
                  <a:close/>
                </a:path>
              </a:pathLst>
            </a:custGeom>
            <a:solidFill>
              <a:srgbClr val="E875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6" name="Google Shape;1296;g13c1cbfbac6_0_7"/>
            <p:cNvSpPr/>
            <p:nvPr/>
          </p:nvSpPr>
          <p:spPr>
            <a:xfrm>
              <a:off x="4865286" y="1957510"/>
              <a:ext cx="104843" cy="181551"/>
            </a:xfrm>
            <a:custGeom>
              <a:rect b="b" l="l" r="r" t="t"/>
              <a:pathLst>
                <a:path extrusionOk="0" h="4317" w="2493">
                  <a:moveTo>
                    <a:pt x="730" y="0"/>
                  </a:moveTo>
                  <a:lnTo>
                    <a:pt x="0" y="3222"/>
                  </a:lnTo>
                  <a:lnTo>
                    <a:pt x="973" y="4317"/>
                  </a:lnTo>
                  <a:cubicBezTo>
                    <a:pt x="973" y="4317"/>
                    <a:pt x="2493" y="1338"/>
                    <a:pt x="73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7" name="Google Shape;1297;g13c1cbfbac6_0_7"/>
            <p:cNvSpPr/>
            <p:nvPr/>
          </p:nvSpPr>
          <p:spPr>
            <a:xfrm>
              <a:off x="4563591" y="2119839"/>
              <a:ext cx="133020" cy="139370"/>
            </a:xfrm>
            <a:custGeom>
              <a:rect b="b" l="l" r="r" t="t"/>
              <a:pathLst>
                <a:path extrusionOk="0" h="3314" w="3163">
                  <a:moveTo>
                    <a:pt x="487" y="1"/>
                  </a:moveTo>
                  <a:lnTo>
                    <a:pt x="1" y="3314"/>
                  </a:lnTo>
                  <a:lnTo>
                    <a:pt x="1460" y="3162"/>
                  </a:lnTo>
                  <a:cubicBezTo>
                    <a:pt x="1460" y="3162"/>
                    <a:pt x="3162" y="2524"/>
                    <a:pt x="3132" y="2402"/>
                  </a:cubicBezTo>
                  <a:lnTo>
                    <a:pt x="487"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g13c1cbfbac6_0_7"/>
            <p:cNvSpPr/>
            <p:nvPr/>
          </p:nvSpPr>
          <p:spPr>
            <a:xfrm>
              <a:off x="4584071" y="2083252"/>
              <a:ext cx="332403" cy="136342"/>
            </a:xfrm>
            <a:custGeom>
              <a:rect b="b" l="l" r="r" t="t"/>
              <a:pathLst>
                <a:path extrusionOk="0" h="3242" w="7904">
                  <a:moveTo>
                    <a:pt x="6264" y="0"/>
                  </a:moveTo>
                  <a:cubicBezTo>
                    <a:pt x="4909" y="0"/>
                    <a:pt x="61" y="931"/>
                    <a:pt x="61" y="931"/>
                  </a:cubicBezTo>
                  <a:cubicBezTo>
                    <a:pt x="0" y="2178"/>
                    <a:pt x="1155" y="3242"/>
                    <a:pt x="1155" y="3242"/>
                  </a:cubicBezTo>
                  <a:cubicBezTo>
                    <a:pt x="1155" y="3242"/>
                    <a:pt x="7052" y="2208"/>
                    <a:pt x="7508" y="1691"/>
                  </a:cubicBezTo>
                  <a:cubicBezTo>
                    <a:pt x="7903" y="1144"/>
                    <a:pt x="6930" y="354"/>
                    <a:pt x="6596" y="50"/>
                  </a:cubicBezTo>
                  <a:cubicBezTo>
                    <a:pt x="6555" y="15"/>
                    <a:pt x="6438" y="0"/>
                    <a:pt x="6264" y="0"/>
                  </a:cubicBezTo>
                  <a:close/>
                </a:path>
              </a:pathLst>
            </a:custGeom>
            <a:solidFill>
              <a:srgbClr val="83C1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9" name="Google Shape;1299;g13c1cbfbac6_0_7"/>
            <p:cNvSpPr/>
            <p:nvPr/>
          </p:nvSpPr>
          <p:spPr>
            <a:xfrm>
              <a:off x="4872940" y="2049525"/>
              <a:ext cx="288960" cy="152155"/>
            </a:xfrm>
            <a:custGeom>
              <a:rect b="b" l="l" r="r" t="t"/>
              <a:pathLst>
                <a:path extrusionOk="0" h="3618" w="6871">
                  <a:moveTo>
                    <a:pt x="3739" y="1"/>
                  </a:moveTo>
                  <a:cubicBezTo>
                    <a:pt x="3739" y="1"/>
                    <a:pt x="700" y="1308"/>
                    <a:pt x="578" y="1733"/>
                  </a:cubicBezTo>
                  <a:cubicBezTo>
                    <a:pt x="487" y="2189"/>
                    <a:pt x="1" y="3344"/>
                    <a:pt x="700" y="3588"/>
                  </a:cubicBezTo>
                  <a:cubicBezTo>
                    <a:pt x="743" y="3608"/>
                    <a:pt x="808" y="3618"/>
                    <a:pt x="893" y="3618"/>
                  </a:cubicBezTo>
                  <a:cubicBezTo>
                    <a:pt x="2060" y="3618"/>
                    <a:pt x="6870" y="1794"/>
                    <a:pt x="6870" y="1794"/>
                  </a:cubicBezTo>
                  <a:cubicBezTo>
                    <a:pt x="6870" y="1794"/>
                    <a:pt x="4469" y="1065"/>
                    <a:pt x="3739" y="1"/>
                  </a:cubicBezTo>
                  <a:close/>
                </a:path>
              </a:pathLst>
            </a:custGeom>
            <a:solidFill>
              <a:srgbClr val="83C1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0" name="Google Shape;1300;g13c1cbfbac6_0_7"/>
            <p:cNvSpPr/>
            <p:nvPr/>
          </p:nvSpPr>
          <p:spPr>
            <a:xfrm>
              <a:off x="4428093" y="2103228"/>
              <a:ext cx="763214" cy="674983"/>
            </a:xfrm>
            <a:custGeom>
              <a:rect b="b" l="l" r="r" t="t"/>
              <a:pathLst>
                <a:path extrusionOk="0" h="16050" w="18148">
                  <a:moveTo>
                    <a:pt x="17813" y="1"/>
                  </a:moveTo>
                  <a:lnTo>
                    <a:pt x="12494" y="943"/>
                  </a:lnTo>
                  <a:cubicBezTo>
                    <a:pt x="12433" y="943"/>
                    <a:pt x="12342" y="1004"/>
                    <a:pt x="12342" y="1095"/>
                  </a:cubicBezTo>
                  <a:cubicBezTo>
                    <a:pt x="12326" y="1158"/>
                    <a:pt x="12252" y="1205"/>
                    <a:pt x="12042" y="1205"/>
                  </a:cubicBezTo>
                  <a:cubicBezTo>
                    <a:pt x="11850" y="1205"/>
                    <a:pt x="11544" y="1166"/>
                    <a:pt x="11065" y="1064"/>
                  </a:cubicBezTo>
                  <a:cubicBezTo>
                    <a:pt x="9940" y="791"/>
                    <a:pt x="9849" y="608"/>
                    <a:pt x="9849" y="487"/>
                  </a:cubicBezTo>
                  <a:cubicBezTo>
                    <a:pt x="9880" y="396"/>
                    <a:pt x="9849" y="335"/>
                    <a:pt x="9758" y="244"/>
                  </a:cubicBezTo>
                  <a:lnTo>
                    <a:pt x="3010" y="1885"/>
                  </a:lnTo>
                  <a:lnTo>
                    <a:pt x="1" y="15837"/>
                  </a:lnTo>
                  <a:lnTo>
                    <a:pt x="214" y="16049"/>
                  </a:lnTo>
                  <a:lnTo>
                    <a:pt x="6536" y="14226"/>
                  </a:lnTo>
                  <a:lnTo>
                    <a:pt x="6536" y="14226"/>
                  </a:lnTo>
                  <a:cubicBezTo>
                    <a:pt x="6536" y="14226"/>
                    <a:pt x="6202" y="14651"/>
                    <a:pt x="7873" y="15046"/>
                  </a:cubicBezTo>
                  <a:cubicBezTo>
                    <a:pt x="8310" y="15142"/>
                    <a:pt x="8624" y="15177"/>
                    <a:pt x="8850" y="15177"/>
                  </a:cubicBezTo>
                  <a:cubicBezTo>
                    <a:pt x="9490" y="15177"/>
                    <a:pt x="9424" y="14894"/>
                    <a:pt x="9424" y="14894"/>
                  </a:cubicBezTo>
                  <a:lnTo>
                    <a:pt x="15199" y="13223"/>
                  </a:lnTo>
                  <a:lnTo>
                    <a:pt x="18147" y="61"/>
                  </a:lnTo>
                  <a:lnTo>
                    <a:pt x="17813" y="1"/>
                  </a:lnTo>
                  <a:close/>
                </a:path>
              </a:pathLst>
            </a:custGeom>
            <a:solidFill>
              <a:srgbClr val="105F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1" name="Google Shape;1301;g13c1cbfbac6_0_7"/>
            <p:cNvSpPr/>
            <p:nvPr/>
          </p:nvSpPr>
          <p:spPr>
            <a:xfrm>
              <a:off x="4437051" y="2105793"/>
              <a:ext cx="754256" cy="674983"/>
            </a:xfrm>
            <a:custGeom>
              <a:rect b="b" l="l" r="r" t="t"/>
              <a:pathLst>
                <a:path extrusionOk="0" h="16050" w="17935">
                  <a:moveTo>
                    <a:pt x="17934" y="0"/>
                  </a:moveTo>
                  <a:lnTo>
                    <a:pt x="12311" y="1186"/>
                  </a:lnTo>
                  <a:cubicBezTo>
                    <a:pt x="12311" y="1186"/>
                    <a:pt x="12377" y="1468"/>
                    <a:pt x="11737" y="1468"/>
                  </a:cubicBezTo>
                  <a:cubicBezTo>
                    <a:pt x="11511" y="1468"/>
                    <a:pt x="11197" y="1433"/>
                    <a:pt x="10761" y="1338"/>
                  </a:cubicBezTo>
                  <a:cubicBezTo>
                    <a:pt x="9089" y="943"/>
                    <a:pt x="9423" y="548"/>
                    <a:pt x="9423" y="547"/>
                  </a:cubicBezTo>
                  <a:lnTo>
                    <a:pt x="9423" y="547"/>
                  </a:lnTo>
                  <a:lnTo>
                    <a:pt x="3192" y="2067"/>
                  </a:lnTo>
                  <a:lnTo>
                    <a:pt x="1" y="16049"/>
                  </a:lnTo>
                  <a:lnTo>
                    <a:pt x="6232" y="14529"/>
                  </a:lnTo>
                  <a:lnTo>
                    <a:pt x="6232" y="14529"/>
                  </a:lnTo>
                  <a:cubicBezTo>
                    <a:pt x="6232" y="14530"/>
                    <a:pt x="5898" y="14925"/>
                    <a:pt x="7569" y="15320"/>
                  </a:cubicBezTo>
                  <a:cubicBezTo>
                    <a:pt x="8005" y="15415"/>
                    <a:pt x="8319" y="15450"/>
                    <a:pt x="8545" y="15450"/>
                  </a:cubicBezTo>
                  <a:cubicBezTo>
                    <a:pt x="9186" y="15450"/>
                    <a:pt x="9119" y="15168"/>
                    <a:pt x="9119" y="15168"/>
                  </a:cubicBezTo>
                  <a:lnTo>
                    <a:pt x="14895" y="13496"/>
                  </a:lnTo>
                  <a:lnTo>
                    <a:pt x="17934" y="0"/>
                  </a:lnTo>
                  <a:close/>
                </a:path>
              </a:pathLst>
            </a:custGeom>
            <a:solidFill>
              <a:srgbClr val="105F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2" name="Google Shape;1302;g13c1cbfbac6_0_7"/>
            <p:cNvSpPr/>
            <p:nvPr/>
          </p:nvSpPr>
          <p:spPr>
            <a:xfrm>
              <a:off x="4788580" y="2168411"/>
              <a:ext cx="152155" cy="581663"/>
            </a:xfrm>
            <a:custGeom>
              <a:rect b="b" l="l" r="r" t="t"/>
              <a:pathLst>
                <a:path extrusionOk="0" h="13831" w="3618">
                  <a:moveTo>
                    <a:pt x="3162" y="1"/>
                  </a:moveTo>
                  <a:lnTo>
                    <a:pt x="1" y="13831"/>
                  </a:lnTo>
                  <a:cubicBezTo>
                    <a:pt x="244" y="13831"/>
                    <a:pt x="396" y="13831"/>
                    <a:pt x="457" y="13770"/>
                  </a:cubicBezTo>
                  <a:lnTo>
                    <a:pt x="3618" y="1"/>
                  </a:lnTo>
                  <a:lnTo>
                    <a:pt x="3618" y="1"/>
                  </a:lnTo>
                  <a:cubicBezTo>
                    <a:pt x="3557" y="16"/>
                    <a:pt x="3488" y="24"/>
                    <a:pt x="3412" y="24"/>
                  </a:cubicBezTo>
                  <a:cubicBezTo>
                    <a:pt x="3337" y="24"/>
                    <a:pt x="3253" y="16"/>
                    <a:pt x="3162"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3" name="Google Shape;1303;g13c1cbfbac6_0_7"/>
            <p:cNvSpPr/>
            <p:nvPr/>
          </p:nvSpPr>
          <p:spPr>
            <a:xfrm>
              <a:off x="4723396" y="2687400"/>
              <a:ext cx="150893" cy="130413"/>
            </a:xfrm>
            <a:custGeom>
              <a:rect b="b" l="l" r="r" t="t"/>
              <a:pathLst>
                <a:path extrusionOk="0" h="3101" w="3588">
                  <a:moveTo>
                    <a:pt x="3374" y="0"/>
                  </a:moveTo>
                  <a:lnTo>
                    <a:pt x="3374" y="0"/>
                  </a:lnTo>
                  <a:cubicBezTo>
                    <a:pt x="3363" y="7"/>
                    <a:pt x="3353" y="13"/>
                    <a:pt x="3344" y="19"/>
                  </a:cubicBezTo>
                  <a:lnTo>
                    <a:pt x="3344" y="19"/>
                  </a:lnTo>
                  <a:cubicBezTo>
                    <a:pt x="3356" y="14"/>
                    <a:pt x="3366" y="8"/>
                    <a:pt x="3374" y="0"/>
                  </a:cubicBezTo>
                  <a:close/>
                  <a:moveTo>
                    <a:pt x="3285" y="63"/>
                  </a:moveTo>
                  <a:cubicBezTo>
                    <a:pt x="3307" y="87"/>
                    <a:pt x="3291" y="101"/>
                    <a:pt x="3279" y="101"/>
                  </a:cubicBezTo>
                  <a:cubicBezTo>
                    <a:pt x="3267" y="101"/>
                    <a:pt x="3259" y="89"/>
                    <a:pt x="3285" y="63"/>
                  </a:cubicBezTo>
                  <a:close/>
                  <a:moveTo>
                    <a:pt x="3344" y="19"/>
                  </a:moveTo>
                  <a:cubicBezTo>
                    <a:pt x="3309" y="31"/>
                    <a:pt x="3259" y="31"/>
                    <a:pt x="3192" y="31"/>
                  </a:cubicBezTo>
                  <a:cubicBezTo>
                    <a:pt x="3010" y="31"/>
                    <a:pt x="2827" y="61"/>
                    <a:pt x="2614" y="122"/>
                  </a:cubicBezTo>
                  <a:lnTo>
                    <a:pt x="1824" y="244"/>
                  </a:lnTo>
                  <a:cubicBezTo>
                    <a:pt x="1611" y="274"/>
                    <a:pt x="1247" y="274"/>
                    <a:pt x="1095" y="487"/>
                  </a:cubicBezTo>
                  <a:cubicBezTo>
                    <a:pt x="1034" y="578"/>
                    <a:pt x="1003" y="730"/>
                    <a:pt x="1034" y="821"/>
                  </a:cubicBezTo>
                  <a:cubicBezTo>
                    <a:pt x="1034" y="912"/>
                    <a:pt x="1064" y="943"/>
                    <a:pt x="1064" y="1034"/>
                  </a:cubicBezTo>
                  <a:cubicBezTo>
                    <a:pt x="1064" y="1155"/>
                    <a:pt x="1003" y="1247"/>
                    <a:pt x="882" y="1277"/>
                  </a:cubicBezTo>
                  <a:cubicBezTo>
                    <a:pt x="760" y="1368"/>
                    <a:pt x="639" y="1399"/>
                    <a:pt x="548" y="1429"/>
                  </a:cubicBezTo>
                  <a:cubicBezTo>
                    <a:pt x="426" y="1490"/>
                    <a:pt x="304" y="1551"/>
                    <a:pt x="274" y="1672"/>
                  </a:cubicBezTo>
                  <a:lnTo>
                    <a:pt x="274" y="1702"/>
                  </a:lnTo>
                  <a:cubicBezTo>
                    <a:pt x="244" y="1824"/>
                    <a:pt x="244" y="1946"/>
                    <a:pt x="304" y="2006"/>
                  </a:cubicBezTo>
                  <a:cubicBezTo>
                    <a:pt x="396" y="2098"/>
                    <a:pt x="487" y="2128"/>
                    <a:pt x="487" y="2189"/>
                  </a:cubicBezTo>
                  <a:cubicBezTo>
                    <a:pt x="487" y="2280"/>
                    <a:pt x="396" y="2341"/>
                    <a:pt x="304" y="2402"/>
                  </a:cubicBezTo>
                  <a:cubicBezTo>
                    <a:pt x="244" y="2432"/>
                    <a:pt x="152" y="2462"/>
                    <a:pt x="92" y="2554"/>
                  </a:cubicBezTo>
                  <a:cubicBezTo>
                    <a:pt x="31" y="2584"/>
                    <a:pt x="0" y="2706"/>
                    <a:pt x="0" y="2766"/>
                  </a:cubicBezTo>
                  <a:cubicBezTo>
                    <a:pt x="31" y="2918"/>
                    <a:pt x="244" y="2949"/>
                    <a:pt x="396" y="2949"/>
                  </a:cubicBezTo>
                  <a:cubicBezTo>
                    <a:pt x="578" y="3010"/>
                    <a:pt x="760" y="3010"/>
                    <a:pt x="943" y="3040"/>
                  </a:cubicBezTo>
                  <a:cubicBezTo>
                    <a:pt x="1155" y="3070"/>
                    <a:pt x="1338" y="3070"/>
                    <a:pt x="1520" y="3101"/>
                  </a:cubicBezTo>
                  <a:cubicBezTo>
                    <a:pt x="1551" y="3101"/>
                    <a:pt x="1551" y="3070"/>
                    <a:pt x="1611" y="3070"/>
                  </a:cubicBezTo>
                  <a:cubicBezTo>
                    <a:pt x="2158" y="2736"/>
                    <a:pt x="1976" y="2280"/>
                    <a:pt x="2098" y="2250"/>
                  </a:cubicBezTo>
                  <a:cubicBezTo>
                    <a:pt x="2250" y="2189"/>
                    <a:pt x="2766" y="2128"/>
                    <a:pt x="3010" y="1885"/>
                  </a:cubicBezTo>
                  <a:cubicBezTo>
                    <a:pt x="3192" y="1642"/>
                    <a:pt x="2766" y="1125"/>
                    <a:pt x="2888" y="1125"/>
                  </a:cubicBezTo>
                  <a:cubicBezTo>
                    <a:pt x="2979" y="1125"/>
                    <a:pt x="3314" y="1125"/>
                    <a:pt x="3435" y="943"/>
                  </a:cubicBezTo>
                  <a:cubicBezTo>
                    <a:pt x="3496" y="730"/>
                    <a:pt x="3587" y="639"/>
                    <a:pt x="3587" y="426"/>
                  </a:cubicBezTo>
                  <a:cubicBezTo>
                    <a:pt x="3527" y="124"/>
                    <a:pt x="3377" y="122"/>
                    <a:pt x="3285" y="63"/>
                  </a:cubicBezTo>
                  <a:lnTo>
                    <a:pt x="3285" y="63"/>
                  </a:lnTo>
                  <a:cubicBezTo>
                    <a:pt x="3297" y="51"/>
                    <a:pt x="3316" y="36"/>
                    <a:pt x="3344" y="19"/>
                  </a:cubicBezTo>
                  <a:close/>
                </a:path>
              </a:pathLst>
            </a:custGeom>
            <a:solidFill>
              <a:srgbClr val="E875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4" name="Google Shape;1304;g13c1cbfbac6_0_7"/>
            <p:cNvSpPr/>
            <p:nvPr/>
          </p:nvSpPr>
          <p:spPr>
            <a:xfrm>
              <a:off x="4757922" y="2686096"/>
              <a:ext cx="107408" cy="56312"/>
            </a:xfrm>
            <a:custGeom>
              <a:rect b="b" l="l" r="r" t="t"/>
              <a:pathLst>
                <a:path extrusionOk="0" fill="none" h="1339" w="2554">
                  <a:moveTo>
                    <a:pt x="2553" y="1"/>
                  </a:moveTo>
                  <a:cubicBezTo>
                    <a:pt x="2553" y="1"/>
                    <a:pt x="334" y="305"/>
                    <a:pt x="243" y="578"/>
                  </a:cubicBezTo>
                  <a:cubicBezTo>
                    <a:pt x="152" y="822"/>
                    <a:pt x="0" y="1338"/>
                    <a:pt x="1763" y="1095"/>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5" name="Google Shape;1305;g13c1cbfbac6_0_7"/>
            <p:cNvSpPr/>
            <p:nvPr/>
          </p:nvSpPr>
          <p:spPr>
            <a:xfrm>
              <a:off x="4729788" y="2733407"/>
              <a:ext cx="83143" cy="53746"/>
            </a:xfrm>
            <a:custGeom>
              <a:rect b="b" l="l" r="r" t="t"/>
              <a:pathLst>
                <a:path extrusionOk="0" fill="none" h="1278" w="1977">
                  <a:moveTo>
                    <a:pt x="1338" y="1"/>
                  </a:moveTo>
                  <a:cubicBezTo>
                    <a:pt x="1338" y="1"/>
                    <a:pt x="152" y="122"/>
                    <a:pt x="92" y="700"/>
                  </a:cubicBezTo>
                  <a:cubicBezTo>
                    <a:pt x="0" y="1277"/>
                    <a:pt x="1976" y="1156"/>
                    <a:pt x="1976" y="1156"/>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g13c1cbfbac6_0_7"/>
            <p:cNvSpPr/>
            <p:nvPr/>
          </p:nvSpPr>
          <p:spPr>
            <a:xfrm>
              <a:off x="4722092" y="2780718"/>
              <a:ext cx="63966" cy="38396"/>
            </a:xfrm>
            <a:custGeom>
              <a:rect b="b" l="l" r="r" t="t"/>
              <a:pathLst>
                <a:path extrusionOk="0" fill="none" h="913" w="1521">
                  <a:moveTo>
                    <a:pt x="1247" y="0"/>
                  </a:moveTo>
                  <a:cubicBezTo>
                    <a:pt x="1247" y="0"/>
                    <a:pt x="1" y="61"/>
                    <a:pt x="31" y="487"/>
                  </a:cubicBezTo>
                  <a:cubicBezTo>
                    <a:pt x="62" y="912"/>
                    <a:pt x="1521" y="791"/>
                    <a:pt x="1521" y="791"/>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7" name="Google Shape;1307;g13c1cbfbac6_0_7"/>
            <p:cNvSpPr/>
            <p:nvPr/>
          </p:nvSpPr>
          <p:spPr>
            <a:xfrm>
              <a:off x="3203524" y="3900448"/>
              <a:ext cx="412938" cy="600840"/>
            </a:xfrm>
            <a:custGeom>
              <a:rect b="b" l="l" r="r" t="t"/>
              <a:pathLst>
                <a:path extrusionOk="0" h="14287" w="9819">
                  <a:moveTo>
                    <a:pt x="3790" y="0"/>
                  </a:moveTo>
                  <a:cubicBezTo>
                    <a:pt x="3052" y="0"/>
                    <a:pt x="1634" y="249"/>
                    <a:pt x="1612" y="2159"/>
                  </a:cubicBezTo>
                  <a:cubicBezTo>
                    <a:pt x="1581" y="4742"/>
                    <a:pt x="730" y="6992"/>
                    <a:pt x="457" y="7356"/>
                  </a:cubicBezTo>
                  <a:cubicBezTo>
                    <a:pt x="214" y="7752"/>
                    <a:pt x="609" y="8056"/>
                    <a:pt x="1065" y="8420"/>
                  </a:cubicBezTo>
                  <a:cubicBezTo>
                    <a:pt x="1521" y="8815"/>
                    <a:pt x="1" y="10001"/>
                    <a:pt x="1" y="11126"/>
                  </a:cubicBezTo>
                  <a:cubicBezTo>
                    <a:pt x="1" y="12281"/>
                    <a:pt x="1490" y="14287"/>
                    <a:pt x="1490" y="14287"/>
                  </a:cubicBezTo>
                  <a:cubicBezTo>
                    <a:pt x="1460" y="10639"/>
                    <a:pt x="8269" y="2250"/>
                    <a:pt x="9819" y="882"/>
                  </a:cubicBezTo>
                  <a:lnTo>
                    <a:pt x="4226" y="31"/>
                  </a:lnTo>
                  <a:cubicBezTo>
                    <a:pt x="4226" y="31"/>
                    <a:pt x="4050" y="0"/>
                    <a:pt x="3790" y="0"/>
                  </a:cubicBezTo>
                  <a:close/>
                </a:path>
              </a:pathLst>
            </a:custGeom>
            <a:solidFill>
              <a:srgbClr val="83C1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08" name="Google Shape;1308;g13c1cbfbac6_0_7"/>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pic>
        <p:nvPicPr>
          <p:cNvPr id="1313" name="Google Shape;1313;g13b6acb253f_7_95"/>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pic>
        <p:nvPicPr>
          <p:cNvPr id="1314" name="Google Shape;1314;g13b6acb253f_7_95"/>
          <p:cNvPicPr preferRelativeResize="0"/>
          <p:nvPr/>
        </p:nvPicPr>
        <p:blipFill rotWithShape="1">
          <a:blip r:embed="rId4">
            <a:alphaModFix/>
          </a:blip>
          <a:srcRect b="0" l="0" r="0" t="0"/>
          <a:stretch/>
        </p:blipFill>
        <p:spPr>
          <a:xfrm>
            <a:off x="116328" y="359624"/>
            <a:ext cx="638322" cy="602644"/>
          </a:xfrm>
          <a:prstGeom prst="rect">
            <a:avLst/>
          </a:prstGeom>
          <a:noFill/>
          <a:ln>
            <a:noFill/>
          </a:ln>
        </p:spPr>
      </p:pic>
      <p:sp>
        <p:nvSpPr>
          <p:cNvPr id="1315" name="Google Shape;1315;g13b6acb253f_7_95"/>
          <p:cNvSpPr txBox="1"/>
          <p:nvPr/>
        </p:nvSpPr>
        <p:spPr>
          <a:xfrm>
            <a:off x="116325" y="962275"/>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400" u="none" cap="none" strike="noStrike">
                <a:solidFill>
                  <a:srgbClr val="202426"/>
                </a:solidFill>
                <a:latin typeface="Raleway Black"/>
                <a:ea typeface="Raleway Black"/>
                <a:cs typeface="Raleway Black"/>
                <a:sym typeface="Raleway Black"/>
              </a:rPr>
              <a:t>4 mins</a:t>
            </a:r>
            <a:endParaRPr b="0" i="0" sz="1400" u="none" cap="none" strike="noStrike">
              <a:solidFill>
                <a:srgbClr val="202426"/>
              </a:solidFill>
              <a:latin typeface="Raleway Black"/>
              <a:ea typeface="Raleway Black"/>
              <a:cs typeface="Raleway Black"/>
              <a:sym typeface="Raleway Black"/>
            </a:endParaRPr>
          </a:p>
        </p:txBody>
      </p:sp>
      <p:sp>
        <p:nvSpPr>
          <p:cNvPr id="1316" name="Google Shape;1316;g13b6acb253f_7_95"/>
          <p:cNvSpPr txBox="1"/>
          <p:nvPr/>
        </p:nvSpPr>
        <p:spPr>
          <a:xfrm>
            <a:off x="116325"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202426"/>
                </a:solidFill>
                <a:latin typeface="Raleway Black"/>
                <a:ea typeface="Raleway Black"/>
                <a:cs typeface="Raleway Black"/>
                <a:sym typeface="Raleway Black"/>
              </a:rPr>
              <a:t>Presentation</a:t>
            </a:r>
            <a:endParaRPr b="0" i="0" sz="1400" u="none" cap="none" strike="noStrike">
              <a:solidFill>
                <a:srgbClr val="000000"/>
              </a:solidFill>
              <a:latin typeface="Arial"/>
              <a:ea typeface="Arial"/>
              <a:cs typeface="Arial"/>
              <a:sym typeface="Arial"/>
            </a:endParaRPr>
          </a:p>
        </p:txBody>
      </p:sp>
      <p:sp>
        <p:nvSpPr>
          <p:cNvPr id="1317" name="Google Shape;1317;g13b6acb253f_7_95"/>
          <p:cNvSpPr/>
          <p:nvPr/>
        </p:nvSpPr>
        <p:spPr>
          <a:xfrm>
            <a:off x="611925" y="1456200"/>
            <a:ext cx="5688300" cy="1956900"/>
          </a:xfrm>
          <a:prstGeom prst="roundRect">
            <a:avLst>
              <a:gd fmla="val 16667" name="adj"/>
            </a:avLst>
          </a:prstGeom>
          <a:solidFill>
            <a:srgbClr val="E7E6E6"/>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2900"/>
              <a:buFont typeface="Arial"/>
              <a:buNone/>
            </a:pPr>
            <a:r>
              <a:rPr b="0" i="0" lang="en" sz="3600" u="none" cap="none" strike="noStrike">
                <a:solidFill>
                  <a:schemeClr val="dk1"/>
                </a:solidFill>
                <a:latin typeface="Sigmar One"/>
                <a:ea typeface="Sigmar One"/>
                <a:cs typeface="Sigmar One"/>
                <a:sym typeface="Sigmar One"/>
              </a:rPr>
              <a:t>Deliver your script!</a:t>
            </a:r>
            <a:endParaRPr b="0" i="0" sz="1900" u="none" cap="none" strike="noStrike">
              <a:solidFill>
                <a:schemeClr val="dk1"/>
              </a:solidFill>
              <a:latin typeface="Lexend Deca"/>
              <a:ea typeface="Lexend Deca"/>
              <a:cs typeface="Lexend Deca"/>
              <a:sym typeface="Lexend Deca"/>
            </a:endParaRPr>
          </a:p>
        </p:txBody>
      </p:sp>
      <p:grpSp>
        <p:nvGrpSpPr>
          <p:cNvPr id="1318" name="Google Shape;1318;g13b6acb253f_7_95"/>
          <p:cNvGrpSpPr/>
          <p:nvPr/>
        </p:nvGrpSpPr>
        <p:grpSpPr>
          <a:xfrm flipH="1">
            <a:off x="6509021" y="648267"/>
            <a:ext cx="2216743" cy="5867983"/>
            <a:chOff x="3428900" y="1914450"/>
            <a:chExt cx="1059325" cy="2804025"/>
          </a:xfrm>
        </p:grpSpPr>
        <p:sp>
          <p:nvSpPr>
            <p:cNvPr id="1319" name="Google Shape;1319;g13b6acb253f_7_95"/>
            <p:cNvSpPr/>
            <p:nvPr/>
          </p:nvSpPr>
          <p:spPr>
            <a:xfrm>
              <a:off x="3558075" y="3106700"/>
              <a:ext cx="281950" cy="901975"/>
            </a:xfrm>
            <a:custGeom>
              <a:rect b="b" l="l" r="r" t="t"/>
              <a:pathLst>
                <a:path extrusionOk="0" h="36079" w="11278">
                  <a:moveTo>
                    <a:pt x="4012" y="1"/>
                  </a:moveTo>
                  <a:cubicBezTo>
                    <a:pt x="3278" y="1"/>
                    <a:pt x="2530" y="25"/>
                    <a:pt x="1855" y="457"/>
                  </a:cubicBezTo>
                  <a:cubicBezTo>
                    <a:pt x="1" y="1643"/>
                    <a:pt x="1095" y="29546"/>
                    <a:pt x="609" y="31643"/>
                  </a:cubicBezTo>
                  <a:cubicBezTo>
                    <a:pt x="279" y="33161"/>
                    <a:pt x="2925" y="36079"/>
                    <a:pt x="4851" y="36079"/>
                  </a:cubicBezTo>
                  <a:cubicBezTo>
                    <a:pt x="5586" y="36079"/>
                    <a:pt x="6217" y="35653"/>
                    <a:pt x="6536" y="34561"/>
                  </a:cubicBezTo>
                  <a:cubicBezTo>
                    <a:pt x="8542" y="27631"/>
                    <a:pt x="11278" y="3193"/>
                    <a:pt x="11278" y="3193"/>
                  </a:cubicBezTo>
                  <a:cubicBezTo>
                    <a:pt x="10183" y="2129"/>
                    <a:pt x="7661" y="32"/>
                    <a:pt x="4287" y="1"/>
                  </a:cubicBezTo>
                  <a:cubicBezTo>
                    <a:pt x="4195" y="1"/>
                    <a:pt x="4104" y="1"/>
                    <a:pt x="4012"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0" name="Google Shape;1320;g13b6acb253f_7_95"/>
            <p:cNvSpPr/>
            <p:nvPr/>
          </p:nvSpPr>
          <p:spPr>
            <a:xfrm>
              <a:off x="3530725" y="3804575"/>
              <a:ext cx="210525" cy="709925"/>
            </a:xfrm>
            <a:custGeom>
              <a:rect b="b" l="l" r="r" t="t"/>
              <a:pathLst>
                <a:path extrusionOk="0" h="28397" w="8421">
                  <a:moveTo>
                    <a:pt x="5222" y="0"/>
                  </a:moveTo>
                  <a:cubicBezTo>
                    <a:pt x="4374" y="0"/>
                    <a:pt x="3543" y="240"/>
                    <a:pt x="3131" y="688"/>
                  </a:cubicBezTo>
                  <a:cubicBezTo>
                    <a:pt x="2037" y="1935"/>
                    <a:pt x="1064" y="5065"/>
                    <a:pt x="517" y="8409"/>
                  </a:cubicBezTo>
                  <a:cubicBezTo>
                    <a:pt x="1" y="11783"/>
                    <a:pt x="365" y="22999"/>
                    <a:pt x="365" y="24367"/>
                  </a:cubicBezTo>
                  <a:cubicBezTo>
                    <a:pt x="365" y="25734"/>
                    <a:pt x="31" y="26920"/>
                    <a:pt x="548" y="27832"/>
                  </a:cubicBezTo>
                  <a:cubicBezTo>
                    <a:pt x="548" y="27832"/>
                    <a:pt x="1158" y="28396"/>
                    <a:pt x="2144" y="28396"/>
                  </a:cubicBezTo>
                  <a:cubicBezTo>
                    <a:pt x="2302" y="28396"/>
                    <a:pt x="2469" y="28382"/>
                    <a:pt x="2645" y="28348"/>
                  </a:cubicBezTo>
                  <a:cubicBezTo>
                    <a:pt x="3952" y="28136"/>
                    <a:pt x="3678" y="27528"/>
                    <a:pt x="3830" y="25795"/>
                  </a:cubicBezTo>
                  <a:cubicBezTo>
                    <a:pt x="4165" y="22361"/>
                    <a:pt x="8420" y="5521"/>
                    <a:pt x="7782" y="1570"/>
                  </a:cubicBezTo>
                  <a:cubicBezTo>
                    <a:pt x="7692" y="494"/>
                    <a:pt x="6440" y="0"/>
                    <a:pt x="5222"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1" name="Google Shape;1321;g13b6acb253f_7_95"/>
            <p:cNvSpPr/>
            <p:nvPr/>
          </p:nvSpPr>
          <p:spPr>
            <a:xfrm>
              <a:off x="3510200" y="4447025"/>
              <a:ext cx="142900" cy="271450"/>
            </a:xfrm>
            <a:custGeom>
              <a:rect b="b" l="l" r="r" t="t"/>
              <a:pathLst>
                <a:path extrusionOk="0" h="10858" w="5716">
                  <a:moveTo>
                    <a:pt x="2575" y="0"/>
                  </a:moveTo>
                  <a:cubicBezTo>
                    <a:pt x="2528" y="0"/>
                    <a:pt x="2481" y="2"/>
                    <a:pt x="2433" y="6"/>
                  </a:cubicBezTo>
                  <a:cubicBezTo>
                    <a:pt x="1004" y="158"/>
                    <a:pt x="1" y="2650"/>
                    <a:pt x="244" y="5660"/>
                  </a:cubicBezTo>
                  <a:cubicBezTo>
                    <a:pt x="518" y="8669"/>
                    <a:pt x="1885" y="10857"/>
                    <a:pt x="3344" y="10857"/>
                  </a:cubicBezTo>
                  <a:cubicBezTo>
                    <a:pt x="5715" y="10857"/>
                    <a:pt x="5320" y="7635"/>
                    <a:pt x="5077" y="4626"/>
                  </a:cubicBezTo>
                  <a:cubicBezTo>
                    <a:pt x="4812" y="1716"/>
                    <a:pt x="3951" y="0"/>
                    <a:pt x="2575" y="0"/>
                  </a:cubicBezTo>
                  <a:close/>
                </a:path>
              </a:pathLst>
            </a:custGeom>
            <a:solidFill>
              <a:srgbClr val="0F394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2" name="Google Shape;1322;g13b6acb253f_7_95"/>
            <p:cNvSpPr/>
            <p:nvPr/>
          </p:nvSpPr>
          <p:spPr>
            <a:xfrm>
              <a:off x="3524650" y="4433375"/>
              <a:ext cx="109450" cy="201250"/>
            </a:xfrm>
            <a:custGeom>
              <a:rect b="b" l="l" r="r" t="t"/>
              <a:pathLst>
                <a:path extrusionOk="0" h="8050" w="4378">
                  <a:moveTo>
                    <a:pt x="1629" y="0"/>
                  </a:moveTo>
                  <a:cubicBezTo>
                    <a:pt x="1170" y="0"/>
                    <a:pt x="772" y="229"/>
                    <a:pt x="578" y="886"/>
                  </a:cubicBezTo>
                  <a:cubicBezTo>
                    <a:pt x="0" y="3044"/>
                    <a:pt x="31" y="5871"/>
                    <a:pt x="274" y="6510"/>
                  </a:cubicBezTo>
                  <a:cubicBezTo>
                    <a:pt x="680" y="7557"/>
                    <a:pt x="1690" y="8049"/>
                    <a:pt x="2595" y="8049"/>
                  </a:cubicBezTo>
                  <a:cubicBezTo>
                    <a:pt x="3450" y="8049"/>
                    <a:pt x="4212" y="7610"/>
                    <a:pt x="4286" y="6783"/>
                  </a:cubicBezTo>
                  <a:cubicBezTo>
                    <a:pt x="4377" y="5962"/>
                    <a:pt x="3921" y="3166"/>
                    <a:pt x="4043" y="1190"/>
                  </a:cubicBezTo>
                  <a:cubicBezTo>
                    <a:pt x="4043" y="1190"/>
                    <a:pt x="2677" y="0"/>
                    <a:pt x="1629"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3" name="Google Shape;1323;g13b6acb253f_7_95"/>
            <p:cNvSpPr/>
            <p:nvPr/>
          </p:nvSpPr>
          <p:spPr>
            <a:xfrm>
              <a:off x="3528450" y="3102875"/>
              <a:ext cx="317650" cy="1296300"/>
            </a:xfrm>
            <a:custGeom>
              <a:rect b="b" l="l" r="r" t="t"/>
              <a:pathLst>
                <a:path extrusionOk="0" h="51852" w="12706">
                  <a:moveTo>
                    <a:pt x="5140" y="0"/>
                  </a:moveTo>
                  <a:cubicBezTo>
                    <a:pt x="4454" y="0"/>
                    <a:pt x="3742" y="41"/>
                    <a:pt x="3070" y="489"/>
                  </a:cubicBezTo>
                  <a:cubicBezTo>
                    <a:pt x="1885" y="1248"/>
                    <a:pt x="1824" y="11005"/>
                    <a:pt x="1855" y="22769"/>
                  </a:cubicBezTo>
                  <a:cubicBezTo>
                    <a:pt x="1794" y="26720"/>
                    <a:pt x="1824" y="30155"/>
                    <a:pt x="1703" y="31371"/>
                  </a:cubicBezTo>
                  <a:cubicBezTo>
                    <a:pt x="1186" y="32829"/>
                    <a:pt x="760" y="34562"/>
                    <a:pt x="456" y="36447"/>
                  </a:cubicBezTo>
                  <a:cubicBezTo>
                    <a:pt x="0" y="39334"/>
                    <a:pt x="183" y="46690"/>
                    <a:pt x="274" y="49973"/>
                  </a:cubicBezTo>
                  <a:cubicBezTo>
                    <a:pt x="274" y="50003"/>
                    <a:pt x="274" y="50641"/>
                    <a:pt x="304" y="51067"/>
                  </a:cubicBezTo>
                  <a:cubicBezTo>
                    <a:pt x="304" y="51249"/>
                    <a:pt x="426" y="51432"/>
                    <a:pt x="639" y="51523"/>
                  </a:cubicBezTo>
                  <a:cubicBezTo>
                    <a:pt x="1295" y="51742"/>
                    <a:pt x="2017" y="51851"/>
                    <a:pt x="2746" y="51851"/>
                  </a:cubicBezTo>
                  <a:cubicBezTo>
                    <a:pt x="3232" y="51851"/>
                    <a:pt x="3721" y="51802"/>
                    <a:pt x="4195" y="51705"/>
                  </a:cubicBezTo>
                  <a:cubicBezTo>
                    <a:pt x="4377" y="51675"/>
                    <a:pt x="4529" y="51523"/>
                    <a:pt x="4560" y="51340"/>
                  </a:cubicBezTo>
                  <a:cubicBezTo>
                    <a:pt x="4833" y="50033"/>
                    <a:pt x="5137" y="48453"/>
                    <a:pt x="5502" y="46720"/>
                  </a:cubicBezTo>
                  <a:cubicBezTo>
                    <a:pt x="6262" y="43012"/>
                    <a:pt x="7174" y="38787"/>
                    <a:pt x="7721" y="35322"/>
                  </a:cubicBezTo>
                  <a:lnTo>
                    <a:pt x="7934" y="34775"/>
                  </a:lnTo>
                  <a:cubicBezTo>
                    <a:pt x="9909" y="27875"/>
                    <a:pt x="12645" y="3589"/>
                    <a:pt x="12706" y="3346"/>
                  </a:cubicBezTo>
                  <a:lnTo>
                    <a:pt x="12706" y="3255"/>
                  </a:lnTo>
                  <a:lnTo>
                    <a:pt x="12645" y="3224"/>
                  </a:lnTo>
                  <a:cubicBezTo>
                    <a:pt x="11186" y="1765"/>
                    <a:pt x="8694" y="33"/>
                    <a:pt x="5593" y="2"/>
                  </a:cubicBezTo>
                  <a:cubicBezTo>
                    <a:pt x="5444" y="2"/>
                    <a:pt x="5293" y="0"/>
                    <a:pt x="5140" y="0"/>
                  </a:cubicBezTo>
                  <a:close/>
                </a:path>
              </a:pathLst>
            </a:custGeom>
            <a:solidFill>
              <a:srgbClr val="83C1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4" name="Google Shape;1324;g13b6acb253f_7_95"/>
            <p:cNvSpPr/>
            <p:nvPr/>
          </p:nvSpPr>
          <p:spPr>
            <a:xfrm>
              <a:off x="3843050" y="3060150"/>
              <a:ext cx="262950" cy="898750"/>
            </a:xfrm>
            <a:custGeom>
              <a:rect b="b" l="l" r="r" t="t"/>
              <a:pathLst>
                <a:path extrusionOk="0" h="35950" w="10518">
                  <a:moveTo>
                    <a:pt x="6786" y="0"/>
                  </a:moveTo>
                  <a:cubicBezTo>
                    <a:pt x="3626" y="0"/>
                    <a:pt x="1139" y="1748"/>
                    <a:pt x="0" y="2654"/>
                  </a:cubicBezTo>
                  <a:cubicBezTo>
                    <a:pt x="0" y="2654"/>
                    <a:pt x="760" y="27244"/>
                    <a:pt x="2250" y="34295"/>
                  </a:cubicBezTo>
                  <a:cubicBezTo>
                    <a:pt x="2492" y="35490"/>
                    <a:pt x="3154" y="35950"/>
                    <a:pt x="3958" y="35950"/>
                  </a:cubicBezTo>
                  <a:cubicBezTo>
                    <a:pt x="5874" y="35950"/>
                    <a:pt x="8595" y="33341"/>
                    <a:pt x="8359" y="31864"/>
                  </a:cubicBezTo>
                  <a:cubicBezTo>
                    <a:pt x="8055" y="29797"/>
                    <a:pt x="10517" y="2137"/>
                    <a:pt x="8785" y="799"/>
                  </a:cubicBezTo>
                  <a:cubicBezTo>
                    <a:pt x="8055" y="252"/>
                    <a:pt x="8025" y="70"/>
                    <a:pt x="7174" y="9"/>
                  </a:cubicBezTo>
                  <a:cubicBezTo>
                    <a:pt x="7043" y="3"/>
                    <a:pt x="6914" y="0"/>
                    <a:pt x="6786"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5" name="Google Shape;1325;g13b6acb253f_7_95"/>
            <p:cNvSpPr/>
            <p:nvPr/>
          </p:nvSpPr>
          <p:spPr>
            <a:xfrm>
              <a:off x="3881050" y="3757275"/>
              <a:ext cx="197575" cy="713450"/>
            </a:xfrm>
            <a:custGeom>
              <a:rect b="b" l="l" r="r" t="t"/>
              <a:pathLst>
                <a:path extrusionOk="0" h="28538" w="7903">
                  <a:moveTo>
                    <a:pt x="3273" y="0"/>
                  </a:moveTo>
                  <a:cubicBezTo>
                    <a:pt x="2173" y="0"/>
                    <a:pt x="1104" y="413"/>
                    <a:pt x="942" y="1365"/>
                  </a:cubicBezTo>
                  <a:cubicBezTo>
                    <a:pt x="0" y="5286"/>
                    <a:pt x="2918" y="22368"/>
                    <a:pt x="2948" y="25833"/>
                  </a:cubicBezTo>
                  <a:cubicBezTo>
                    <a:pt x="3009" y="27535"/>
                    <a:pt x="2644" y="28113"/>
                    <a:pt x="3921" y="28447"/>
                  </a:cubicBezTo>
                  <a:cubicBezTo>
                    <a:pt x="4162" y="28512"/>
                    <a:pt x="4388" y="28538"/>
                    <a:pt x="4598" y="28538"/>
                  </a:cubicBezTo>
                  <a:cubicBezTo>
                    <a:pt x="5475" y="28538"/>
                    <a:pt x="6049" y="28082"/>
                    <a:pt x="6049" y="28082"/>
                  </a:cubicBezTo>
                  <a:cubicBezTo>
                    <a:pt x="6657" y="27201"/>
                    <a:pt x="6383" y="25985"/>
                    <a:pt x="6505" y="24648"/>
                  </a:cubicBezTo>
                  <a:cubicBezTo>
                    <a:pt x="6657" y="23341"/>
                    <a:pt x="7903" y="12155"/>
                    <a:pt x="7660" y="8781"/>
                  </a:cubicBezTo>
                  <a:cubicBezTo>
                    <a:pt x="7417" y="5407"/>
                    <a:pt x="6687" y="2216"/>
                    <a:pt x="5654" y="878"/>
                  </a:cubicBezTo>
                  <a:cubicBezTo>
                    <a:pt x="5240" y="322"/>
                    <a:pt x="4245" y="0"/>
                    <a:pt x="3273"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6" name="Google Shape;1326;g13b6acb253f_7_95"/>
            <p:cNvSpPr/>
            <p:nvPr/>
          </p:nvSpPr>
          <p:spPr>
            <a:xfrm>
              <a:off x="3908400" y="4404775"/>
              <a:ext cx="158075" cy="268975"/>
            </a:xfrm>
            <a:custGeom>
              <a:rect b="b" l="l" r="r" t="t"/>
              <a:pathLst>
                <a:path extrusionOk="0" h="10759" w="6323">
                  <a:moveTo>
                    <a:pt x="3834" y="1"/>
                  </a:moveTo>
                  <a:cubicBezTo>
                    <a:pt x="2545" y="1"/>
                    <a:pt x="1610" y="1644"/>
                    <a:pt x="1155" y="4432"/>
                  </a:cubicBezTo>
                  <a:cubicBezTo>
                    <a:pt x="639" y="7380"/>
                    <a:pt x="0" y="10572"/>
                    <a:pt x="2371" y="10754"/>
                  </a:cubicBezTo>
                  <a:cubicBezTo>
                    <a:pt x="2411" y="10757"/>
                    <a:pt x="2450" y="10759"/>
                    <a:pt x="2490" y="10759"/>
                  </a:cubicBezTo>
                  <a:cubicBezTo>
                    <a:pt x="3885" y="10759"/>
                    <a:pt x="5364" y="8697"/>
                    <a:pt x="5867" y="5830"/>
                  </a:cubicBezTo>
                  <a:cubicBezTo>
                    <a:pt x="6323" y="2851"/>
                    <a:pt x="5563" y="267"/>
                    <a:pt x="4104" y="24"/>
                  </a:cubicBezTo>
                  <a:cubicBezTo>
                    <a:pt x="4012" y="9"/>
                    <a:pt x="3922" y="1"/>
                    <a:pt x="3834" y="1"/>
                  </a:cubicBezTo>
                  <a:close/>
                </a:path>
              </a:pathLst>
            </a:custGeom>
            <a:solidFill>
              <a:srgbClr val="0F394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7" name="Google Shape;1327;g13b6acb253f_7_95"/>
            <p:cNvSpPr/>
            <p:nvPr/>
          </p:nvSpPr>
          <p:spPr>
            <a:xfrm>
              <a:off x="3937275" y="4383725"/>
              <a:ext cx="114000" cy="206300"/>
            </a:xfrm>
            <a:custGeom>
              <a:rect b="b" l="l" r="r" t="t"/>
              <a:pathLst>
                <a:path extrusionOk="0" h="8252" w="4560">
                  <a:moveTo>
                    <a:pt x="2673" y="0"/>
                  </a:moveTo>
                  <a:cubicBezTo>
                    <a:pt x="2144" y="0"/>
                    <a:pt x="1591" y="203"/>
                    <a:pt x="1216" y="471"/>
                  </a:cubicBezTo>
                  <a:cubicBezTo>
                    <a:pt x="943" y="654"/>
                    <a:pt x="699" y="1383"/>
                    <a:pt x="699" y="1687"/>
                  </a:cubicBezTo>
                  <a:cubicBezTo>
                    <a:pt x="608" y="3602"/>
                    <a:pt x="0" y="6125"/>
                    <a:pt x="0" y="6854"/>
                  </a:cubicBezTo>
                  <a:cubicBezTo>
                    <a:pt x="0" y="7744"/>
                    <a:pt x="847" y="8251"/>
                    <a:pt x="1786" y="8251"/>
                  </a:cubicBezTo>
                  <a:cubicBezTo>
                    <a:pt x="2643" y="8251"/>
                    <a:pt x="3577" y="7828"/>
                    <a:pt x="4013" y="6885"/>
                  </a:cubicBezTo>
                  <a:cubicBezTo>
                    <a:pt x="4316" y="6246"/>
                    <a:pt x="4560" y="3480"/>
                    <a:pt x="4164" y="1261"/>
                  </a:cubicBezTo>
                  <a:cubicBezTo>
                    <a:pt x="3978" y="327"/>
                    <a:pt x="3344" y="0"/>
                    <a:pt x="2673"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8" name="Google Shape;1328;g13b6acb253f_7_95"/>
            <p:cNvSpPr/>
            <p:nvPr/>
          </p:nvSpPr>
          <p:spPr>
            <a:xfrm>
              <a:off x="3839250" y="3064475"/>
              <a:ext cx="246975" cy="1292350"/>
            </a:xfrm>
            <a:custGeom>
              <a:rect b="b" l="l" r="r" t="t"/>
              <a:pathLst>
                <a:path extrusionOk="0" h="51694" w="9879">
                  <a:moveTo>
                    <a:pt x="3887" y="0"/>
                  </a:moveTo>
                  <a:cubicBezTo>
                    <a:pt x="1400" y="0"/>
                    <a:pt x="1564" y="1140"/>
                    <a:pt x="61" y="2359"/>
                  </a:cubicBezTo>
                  <a:lnTo>
                    <a:pt x="0" y="2420"/>
                  </a:lnTo>
                  <a:lnTo>
                    <a:pt x="0" y="2481"/>
                  </a:lnTo>
                  <a:cubicBezTo>
                    <a:pt x="0" y="2754"/>
                    <a:pt x="791" y="27131"/>
                    <a:pt x="2250" y="34183"/>
                  </a:cubicBezTo>
                  <a:cubicBezTo>
                    <a:pt x="2280" y="34396"/>
                    <a:pt x="2341" y="34578"/>
                    <a:pt x="2432" y="34791"/>
                  </a:cubicBezTo>
                  <a:cubicBezTo>
                    <a:pt x="2705" y="38287"/>
                    <a:pt x="3222" y="42572"/>
                    <a:pt x="3709" y="46341"/>
                  </a:cubicBezTo>
                  <a:cubicBezTo>
                    <a:pt x="3952" y="48074"/>
                    <a:pt x="4134" y="49685"/>
                    <a:pt x="4286" y="50961"/>
                  </a:cubicBezTo>
                  <a:cubicBezTo>
                    <a:pt x="4286" y="51144"/>
                    <a:pt x="4438" y="51357"/>
                    <a:pt x="4620" y="51387"/>
                  </a:cubicBezTo>
                  <a:cubicBezTo>
                    <a:pt x="5292" y="51582"/>
                    <a:pt x="5995" y="51694"/>
                    <a:pt x="6693" y="51694"/>
                  </a:cubicBezTo>
                  <a:cubicBezTo>
                    <a:pt x="7195" y="51694"/>
                    <a:pt x="7694" y="51636"/>
                    <a:pt x="8177" y="51509"/>
                  </a:cubicBezTo>
                  <a:cubicBezTo>
                    <a:pt x="8359" y="51448"/>
                    <a:pt x="8450" y="51265"/>
                    <a:pt x="8511" y="51083"/>
                  </a:cubicBezTo>
                  <a:cubicBezTo>
                    <a:pt x="8541" y="50658"/>
                    <a:pt x="8602" y="50019"/>
                    <a:pt x="8602" y="49989"/>
                  </a:cubicBezTo>
                  <a:cubicBezTo>
                    <a:pt x="8967" y="46706"/>
                    <a:pt x="9727" y="39411"/>
                    <a:pt x="9484" y="36493"/>
                  </a:cubicBezTo>
                  <a:cubicBezTo>
                    <a:pt x="9332" y="34578"/>
                    <a:pt x="9089" y="32815"/>
                    <a:pt x="8663" y="31326"/>
                  </a:cubicBezTo>
                  <a:cubicBezTo>
                    <a:pt x="8633" y="30110"/>
                    <a:pt x="8937" y="26645"/>
                    <a:pt x="9210" y="22694"/>
                  </a:cubicBezTo>
                  <a:lnTo>
                    <a:pt x="9210" y="22633"/>
                  </a:lnTo>
                  <a:lnTo>
                    <a:pt x="9453" y="19532"/>
                  </a:lnTo>
                  <a:cubicBezTo>
                    <a:pt x="9514" y="18560"/>
                    <a:pt x="9605" y="17557"/>
                    <a:pt x="9636" y="16584"/>
                  </a:cubicBezTo>
                  <a:cubicBezTo>
                    <a:pt x="9696" y="15642"/>
                    <a:pt x="9727" y="14730"/>
                    <a:pt x="9757" y="13757"/>
                  </a:cubicBezTo>
                  <a:cubicBezTo>
                    <a:pt x="9788" y="12906"/>
                    <a:pt x="9818" y="12025"/>
                    <a:pt x="9818" y="11143"/>
                  </a:cubicBezTo>
                  <a:cubicBezTo>
                    <a:pt x="9879" y="10353"/>
                    <a:pt x="9879" y="9563"/>
                    <a:pt x="9879" y="8742"/>
                  </a:cubicBezTo>
                  <a:cubicBezTo>
                    <a:pt x="9879" y="8043"/>
                    <a:pt x="9879" y="7344"/>
                    <a:pt x="9818" y="6614"/>
                  </a:cubicBezTo>
                  <a:cubicBezTo>
                    <a:pt x="9818" y="6006"/>
                    <a:pt x="9788" y="5368"/>
                    <a:pt x="9757" y="4760"/>
                  </a:cubicBezTo>
                  <a:cubicBezTo>
                    <a:pt x="9727" y="4487"/>
                    <a:pt x="9727" y="4243"/>
                    <a:pt x="9696" y="3970"/>
                  </a:cubicBezTo>
                  <a:cubicBezTo>
                    <a:pt x="9636" y="3666"/>
                    <a:pt x="9696" y="3332"/>
                    <a:pt x="9484" y="3088"/>
                  </a:cubicBezTo>
                  <a:cubicBezTo>
                    <a:pt x="9453" y="3028"/>
                    <a:pt x="9332" y="2906"/>
                    <a:pt x="9332" y="2784"/>
                  </a:cubicBezTo>
                  <a:cubicBezTo>
                    <a:pt x="9332" y="2663"/>
                    <a:pt x="9362" y="2511"/>
                    <a:pt x="9423" y="2389"/>
                  </a:cubicBezTo>
                  <a:cubicBezTo>
                    <a:pt x="9484" y="2025"/>
                    <a:pt x="9393" y="1629"/>
                    <a:pt x="9271" y="1295"/>
                  </a:cubicBezTo>
                  <a:cubicBezTo>
                    <a:pt x="9180" y="1082"/>
                    <a:pt x="9119" y="809"/>
                    <a:pt x="8937" y="657"/>
                  </a:cubicBezTo>
                  <a:cubicBezTo>
                    <a:pt x="8177" y="49"/>
                    <a:pt x="5289" y="49"/>
                    <a:pt x="4468" y="18"/>
                  </a:cubicBezTo>
                  <a:cubicBezTo>
                    <a:pt x="4260" y="6"/>
                    <a:pt x="4066" y="0"/>
                    <a:pt x="3887" y="0"/>
                  </a:cubicBezTo>
                  <a:close/>
                </a:path>
              </a:pathLst>
            </a:custGeom>
            <a:solidFill>
              <a:srgbClr val="83C1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9" name="Google Shape;1329;g13b6acb253f_7_95"/>
            <p:cNvSpPr/>
            <p:nvPr/>
          </p:nvSpPr>
          <p:spPr>
            <a:xfrm>
              <a:off x="3554275" y="2998050"/>
              <a:ext cx="532725" cy="351850"/>
            </a:xfrm>
            <a:custGeom>
              <a:rect b="b" l="l" r="r" t="t"/>
              <a:pathLst>
                <a:path extrusionOk="0" h="14074" w="21309">
                  <a:moveTo>
                    <a:pt x="19211" y="1"/>
                  </a:moveTo>
                  <a:cubicBezTo>
                    <a:pt x="17041" y="387"/>
                    <a:pt x="14028" y="1035"/>
                    <a:pt x="11167" y="1035"/>
                  </a:cubicBezTo>
                  <a:cubicBezTo>
                    <a:pt x="11103" y="1035"/>
                    <a:pt x="11038" y="1035"/>
                    <a:pt x="10974" y="1034"/>
                  </a:cubicBezTo>
                  <a:cubicBezTo>
                    <a:pt x="7965" y="1004"/>
                    <a:pt x="5350" y="730"/>
                    <a:pt x="3101" y="365"/>
                  </a:cubicBezTo>
                  <a:cubicBezTo>
                    <a:pt x="3080" y="351"/>
                    <a:pt x="3057" y="345"/>
                    <a:pt x="3033" y="345"/>
                  </a:cubicBezTo>
                  <a:cubicBezTo>
                    <a:pt x="2955" y="345"/>
                    <a:pt x="2867" y="410"/>
                    <a:pt x="2797" y="457"/>
                  </a:cubicBezTo>
                  <a:cubicBezTo>
                    <a:pt x="2189" y="1125"/>
                    <a:pt x="1" y="4317"/>
                    <a:pt x="1369" y="14074"/>
                  </a:cubicBezTo>
                  <a:lnTo>
                    <a:pt x="21156" y="13891"/>
                  </a:lnTo>
                  <a:lnTo>
                    <a:pt x="21156" y="13679"/>
                  </a:lnTo>
                  <a:cubicBezTo>
                    <a:pt x="21247" y="12828"/>
                    <a:pt x="21278" y="11946"/>
                    <a:pt x="21278" y="11065"/>
                  </a:cubicBezTo>
                  <a:cubicBezTo>
                    <a:pt x="21308" y="10092"/>
                    <a:pt x="21308" y="9089"/>
                    <a:pt x="21278" y="8147"/>
                  </a:cubicBezTo>
                  <a:cubicBezTo>
                    <a:pt x="21247" y="7660"/>
                    <a:pt x="21247" y="7113"/>
                    <a:pt x="21187" y="6627"/>
                  </a:cubicBezTo>
                  <a:cubicBezTo>
                    <a:pt x="21187" y="6505"/>
                    <a:pt x="21156" y="6353"/>
                    <a:pt x="21156" y="6232"/>
                  </a:cubicBezTo>
                  <a:cubicBezTo>
                    <a:pt x="21156" y="6141"/>
                    <a:pt x="21156" y="6019"/>
                    <a:pt x="21126" y="5928"/>
                  </a:cubicBezTo>
                  <a:cubicBezTo>
                    <a:pt x="21035" y="5745"/>
                    <a:pt x="20883" y="5593"/>
                    <a:pt x="20822" y="5411"/>
                  </a:cubicBezTo>
                  <a:cubicBezTo>
                    <a:pt x="20731" y="5229"/>
                    <a:pt x="20761" y="4986"/>
                    <a:pt x="20822" y="4773"/>
                  </a:cubicBezTo>
                  <a:cubicBezTo>
                    <a:pt x="20852" y="4560"/>
                    <a:pt x="20883" y="4408"/>
                    <a:pt x="20852" y="4226"/>
                  </a:cubicBezTo>
                  <a:cubicBezTo>
                    <a:pt x="20822" y="4074"/>
                    <a:pt x="20822" y="3922"/>
                    <a:pt x="20792" y="3739"/>
                  </a:cubicBezTo>
                  <a:lnTo>
                    <a:pt x="20548" y="2706"/>
                  </a:lnTo>
                  <a:cubicBezTo>
                    <a:pt x="20336" y="1824"/>
                    <a:pt x="20032" y="1004"/>
                    <a:pt x="19606" y="213"/>
                  </a:cubicBezTo>
                  <a:cubicBezTo>
                    <a:pt x="19515" y="61"/>
                    <a:pt x="19363" y="1"/>
                    <a:pt x="19211" y="1"/>
                  </a:cubicBezTo>
                  <a:close/>
                </a:path>
              </a:pathLst>
            </a:custGeom>
            <a:solidFill>
              <a:srgbClr val="83C1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0" name="Google Shape;1330;g13b6acb253f_7_95"/>
            <p:cNvSpPr/>
            <p:nvPr/>
          </p:nvSpPr>
          <p:spPr>
            <a:xfrm>
              <a:off x="3640900" y="3353675"/>
              <a:ext cx="183175" cy="1031200"/>
            </a:xfrm>
            <a:custGeom>
              <a:rect b="b" l="l" r="r" t="t"/>
              <a:pathLst>
                <a:path extrusionOk="0" fill="none" h="41248" w="7327">
                  <a:moveTo>
                    <a:pt x="7326" y="1"/>
                  </a:moveTo>
                  <a:cubicBezTo>
                    <a:pt x="6384" y="7782"/>
                    <a:pt x="4712" y="20092"/>
                    <a:pt x="3375" y="24682"/>
                  </a:cubicBezTo>
                  <a:cubicBezTo>
                    <a:pt x="3284" y="24925"/>
                    <a:pt x="3223" y="25108"/>
                    <a:pt x="3132" y="25260"/>
                  </a:cubicBezTo>
                  <a:cubicBezTo>
                    <a:pt x="2615" y="28725"/>
                    <a:pt x="1734" y="32950"/>
                    <a:pt x="943" y="36658"/>
                  </a:cubicBezTo>
                  <a:cubicBezTo>
                    <a:pt x="609" y="38360"/>
                    <a:pt x="244" y="39971"/>
                    <a:pt x="1" y="41248"/>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1" name="Google Shape;1331;g13b6acb253f_7_95"/>
            <p:cNvSpPr/>
            <p:nvPr/>
          </p:nvSpPr>
          <p:spPr>
            <a:xfrm>
              <a:off x="3839250" y="3114325"/>
              <a:ext cx="31925" cy="221900"/>
            </a:xfrm>
            <a:custGeom>
              <a:rect b="b" l="l" r="r" t="t"/>
              <a:pathLst>
                <a:path extrusionOk="0" fill="none" h="8876" w="1277">
                  <a:moveTo>
                    <a:pt x="1094" y="0"/>
                  </a:moveTo>
                  <a:cubicBezTo>
                    <a:pt x="1094" y="0"/>
                    <a:pt x="1277" y="8329"/>
                    <a:pt x="1094" y="8572"/>
                  </a:cubicBezTo>
                  <a:cubicBezTo>
                    <a:pt x="912" y="8845"/>
                    <a:pt x="0" y="8876"/>
                    <a:pt x="0" y="8876"/>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2" name="Google Shape;1332;g13b6acb253f_7_95"/>
            <p:cNvSpPr/>
            <p:nvPr/>
          </p:nvSpPr>
          <p:spPr>
            <a:xfrm>
              <a:off x="3836975" y="3121925"/>
              <a:ext cx="2300" cy="194550"/>
            </a:xfrm>
            <a:custGeom>
              <a:rect b="b" l="l" r="r" t="t"/>
              <a:pathLst>
                <a:path extrusionOk="0" fill="none" h="7782" w="92">
                  <a:moveTo>
                    <a:pt x="91" y="7781"/>
                  </a:moveTo>
                  <a:lnTo>
                    <a:pt x="0" y="0"/>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3" name="Google Shape;1333;g13b6acb253f_7_95"/>
            <p:cNvSpPr/>
            <p:nvPr/>
          </p:nvSpPr>
          <p:spPr>
            <a:xfrm>
              <a:off x="4276175" y="2368125"/>
              <a:ext cx="212050" cy="144275"/>
            </a:xfrm>
            <a:custGeom>
              <a:rect b="b" l="l" r="r" t="t"/>
              <a:pathLst>
                <a:path extrusionOk="0" h="5771" w="8482">
                  <a:moveTo>
                    <a:pt x="3642" y="1"/>
                  </a:moveTo>
                  <a:cubicBezTo>
                    <a:pt x="3232" y="1"/>
                    <a:pt x="2716" y="614"/>
                    <a:pt x="2037" y="1246"/>
                  </a:cubicBezTo>
                  <a:cubicBezTo>
                    <a:pt x="1521" y="1702"/>
                    <a:pt x="973" y="2067"/>
                    <a:pt x="761" y="2371"/>
                  </a:cubicBezTo>
                  <a:cubicBezTo>
                    <a:pt x="609" y="2523"/>
                    <a:pt x="487" y="2705"/>
                    <a:pt x="487" y="2918"/>
                  </a:cubicBezTo>
                  <a:cubicBezTo>
                    <a:pt x="366" y="4589"/>
                    <a:pt x="1" y="5501"/>
                    <a:pt x="3557" y="5745"/>
                  </a:cubicBezTo>
                  <a:cubicBezTo>
                    <a:pt x="3779" y="5762"/>
                    <a:pt x="3992" y="5771"/>
                    <a:pt x="4196" y="5771"/>
                  </a:cubicBezTo>
                  <a:cubicBezTo>
                    <a:pt x="5057" y="5771"/>
                    <a:pt x="5770" y="5619"/>
                    <a:pt x="6384" y="5349"/>
                  </a:cubicBezTo>
                  <a:cubicBezTo>
                    <a:pt x="6961" y="5045"/>
                    <a:pt x="6749" y="4589"/>
                    <a:pt x="6901" y="4529"/>
                  </a:cubicBezTo>
                  <a:cubicBezTo>
                    <a:pt x="6915" y="4526"/>
                    <a:pt x="6933" y="4524"/>
                    <a:pt x="6953" y="4524"/>
                  </a:cubicBezTo>
                  <a:cubicBezTo>
                    <a:pt x="7047" y="4524"/>
                    <a:pt x="7193" y="4553"/>
                    <a:pt x="7342" y="4553"/>
                  </a:cubicBezTo>
                  <a:cubicBezTo>
                    <a:pt x="7478" y="4553"/>
                    <a:pt x="7616" y="4529"/>
                    <a:pt x="7721" y="4438"/>
                  </a:cubicBezTo>
                  <a:lnTo>
                    <a:pt x="7752" y="4377"/>
                  </a:lnTo>
                  <a:cubicBezTo>
                    <a:pt x="7934" y="4134"/>
                    <a:pt x="7782" y="3678"/>
                    <a:pt x="7934" y="3678"/>
                  </a:cubicBezTo>
                  <a:cubicBezTo>
                    <a:pt x="8025" y="3678"/>
                    <a:pt x="8208" y="3617"/>
                    <a:pt x="8329" y="3434"/>
                  </a:cubicBezTo>
                  <a:cubicBezTo>
                    <a:pt x="8390" y="3222"/>
                    <a:pt x="8481" y="2979"/>
                    <a:pt x="8481" y="2796"/>
                  </a:cubicBezTo>
                  <a:cubicBezTo>
                    <a:pt x="8420" y="2371"/>
                    <a:pt x="8116" y="2523"/>
                    <a:pt x="8116" y="2340"/>
                  </a:cubicBezTo>
                  <a:cubicBezTo>
                    <a:pt x="8086" y="2158"/>
                    <a:pt x="8177" y="1732"/>
                    <a:pt x="7934" y="1550"/>
                  </a:cubicBezTo>
                  <a:cubicBezTo>
                    <a:pt x="7920" y="1553"/>
                    <a:pt x="7889" y="1554"/>
                    <a:pt x="7845" y="1554"/>
                  </a:cubicBezTo>
                  <a:cubicBezTo>
                    <a:pt x="7555" y="1554"/>
                    <a:pt x="6662" y="1502"/>
                    <a:pt x="5596" y="1502"/>
                  </a:cubicBezTo>
                  <a:cubicBezTo>
                    <a:pt x="5083" y="1502"/>
                    <a:pt x="4529" y="1514"/>
                    <a:pt x="3983" y="1550"/>
                  </a:cubicBezTo>
                  <a:cubicBezTo>
                    <a:pt x="4256" y="1003"/>
                    <a:pt x="4256" y="516"/>
                    <a:pt x="3983" y="182"/>
                  </a:cubicBezTo>
                  <a:cubicBezTo>
                    <a:pt x="3878" y="56"/>
                    <a:pt x="3764" y="1"/>
                    <a:pt x="3642"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4" name="Google Shape;1334;g13b6acb253f_7_95"/>
            <p:cNvSpPr/>
            <p:nvPr/>
          </p:nvSpPr>
          <p:spPr>
            <a:xfrm>
              <a:off x="4418275" y="2428150"/>
              <a:ext cx="60075" cy="0"/>
            </a:xfrm>
            <a:custGeom>
              <a:rect b="b" l="l" r="r" t="t"/>
              <a:pathLst>
                <a:path extrusionOk="0" fill="none" h="120000" w="2403">
                  <a:moveTo>
                    <a:pt x="2402" y="0"/>
                  </a:moveTo>
                  <a:lnTo>
                    <a:pt x="1" y="0"/>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5" name="Google Shape;1335;g13b6acb253f_7_95"/>
            <p:cNvSpPr/>
            <p:nvPr/>
          </p:nvSpPr>
          <p:spPr>
            <a:xfrm>
              <a:off x="4418275" y="2456250"/>
              <a:ext cx="64625" cy="4600"/>
            </a:xfrm>
            <a:custGeom>
              <a:rect b="b" l="l" r="r" t="t"/>
              <a:pathLst>
                <a:path extrusionOk="0" fill="none" h="184" w="2585">
                  <a:moveTo>
                    <a:pt x="2584" y="1"/>
                  </a:moveTo>
                  <a:lnTo>
                    <a:pt x="1" y="183"/>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6" name="Google Shape;1336;g13b6acb253f_7_95"/>
            <p:cNvSpPr/>
            <p:nvPr/>
          </p:nvSpPr>
          <p:spPr>
            <a:xfrm>
              <a:off x="4425125" y="2479800"/>
              <a:ext cx="38025" cy="3825"/>
            </a:xfrm>
            <a:custGeom>
              <a:rect b="b" l="l" r="r" t="t"/>
              <a:pathLst>
                <a:path extrusionOk="0" fill="none" h="153" w="1521">
                  <a:moveTo>
                    <a:pt x="1520" y="1"/>
                  </a:moveTo>
                  <a:lnTo>
                    <a:pt x="0" y="153"/>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7" name="Google Shape;1337;g13b6acb253f_7_95"/>
            <p:cNvSpPr/>
            <p:nvPr/>
          </p:nvSpPr>
          <p:spPr>
            <a:xfrm>
              <a:off x="4045175" y="2441825"/>
              <a:ext cx="304750" cy="382875"/>
            </a:xfrm>
            <a:custGeom>
              <a:rect b="b" l="l" r="r" t="t"/>
              <a:pathLst>
                <a:path extrusionOk="0" h="15315" w="12190">
                  <a:moveTo>
                    <a:pt x="9727" y="0"/>
                  </a:moveTo>
                  <a:lnTo>
                    <a:pt x="760" y="11581"/>
                  </a:lnTo>
                  <a:cubicBezTo>
                    <a:pt x="0" y="12675"/>
                    <a:pt x="304" y="14164"/>
                    <a:pt x="1368" y="14894"/>
                  </a:cubicBezTo>
                  <a:cubicBezTo>
                    <a:pt x="1782" y="15178"/>
                    <a:pt x="2247" y="15314"/>
                    <a:pt x="2705" y="15314"/>
                  </a:cubicBezTo>
                  <a:cubicBezTo>
                    <a:pt x="3424" y="15314"/>
                    <a:pt x="4126" y="14978"/>
                    <a:pt x="4590" y="14347"/>
                  </a:cubicBezTo>
                  <a:cubicBezTo>
                    <a:pt x="7326" y="10639"/>
                    <a:pt x="11946" y="1793"/>
                    <a:pt x="12189" y="1277"/>
                  </a:cubicBezTo>
                  <a:lnTo>
                    <a:pt x="9727" y="0"/>
                  </a:ln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8" name="Google Shape;1338;g13b6acb253f_7_95"/>
            <p:cNvSpPr/>
            <p:nvPr/>
          </p:nvSpPr>
          <p:spPr>
            <a:xfrm>
              <a:off x="4041375" y="2485925"/>
              <a:ext cx="288775" cy="365050"/>
            </a:xfrm>
            <a:custGeom>
              <a:rect b="b" l="l" r="r" t="t"/>
              <a:pathLst>
                <a:path extrusionOk="0" h="14602" w="11551">
                  <a:moveTo>
                    <a:pt x="6827" y="0"/>
                  </a:moveTo>
                  <a:cubicBezTo>
                    <a:pt x="6703" y="0"/>
                    <a:pt x="6594" y="37"/>
                    <a:pt x="6505" y="121"/>
                  </a:cubicBezTo>
                  <a:cubicBezTo>
                    <a:pt x="4408" y="2795"/>
                    <a:pt x="2280" y="5501"/>
                    <a:pt x="183" y="8145"/>
                  </a:cubicBezTo>
                  <a:lnTo>
                    <a:pt x="0" y="11914"/>
                  </a:lnTo>
                  <a:cubicBezTo>
                    <a:pt x="743" y="14158"/>
                    <a:pt x="1082" y="14602"/>
                    <a:pt x="1461" y="14602"/>
                  </a:cubicBezTo>
                  <a:cubicBezTo>
                    <a:pt x="1709" y="14602"/>
                    <a:pt x="1974" y="14411"/>
                    <a:pt x="2380" y="14411"/>
                  </a:cubicBezTo>
                  <a:cubicBezTo>
                    <a:pt x="2496" y="14411"/>
                    <a:pt x="2624" y="14427"/>
                    <a:pt x="2767" y="14467"/>
                  </a:cubicBezTo>
                  <a:cubicBezTo>
                    <a:pt x="3149" y="14567"/>
                    <a:pt x="3473" y="14593"/>
                    <a:pt x="3709" y="14593"/>
                  </a:cubicBezTo>
                  <a:cubicBezTo>
                    <a:pt x="3979" y="14593"/>
                    <a:pt x="4134" y="14559"/>
                    <a:pt x="4134" y="14559"/>
                  </a:cubicBezTo>
                  <a:cubicBezTo>
                    <a:pt x="4803" y="14376"/>
                    <a:pt x="5137" y="13859"/>
                    <a:pt x="5320" y="13586"/>
                  </a:cubicBezTo>
                  <a:cubicBezTo>
                    <a:pt x="8086" y="9391"/>
                    <a:pt x="8177" y="9300"/>
                    <a:pt x="8998" y="8175"/>
                  </a:cubicBezTo>
                  <a:cubicBezTo>
                    <a:pt x="9818" y="7203"/>
                    <a:pt x="10365" y="5744"/>
                    <a:pt x="11186" y="4771"/>
                  </a:cubicBezTo>
                  <a:cubicBezTo>
                    <a:pt x="11277" y="4650"/>
                    <a:pt x="11551" y="4315"/>
                    <a:pt x="11551" y="3859"/>
                  </a:cubicBezTo>
                  <a:cubicBezTo>
                    <a:pt x="11551" y="3434"/>
                    <a:pt x="11338" y="3099"/>
                    <a:pt x="11186" y="2917"/>
                  </a:cubicBezTo>
                  <a:cubicBezTo>
                    <a:pt x="10639" y="2461"/>
                    <a:pt x="10001" y="1944"/>
                    <a:pt x="9241" y="1458"/>
                  </a:cubicBezTo>
                  <a:cubicBezTo>
                    <a:pt x="8385" y="854"/>
                    <a:pt x="7425" y="0"/>
                    <a:pt x="6827" y="0"/>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9" name="Google Shape;1339;g13b6acb253f_7_95"/>
            <p:cNvSpPr/>
            <p:nvPr/>
          </p:nvSpPr>
          <p:spPr>
            <a:xfrm>
              <a:off x="4226025" y="2464475"/>
              <a:ext cx="114000" cy="102750"/>
            </a:xfrm>
            <a:custGeom>
              <a:rect b="b" l="l" r="r" t="t"/>
              <a:pathLst>
                <a:path extrusionOk="0" h="4110" w="4560">
                  <a:moveTo>
                    <a:pt x="1432" y="1"/>
                  </a:moveTo>
                  <a:cubicBezTo>
                    <a:pt x="1419" y="1"/>
                    <a:pt x="1408" y="2"/>
                    <a:pt x="1399" y="6"/>
                  </a:cubicBezTo>
                  <a:cubicBezTo>
                    <a:pt x="1095" y="128"/>
                    <a:pt x="1" y="1799"/>
                    <a:pt x="1" y="1799"/>
                  </a:cubicBezTo>
                  <a:lnTo>
                    <a:pt x="3253" y="4109"/>
                  </a:lnTo>
                  <a:cubicBezTo>
                    <a:pt x="3253" y="4109"/>
                    <a:pt x="4560" y="2498"/>
                    <a:pt x="4469" y="2194"/>
                  </a:cubicBezTo>
                  <a:cubicBezTo>
                    <a:pt x="4439" y="1899"/>
                    <a:pt x="1861" y="1"/>
                    <a:pt x="1432" y="1"/>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0" name="Google Shape;1340;g13b6acb253f_7_95"/>
            <p:cNvSpPr/>
            <p:nvPr/>
          </p:nvSpPr>
          <p:spPr>
            <a:xfrm>
              <a:off x="4086200" y="2458525"/>
              <a:ext cx="253825" cy="186200"/>
            </a:xfrm>
            <a:custGeom>
              <a:rect b="b" l="l" r="r" t="t"/>
              <a:pathLst>
                <a:path extrusionOk="0" fill="none" h="7448" w="10153">
                  <a:moveTo>
                    <a:pt x="1" y="7448"/>
                  </a:moveTo>
                  <a:cubicBezTo>
                    <a:pt x="2584" y="4560"/>
                    <a:pt x="4287" y="1642"/>
                    <a:pt x="4743" y="1217"/>
                  </a:cubicBezTo>
                  <a:cubicBezTo>
                    <a:pt x="5229" y="822"/>
                    <a:pt x="5594" y="1369"/>
                    <a:pt x="5928" y="1369"/>
                  </a:cubicBezTo>
                  <a:cubicBezTo>
                    <a:pt x="6293" y="1429"/>
                    <a:pt x="6749" y="274"/>
                    <a:pt x="6961" y="153"/>
                  </a:cubicBezTo>
                  <a:cubicBezTo>
                    <a:pt x="7144" y="1"/>
                    <a:pt x="8512" y="1034"/>
                    <a:pt x="8512" y="1034"/>
                  </a:cubicBezTo>
                  <a:cubicBezTo>
                    <a:pt x="9241" y="1581"/>
                    <a:pt x="10153" y="2280"/>
                    <a:pt x="10153" y="2584"/>
                  </a:cubicBezTo>
                  <a:cubicBezTo>
                    <a:pt x="10153" y="2888"/>
                    <a:pt x="9272" y="3800"/>
                    <a:pt x="9424" y="4013"/>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1" name="Google Shape;1341;g13b6acb253f_7_95"/>
            <p:cNvSpPr/>
            <p:nvPr/>
          </p:nvSpPr>
          <p:spPr>
            <a:xfrm>
              <a:off x="4264775" y="2507175"/>
              <a:ext cx="54750" cy="49400"/>
            </a:xfrm>
            <a:custGeom>
              <a:rect b="b" l="l" r="r" t="t"/>
              <a:pathLst>
                <a:path extrusionOk="0" fill="none" h="1976" w="2190">
                  <a:moveTo>
                    <a:pt x="1" y="0"/>
                  </a:moveTo>
                  <a:cubicBezTo>
                    <a:pt x="700" y="638"/>
                    <a:pt x="1460" y="1338"/>
                    <a:pt x="2189" y="1976"/>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2" name="Google Shape;1342;g13b6acb253f_7_95"/>
            <p:cNvSpPr/>
            <p:nvPr/>
          </p:nvSpPr>
          <p:spPr>
            <a:xfrm>
              <a:off x="4260975" y="2482850"/>
              <a:ext cx="8400" cy="9900"/>
            </a:xfrm>
            <a:custGeom>
              <a:rect b="b" l="l" r="r" t="t"/>
              <a:pathLst>
                <a:path extrusionOk="0" fill="none" h="396" w="336">
                  <a:moveTo>
                    <a:pt x="1" y="396"/>
                  </a:moveTo>
                  <a:cubicBezTo>
                    <a:pt x="122" y="244"/>
                    <a:pt x="214" y="92"/>
                    <a:pt x="335" y="0"/>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3" name="Google Shape;1343;g13b6acb253f_7_95"/>
            <p:cNvSpPr/>
            <p:nvPr/>
          </p:nvSpPr>
          <p:spPr>
            <a:xfrm>
              <a:off x="4275425" y="2500325"/>
              <a:ext cx="11425" cy="15225"/>
            </a:xfrm>
            <a:custGeom>
              <a:rect b="b" l="l" r="r" t="t"/>
              <a:pathLst>
                <a:path extrusionOk="0" fill="none" h="609" w="457">
                  <a:moveTo>
                    <a:pt x="0" y="608"/>
                  </a:moveTo>
                  <a:cubicBezTo>
                    <a:pt x="152" y="426"/>
                    <a:pt x="304" y="244"/>
                    <a:pt x="456" y="1"/>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4" name="Google Shape;1344;g13b6acb253f_7_95"/>
            <p:cNvSpPr/>
            <p:nvPr/>
          </p:nvSpPr>
          <p:spPr>
            <a:xfrm>
              <a:off x="4302775" y="2511725"/>
              <a:ext cx="9150" cy="13700"/>
            </a:xfrm>
            <a:custGeom>
              <a:rect b="b" l="l" r="r" t="t"/>
              <a:pathLst>
                <a:path extrusionOk="0" fill="none" h="548" w="366">
                  <a:moveTo>
                    <a:pt x="1" y="548"/>
                  </a:moveTo>
                  <a:cubicBezTo>
                    <a:pt x="122" y="365"/>
                    <a:pt x="213" y="213"/>
                    <a:pt x="365" y="1"/>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g13b6acb253f_7_95"/>
            <p:cNvSpPr/>
            <p:nvPr/>
          </p:nvSpPr>
          <p:spPr>
            <a:xfrm>
              <a:off x="3451350" y="1931925"/>
              <a:ext cx="579400" cy="507625"/>
            </a:xfrm>
            <a:custGeom>
              <a:rect b="b" l="l" r="r" t="t"/>
              <a:pathLst>
                <a:path extrusionOk="0" h="20305" w="23176">
                  <a:moveTo>
                    <a:pt x="16307" y="1"/>
                  </a:moveTo>
                  <a:lnTo>
                    <a:pt x="7978" y="3952"/>
                  </a:lnTo>
                  <a:cubicBezTo>
                    <a:pt x="6914" y="5837"/>
                    <a:pt x="3966" y="6080"/>
                    <a:pt x="2750" y="7904"/>
                  </a:cubicBezTo>
                  <a:cubicBezTo>
                    <a:pt x="1565" y="9606"/>
                    <a:pt x="4239" y="10426"/>
                    <a:pt x="3510" y="11916"/>
                  </a:cubicBezTo>
                  <a:cubicBezTo>
                    <a:pt x="2720" y="13557"/>
                    <a:pt x="349" y="14317"/>
                    <a:pt x="197" y="16414"/>
                  </a:cubicBezTo>
                  <a:cubicBezTo>
                    <a:pt x="1" y="19637"/>
                    <a:pt x="4352" y="20304"/>
                    <a:pt x="7991" y="20304"/>
                  </a:cubicBezTo>
                  <a:cubicBezTo>
                    <a:pt x="10564" y="20304"/>
                    <a:pt x="12781" y="19971"/>
                    <a:pt x="12781" y="19971"/>
                  </a:cubicBezTo>
                  <a:cubicBezTo>
                    <a:pt x="12781" y="19971"/>
                    <a:pt x="23176" y="18147"/>
                    <a:pt x="22386" y="15563"/>
                  </a:cubicBezTo>
                  <a:cubicBezTo>
                    <a:pt x="22112" y="14682"/>
                    <a:pt x="21504" y="13983"/>
                    <a:pt x="21048" y="13253"/>
                  </a:cubicBezTo>
                  <a:cubicBezTo>
                    <a:pt x="20440" y="12311"/>
                    <a:pt x="20501" y="11581"/>
                    <a:pt x="21352" y="10943"/>
                  </a:cubicBezTo>
                  <a:cubicBezTo>
                    <a:pt x="21960" y="10487"/>
                    <a:pt x="22720" y="10062"/>
                    <a:pt x="22355" y="9150"/>
                  </a:cubicBezTo>
                  <a:cubicBezTo>
                    <a:pt x="21656" y="7387"/>
                    <a:pt x="18252" y="669"/>
                    <a:pt x="16307"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6" name="Google Shape;1346;g13b6acb253f_7_95"/>
            <p:cNvSpPr/>
            <p:nvPr/>
          </p:nvSpPr>
          <p:spPr>
            <a:xfrm>
              <a:off x="3573275" y="2298675"/>
              <a:ext cx="464325" cy="858000"/>
            </a:xfrm>
            <a:custGeom>
              <a:rect b="b" l="l" r="r" t="t"/>
              <a:pathLst>
                <a:path extrusionOk="0" h="34320" w="18573">
                  <a:moveTo>
                    <a:pt x="8840" y="1"/>
                  </a:moveTo>
                  <a:cubicBezTo>
                    <a:pt x="8321" y="1"/>
                    <a:pt x="7803" y="24"/>
                    <a:pt x="7296" y="73"/>
                  </a:cubicBezTo>
                  <a:cubicBezTo>
                    <a:pt x="2888" y="468"/>
                    <a:pt x="1" y="2139"/>
                    <a:pt x="183" y="4115"/>
                  </a:cubicBezTo>
                  <a:cubicBezTo>
                    <a:pt x="1855" y="8431"/>
                    <a:pt x="2463" y="12079"/>
                    <a:pt x="2706" y="14571"/>
                  </a:cubicBezTo>
                  <a:cubicBezTo>
                    <a:pt x="3010" y="18006"/>
                    <a:pt x="2736" y="20772"/>
                    <a:pt x="2493" y="23356"/>
                  </a:cubicBezTo>
                  <a:cubicBezTo>
                    <a:pt x="2189" y="26638"/>
                    <a:pt x="1703" y="29374"/>
                    <a:pt x="1277" y="31380"/>
                  </a:cubicBezTo>
                  <a:cubicBezTo>
                    <a:pt x="2035" y="31969"/>
                    <a:pt x="5149" y="34319"/>
                    <a:pt x="9663" y="34319"/>
                  </a:cubicBezTo>
                  <a:cubicBezTo>
                    <a:pt x="10040" y="34319"/>
                    <a:pt x="10426" y="34303"/>
                    <a:pt x="10822" y="34268"/>
                  </a:cubicBezTo>
                  <a:cubicBezTo>
                    <a:pt x="14955" y="33872"/>
                    <a:pt x="17661" y="31714"/>
                    <a:pt x="18573" y="30863"/>
                  </a:cubicBezTo>
                  <a:lnTo>
                    <a:pt x="17144" y="3143"/>
                  </a:lnTo>
                  <a:cubicBezTo>
                    <a:pt x="16955" y="1393"/>
                    <a:pt x="12857" y="1"/>
                    <a:pt x="8840" y="1"/>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7" name="Google Shape;1347;g13b6acb253f_7_95"/>
            <p:cNvSpPr/>
            <p:nvPr/>
          </p:nvSpPr>
          <p:spPr>
            <a:xfrm>
              <a:off x="3813875" y="1931925"/>
              <a:ext cx="137100" cy="127625"/>
            </a:xfrm>
            <a:custGeom>
              <a:rect b="b" l="l" r="r" t="t"/>
              <a:pathLst>
                <a:path extrusionOk="0" h="5105" w="5484">
                  <a:moveTo>
                    <a:pt x="1806" y="1"/>
                  </a:moveTo>
                  <a:cubicBezTo>
                    <a:pt x="1806" y="1"/>
                    <a:pt x="468" y="2007"/>
                    <a:pt x="195" y="2037"/>
                  </a:cubicBezTo>
                  <a:cubicBezTo>
                    <a:pt x="0" y="2065"/>
                    <a:pt x="2540" y="5105"/>
                    <a:pt x="3309" y="5105"/>
                  </a:cubicBezTo>
                  <a:cubicBezTo>
                    <a:pt x="3383" y="5105"/>
                    <a:pt x="3440" y="5077"/>
                    <a:pt x="3477" y="5016"/>
                  </a:cubicBezTo>
                  <a:cubicBezTo>
                    <a:pt x="5483" y="1581"/>
                    <a:pt x="1806" y="1"/>
                    <a:pt x="1806"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8" name="Google Shape;1348;g13b6acb253f_7_95"/>
            <p:cNvSpPr/>
            <p:nvPr/>
          </p:nvSpPr>
          <p:spPr>
            <a:xfrm>
              <a:off x="3721450" y="2184225"/>
              <a:ext cx="107175" cy="148950"/>
            </a:xfrm>
            <a:custGeom>
              <a:rect b="b" l="l" r="r" t="t"/>
              <a:pathLst>
                <a:path extrusionOk="0" h="5958" w="4287">
                  <a:moveTo>
                    <a:pt x="1" y="0"/>
                  </a:moveTo>
                  <a:lnTo>
                    <a:pt x="1794" y="5958"/>
                  </a:lnTo>
                  <a:lnTo>
                    <a:pt x="4287" y="5198"/>
                  </a:lnTo>
                  <a:lnTo>
                    <a:pt x="2797" y="243"/>
                  </a:lnTo>
                  <a:lnTo>
                    <a:pt x="1" y="0"/>
                  </a:ln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9" name="Google Shape;1349;g13b6acb253f_7_95"/>
            <p:cNvSpPr/>
            <p:nvPr/>
          </p:nvSpPr>
          <p:spPr>
            <a:xfrm>
              <a:off x="3728300" y="2187250"/>
              <a:ext cx="95775" cy="113250"/>
            </a:xfrm>
            <a:custGeom>
              <a:rect b="b" l="l" r="r" t="t"/>
              <a:pathLst>
                <a:path extrusionOk="0" h="4530" w="3831">
                  <a:moveTo>
                    <a:pt x="0" y="1"/>
                  </a:moveTo>
                  <a:lnTo>
                    <a:pt x="0" y="1"/>
                  </a:lnTo>
                  <a:cubicBezTo>
                    <a:pt x="791" y="1551"/>
                    <a:pt x="2280" y="3709"/>
                    <a:pt x="3830" y="4530"/>
                  </a:cubicBezTo>
                  <a:lnTo>
                    <a:pt x="2827" y="153"/>
                  </a:lnTo>
                  <a:lnTo>
                    <a:pt x="0" y="1"/>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0" name="Google Shape;1350;g13b6acb253f_7_95"/>
            <p:cNvSpPr/>
            <p:nvPr/>
          </p:nvSpPr>
          <p:spPr>
            <a:xfrm>
              <a:off x="3655725" y="1948725"/>
              <a:ext cx="315775" cy="307225"/>
            </a:xfrm>
            <a:custGeom>
              <a:rect b="b" l="l" r="r" t="t"/>
              <a:pathLst>
                <a:path extrusionOk="0" h="12289" w="12631">
                  <a:moveTo>
                    <a:pt x="6571" y="1"/>
                  </a:moveTo>
                  <a:cubicBezTo>
                    <a:pt x="3227" y="1"/>
                    <a:pt x="0" y="3824"/>
                    <a:pt x="2660" y="9724"/>
                  </a:cubicBezTo>
                  <a:cubicBezTo>
                    <a:pt x="2660" y="9724"/>
                    <a:pt x="2995" y="10058"/>
                    <a:pt x="3542" y="10545"/>
                  </a:cubicBezTo>
                  <a:cubicBezTo>
                    <a:pt x="4551" y="11451"/>
                    <a:pt x="6106" y="12288"/>
                    <a:pt x="7656" y="12288"/>
                  </a:cubicBezTo>
                  <a:cubicBezTo>
                    <a:pt x="8392" y="12288"/>
                    <a:pt x="9128" y="12099"/>
                    <a:pt x="9803" y="11639"/>
                  </a:cubicBezTo>
                  <a:cubicBezTo>
                    <a:pt x="12630" y="9663"/>
                    <a:pt x="10715" y="1912"/>
                    <a:pt x="9074" y="788"/>
                  </a:cubicBezTo>
                  <a:cubicBezTo>
                    <a:pt x="8297" y="253"/>
                    <a:pt x="7430" y="1"/>
                    <a:pt x="6571"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1" name="Google Shape;1351;g13b6acb253f_7_95"/>
            <p:cNvSpPr/>
            <p:nvPr/>
          </p:nvSpPr>
          <p:spPr>
            <a:xfrm>
              <a:off x="3862800" y="2153625"/>
              <a:ext cx="38025" cy="30300"/>
            </a:xfrm>
            <a:custGeom>
              <a:rect b="b" l="l" r="r" t="t"/>
              <a:pathLst>
                <a:path extrusionOk="0" h="1212" w="1521">
                  <a:moveTo>
                    <a:pt x="1105" y="0"/>
                  </a:moveTo>
                  <a:cubicBezTo>
                    <a:pt x="980" y="0"/>
                    <a:pt x="855" y="55"/>
                    <a:pt x="730" y="130"/>
                  </a:cubicBezTo>
                  <a:cubicBezTo>
                    <a:pt x="487" y="282"/>
                    <a:pt x="1" y="495"/>
                    <a:pt x="122" y="829"/>
                  </a:cubicBezTo>
                  <a:cubicBezTo>
                    <a:pt x="221" y="1100"/>
                    <a:pt x="539" y="1211"/>
                    <a:pt x="786" y="1211"/>
                  </a:cubicBezTo>
                  <a:cubicBezTo>
                    <a:pt x="843" y="1211"/>
                    <a:pt x="897" y="1205"/>
                    <a:pt x="943" y="1194"/>
                  </a:cubicBezTo>
                  <a:cubicBezTo>
                    <a:pt x="1308" y="1102"/>
                    <a:pt x="1520" y="707"/>
                    <a:pt x="1460" y="343"/>
                  </a:cubicBezTo>
                  <a:cubicBezTo>
                    <a:pt x="1399" y="191"/>
                    <a:pt x="1338" y="39"/>
                    <a:pt x="1186" y="8"/>
                  </a:cubicBezTo>
                  <a:cubicBezTo>
                    <a:pt x="1159" y="3"/>
                    <a:pt x="1132" y="0"/>
                    <a:pt x="110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2" name="Google Shape;1352;g13b6acb253f_7_95"/>
            <p:cNvSpPr/>
            <p:nvPr/>
          </p:nvSpPr>
          <p:spPr>
            <a:xfrm>
              <a:off x="3640900" y="1914450"/>
              <a:ext cx="232575" cy="258100"/>
            </a:xfrm>
            <a:custGeom>
              <a:rect b="b" l="l" r="r" t="t"/>
              <a:pathLst>
                <a:path extrusionOk="0" h="10324" w="9303">
                  <a:moveTo>
                    <a:pt x="6949" y="0"/>
                  </a:moveTo>
                  <a:cubicBezTo>
                    <a:pt x="6125" y="0"/>
                    <a:pt x="5220" y="293"/>
                    <a:pt x="4500" y="578"/>
                  </a:cubicBezTo>
                  <a:cubicBezTo>
                    <a:pt x="3983" y="791"/>
                    <a:pt x="1460" y="1946"/>
                    <a:pt x="670" y="4773"/>
                  </a:cubicBezTo>
                  <a:cubicBezTo>
                    <a:pt x="1" y="7417"/>
                    <a:pt x="1247" y="9545"/>
                    <a:pt x="1430" y="9879"/>
                  </a:cubicBezTo>
                  <a:cubicBezTo>
                    <a:pt x="1769" y="9992"/>
                    <a:pt x="2595" y="10324"/>
                    <a:pt x="3184" y="10324"/>
                  </a:cubicBezTo>
                  <a:cubicBezTo>
                    <a:pt x="3387" y="10324"/>
                    <a:pt x="3562" y="10284"/>
                    <a:pt x="3679" y="10183"/>
                  </a:cubicBezTo>
                  <a:cubicBezTo>
                    <a:pt x="3831" y="10062"/>
                    <a:pt x="3740" y="10001"/>
                    <a:pt x="3740" y="9849"/>
                  </a:cubicBezTo>
                  <a:cubicBezTo>
                    <a:pt x="3740" y="9545"/>
                    <a:pt x="3740" y="9271"/>
                    <a:pt x="3831" y="8967"/>
                  </a:cubicBezTo>
                  <a:cubicBezTo>
                    <a:pt x="3983" y="8329"/>
                    <a:pt x="4348" y="7751"/>
                    <a:pt x="4834" y="7296"/>
                  </a:cubicBezTo>
                  <a:cubicBezTo>
                    <a:pt x="5655" y="6596"/>
                    <a:pt x="6658" y="6323"/>
                    <a:pt x="7509" y="5654"/>
                  </a:cubicBezTo>
                  <a:cubicBezTo>
                    <a:pt x="8117" y="5168"/>
                    <a:pt x="8573" y="4530"/>
                    <a:pt x="8846" y="3800"/>
                  </a:cubicBezTo>
                  <a:cubicBezTo>
                    <a:pt x="9180" y="3010"/>
                    <a:pt x="9302" y="2037"/>
                    <a:pt x="8937" y="1247"/>
                  </a:cubicBezTo>
                  <a:cubicBezTo>
                    <a:pt x="8553" y="308"/>
                    <a:pt x="7794" y="0"/>
                    <a:pt x="6949"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3" name="Google Shape;1353;g13b6acb253f_7_95"/>
            <p:cNvSpPr/>
            <p:nvPr/>
          </p:nvSpPr>
          <p:spPr>
            <a:xfrm>
              <a:off x="3868875" y="2089225"/>
              <a:ext cx="27375" cy="38775"/>
            </a:xfrm>
            <a:custGeom>
              <a:rect b="b" l="l" r="r" t="t"/>
              <a:pathLst>
                <a:path extrusionOk="0" fill="none" h="1551" w="1095">
                  <a:moveTo>
                    <a:pt x="1" y="1"/>
                  </a:moveTo>
                  <a:cubicBezTo>
                    <a:pt x="1" y="1"/>
                    <a:pt x="92" y="1064"/>
                    <a:pt x="335" y="1095"/>
                  </a:cubicBezTo>
                  <a:cubicBezTo>
                    <a:pt x="548" y="1095"/>
                    <a:pt x="973" y="791"/>
                    <a:pt x="1004" y="882"/>
                  </a:cubicBezTo>
                  <a:cubicBezTo>
                    <a:pt x="1095" y="1004"/>
                    <a:pt x="852" y="1399"/>
                    <a:pt x="517" y="1551"/>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4" name="Google Shape;1354;g13b6acb253f_7_95"/>
            <p:cNvSpPr/>
            <p:nvPr/>
          </p:nvSpPr>
          <p:spPr>
            <a:xfrm>
              <a:off x="3687275" y="2150150"/>
              <a:ext cx="66125" cy="65725"/>
            </a:xfrm>
            <a:custGeom>
              <a:rect b="b" l="l" r="r" t="t"/>
              <a:pathLst>
                <a:path extrusionOk="0" h="2629" w="2645">
                  <a:moveTo>
                    <a:pt x="1031" y="1"/>
                  </a:moveTo>
                  <a:cubicBezTo>
                    <a:pt x="834" y="1"/>
                    <a:pt x="645" y="58"/>
                    <a:pt x="486" y="178"/>
                  </a:cubicBezTo>
                  <a:cubicBezTo>
                    <a:pt x="0" y="512"/>
                    <a:pt x="0" y="1333"/>
                    <a:pt x="456" y="1971"/>
                  </a:cubicBezTo>
                  <a:cubicBezTo>
                    <a:pt x="766" y="2384"/>
                    <a:pt x="1216" y="2629"/>
                    <a:pt x="1625" y="2629"/>
                  </a:cubicBezTo>
                  <a:cubicBezTo>
                    <a:pt x="1818" y="2629"/>
                    <a:pt x="2002" y="2574"/>
                    <a:pt x="2158" y="2457"/>
                  </a:cubicBezTo>
                  <a:cubicBezTo>
                    <a:pt x="2645" y="2123"/>
                    <a:pt x="2645" y="1333"/>
                    <a:pt x="2189" y="694"/>
                  </a:cubicBezTo>
                  <a:cubicBezTo>
                    <a:pt x="1882" y="244"/>
                    <a:pt x="1437" y="1"/>
                    <a:pt x="1031" y="1"/>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5" name="Google Shape;1355;g13b6acb253f_7_95"/>
            <p:cNvSpPr/>
            <p:nvPr/>
          </p:nvSpPr>
          <p:spPr>
            <a:xfrm>
              <a:off x="3887875" y="2336200"/>
              <a:ext cx="294875" cy="527200"/>
            </a:xfrm>
            <a:custGeom>
              <a:rect b="b" l="l" r="r" t="t"/>
              <a:pathLst>
                <a:path extrusionOk="0" h="21088" w="11795">
                  <a:moveTo>
                    <a:pt x="2537" y="0"/>
                  </a:moveTo>
                  <a:cubicBezTo>
                    <a:pt x="2532" y="0"/>
                    <a:pt x="2528" y="0"/>
                    <a:pt x="2523" y="0"/>
                  </a:cubicBezTo>
                  <a:cubicBezTo>
                    <a:pt x="1" y="31"/>
                    <a:pt x="365" y="4286"/>
                    <a:pt x="1095" y="7022"/>
                  </a:cubicBezTo>
                  <a:cubicBezTo>
                    <a:pt x="1125" y="7477"/>
                    <a:pt x="5350" y="17174"/>
                    <a:pt x="6140" y="19940"/>
                  </a:cubicBezTo>
                  <a:cubicBezTo>
                    <a:pt x="6387" y="20774"/>
                    <a:pt x="7343" y="21088"/>
                    <a:pt x="8352" y="21088"/>
                  </a:cubicBezTo>
                  <a:cubicBezTo>
                    <a:pt x="8961" y="21088"/>
                    <a:pt x="9589" y="20974"/>
                    <a:pt x="10092" y="20791"/>
                  </a:cubicBezTo>
                  <a:cubicBezTo>
                    <a:pt x="11217" y="20335"/>
                    <a:pt x="11794" y="19089"/>
                    <a:pt x="11460" y="17903"/>
                  </a:cubicBezTo>
                  <a:cubicBezTo>
                    <a:pt x="10670" y="14867"/>
                    <a:pt x="6847" y="0"/>
                    <a:pt x="2537" y="0"/>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6" name="Google Shape;1356;g13b6acb253f_7_95"/>
            <p:cNvSpPr/>
            <p:nvPr/>
          </p:nvSpPr>
          <p:spPr>
            <a:xfrm>
              <a:off x="3428900" y="2332550"/>
              <a:ext cx="251325" cy="592225"/>
            </a:xfrm>
            <a:custGeom>
              <a:rect b="b" l="l" r="r" t="t"/>
              <a:pathLst>
                <a:path extrusionOk="0" h="23689" w="10053">
                  <a:moveTo>
                    <a:pt x="8395" y="0"/>
                  </a:moveTo>
                  <a:cubicBezTo>
                    <a:pt x="8225" y="0"/>
                    <a:pt x="8031" y="47"/>
                    <a:pt x="7812" y="146"/>
                  </a:cubicBezTo>
                  <a:cubicBezTo>
                    <a:pt x="1" y="3794"/>
                    <a:pt x="1368" y="17867"/>
                    <a:pt x="973" y="20967"/>
                  </a:cubicBezTo>
                  <a:cubicBezTo>
                    <a:pt x="821" y="22153"/>
                    <a:pt x="1551" y="23308"/>
                    <a:pt x="2736" y="23642"/>
                  </a:cubicBezTo>
                  <a:cubicBezTo>
                    <a:pt x="2877" y="23674"/>
                    <a:pt x="3030" y="23689"/>
                    <a:pt x="3192" y="23689"/>
                  </a:cubicBezTo>
                  <a:cubicBezTo>
                    <a:pt x="4578" y="23689"/>
                    <a:pt x="6619" y="22586"/>
                    <a:pt x="6809" y="21362"/>
                  </a:cubicBezTo>
                  <a:cubicBezTo>
                    <a:pt x="7265" y="18505"/>
                    <a:pt x="9271" y="7319"/>
                    <a:pt x="9271" y="6864"/>
                  </a:cubicBezTo>
                  <a:cubicBezTo>
                    <a:pt x="9574" y="4356"/>
                    <a:pt x="10052" y="0"/>
                    <a:pt x="8395" y="0"/>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7" name="Google Shape;1357;g13b6acb253f_7_95"/>
            <p:cNvSpPr/>
            <p:nvPr/>
          </p:nvSpPr>
          <p:spPr>
            <a:xfrm>
              <a:off x="3590000" y="2409150"/>
              <a:ext cx="72225" cy="313100"/>
            </a:xfrm>
            <a:custGeom>
              <a:rect b="b" l="l" r="r" t="t"/>
              <a:pathLst>
                <a:path extrusionOk="0" fill="none" h="12524" w="2889">
                  <a:moveTo>
                    <a:pt x="0" y="0"/>
                  </a:moveTo>
                  <a:cubicBezTo>
                    <a:pt x="852" y="426"/>
                    <a:pt x="1520" y="1125"/>
                    <a:pt x="1946" y="1945"/>
                  </a:cubicBezTo>
                  <a:cubicBezTo>
                    <a:pt x="2888" y="3860"/>
                    <a:pt x="2280" y="6535"/>
                    <a:pt x="2037" y="8511"/>
                  </a:cubicBezTo>
                  <a:cubicBezTo>
                    <a:pt x="1824" y="9848"/>
                    <a:pt x="1642" y="11186"/>
                    <a:pt x="1429" y="12523"/>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8" name="Google Shape;1358;g13b6acb253f_7_95"/>
            <p:cNvSpPr/>
            <p:nvPr/>
          </p:nvSpPr>
          <p:spPr>
            <a:xfrm>
              <a:off x="3977550" y="2445625"/>
              <a:ext cx="74500" cy="377675"/>
            </a:xfrm>
            <a:custGeom>
              <a:rect b="b" l="l" r="r" t="t"/>
              <a:pathLst>
                <a:path extrusionOk="0" fill="none" h="15107" w="2980">
                  <a:moveTo>
                    <a:pt x="0" y="0"/>
                  </a:moveTo>
                  <a:cubicBezTo>
                    <a:pt x="91" y="790"/>
                    <a:pt x="213" y="1550"/>
                    <a:pt x="608" y="2249"/>
                  </a:cubicBezTo>
                  <a:cubicBezTo>
                    <a:pt x="1064" y="3009"/>
                    <a:pt x="1824" y="3556"/>
                    <a:pt x="2280" y="4316"/>
                  </a:cubicBezTo>
                  <a:cubicBezTo>
                    <a:pt x="2827" y="5137"/>
                    <a:pt x="2979" y="5958"/>
                    <a:pt x="2827" y="6900"/>
                  </a:cubicBezTo>
                  <a:cubicBezTo>
                    <a:pt x="2402" y="9635"/>
                    <a:pt x="1672" y="12310"/>
                    <a:pt x="1885" y="15107"/>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9" name="Google Shape;1359;g13b6acb253f_7_95"/>
            <p:cNvSpPr/>
            <p:nvPr/>
          </p:nvSpPr>
          <p:spPr>
            <a:xfrm>
              <a:off x="3778450" y="2085600"/>
              <a:ext cx="34975" cy="35350"/>
            </a:xfrm>
            <a:custGeom>
              <a:rect b="b" l="l" r="r" t="t"/>
              <a:pathLst>
                <a:path extrusionOk="0" h="1414" w="1399">
                  <a:moveTo>
                    <a:pt x="1204" y="1"/>
                  </a:moveTo>
                  <a:cubicBezTo>
                    <a:pt x="1051" y="1"/>
                    <a:pt x="733" y="173"/>
                    <a:pt x="457" y="450"/>
                  </a:cubicBezTo>
                  <a:cubicBezTo>
                    <a:pt x="122" y="845"/>
                    <a:pt x="1" y="1270"/>
                    <a:pt x="122" y="1392"/>
                  </a:cubicBezTo>
                  <a:cubicBezTo>
                    <a:pt x="133" y="1406"/>
                    <a:pt x="146" y="1413"/>
                    <a:pt x="160" y="1413"/>
                  </a:cubicBezTo>
                  <a:cubicBezTo>
                    <a:pt x="266" y="1413"/>
                    <a:pt x="466" y="1048"/>
                    <a:pt x="760" y="753"/>
                  </a:cubicBezTo>
                  <a:cubicBezTo>
                    <a:pt x="1095" y="419"/>
                    <a:pt x="1399" y="146"/>
                    <a:pt x="1277" y="24"/>
                  </a:cubicBezTo>
                  <a:cubicBezTo>
                    <a:pt x="1261" y="8"/>
                    <a:pt x="1236" y="1"/>
                    <a:pt x="1204"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0" name="Google Shape;1360;g13b6acb253f_7_95"/>
            <p:cNvSpPr/>
            <p:nvPr/>
          </p:nvSpPr>
          <p:spPr>
            <a:xfrm>
              <a:off x="3889400" y="2051125"/>
              <a:ext cx="41825" cy="13200"/>
            </a:xfrm>
            <a:custGeom>
              <a:rect b="b" l="l" r="r" t="t"/>
              <a:pathLst>
                <a:path extrusionOk="0" h="528" w="1673">
                  <a:moveTo>
                    <a:pt x="711" y="0"/>
                  </a:moveTo>
                  <a:cubicBezTo>
                    <a:pt x="317" y="0"/>
                    <a:pt x="0" y="112"/>
                    <a:pt x="0" y="248"/>
                  </a:cubicBezTo>
                  <a:cubicBezTo>
                    <a:pt x="0" y="400"/>
                    <a:pt x="396" y="400"/>
                    <a:pt x="851" y="430"/>
                  </a:cubicBezTo>
                  <a:cubicBezTo>
                    <a:pt x="1140" y="451"/>
                    <a:pt x="1414" y="527"/>
                    <a:pt x="1561" y="527"/>
                  </a:cubicBezTo>
                  <a:cubicBezTo>
                    <a:pt x="1631" y="527"/>
                    <a:pt x="1672" y="510"/>
                    <a:pt x="1672" y="461"/>
                  </a:cubicBezTo>
                  <a:cubicBezTo>
                    <a:pt x="1672" y="309"/>
                    <a:pt x="1338" y="35"/>
                    <a:pt x="851" y="5"/>
                  </a:cubicBezTo>
                  <a:cubicBezTo>
                    <a:pt x="804" y="2"/>
                    <a:pt x="757" y="0"/>
                    <a:pt x="711"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1" name="Google Shape;1361;g13b6acb253f_7_95"/>
            <p:cNvSpPr/>
            <p:nvPr/>
          </p:nvSpPr>
          <p:spPr>
            <a:xfrm>
              <a:off x="3808850" y="2118100"/>
              <a:ext cx="16750" cy="11425"/>
            </a:xfrm>
            <a:custGeom>
              <a:rect b="b" l="l" r="r" t="t"/>
              <a:pathLst>
                <a:path extrusionOk="0" fill="none" h="457" w="670">
                  <a:moveTo>
                    <a:pt x="0" y="457"/>
                  </a:moveTo>
                  <a:cubicBezTo>
                    <a:pt x="0" y="305"/>
                    <a:pt x="122" y="153"/>
                    <a:pt x="213" y="61"/>
                  </a:cubicBezTo>
                  <a:cubicBezTo>
                    <a:pt x="335" y="1"/>
                    <a:pt x="517" y="1"/>
                    <a:pt x="669" y="31"/>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2" name="Google Shape;1362;g13b6acb253f_7_95"/>
            <p:cNvSpPr/>
            <p:nvPr/>
          </p:nvSpPr>
          <p:spPr>
            <a:xfrm>
              <a:off x="3899275" y="2089975"/>
              <a:ext cx="12950" cy="7625"/>
            </a:xfrm>
            <a:custGeom>
              <a:rect b="b" l="l" r="r" t="t"/>
              <a:pathLst>
                <a:path extrusionOk="0" fill="none" h="305" w="518">
                  <a:moveTo>
                    <a:pt x="1" y="305"/>
                  </a:moveTo>
                  <a:cubicBezTo>
                    <a:pt x="61" y="244"/>
                    <a:pt x="122" y="123"/>
                    <a:pt x="213" y="92"/>
                  </a:cubicBezTo>
                  <a:cubicBezTo>
                    <a:pt x="335" y="62"/>
                    <a:pt x="456" y="1"/>
                    <a:pt x="517" y="92"/>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3" name="Google Shape;1363;g13b6acb253f_7_95"/>
            <p:cNvSpPr/>
            <p:nvPr/>
          </p:nvSpPr>
          <p:spPr>
            <a:xfrm>
              <a:off x="3694875" y="2082400"/>
              <a:ext cx="80550" cy="121975"/>
            </a:xfrm>
            <a:custGeom>
              <a:rect b="b" l="l" r="r" t="t"/>
              <a:pathLst>
                <a:path extrusionOk="0" h="4879" w="3222">
                  <a:moveTo>
                    <a:pt x="0" y="0"/>
                  </a:moveTo>
                  <a:lnTo>
                    <a:pt x="1034" y="2705"/>
                  </a:lnTo>
                  <a:cubicBezTo>
                    <a:pt x="1641" y="2979"/>
                    <a:pt x="1793" y="4255"/>
                    <a:pt x="1824" y="4711"/>
                  </a:cubicBezTo>
                  <a:cubicBezTo>
                    <a:pt x="1831" y="4823"/>
                    <a:pt x="1870" y="4878"/>
                    <a:pt x="1919" y="4878"/>
                  </a:cubicBezTo>
                  <a:cubicBezTo>
                    <a:pt x="2071" y="4878"/>
                    <a:pt x="2327" y="4353"/>
                    <a:pt x="2097" y="3344"/>
                  </a:cubicBezTo>
                  <a:cubicBezTo>
                    <a:pt x="1733" y="2037"/>
                    <a:pt x="1854" y="1459"/>
                    <a:pt x="2553" y="760"/>
                  </a:cubicBezTo>
                  <a:cubicBezTo>
                    <a:pt x="3222" y="91"/>
                    <a:pt x="0" y="0"/>
                    <a:pt x="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4" name="Google Shape;1364;g13b6acb253f_7_95"/>
            <p:cNvSpPr/>
            <p:nvPr/>
          </p:nvSpPr>
          <p:spPr>
            <a:xfrm>
              <a:off x="3737425" y="2264125"/>
              <a:ext cx="103375" cy="86525"/>
            </a:xfrm>
            <a:custGeom>
              <a:rect b="b" l="l" r="r" t="t"/>
              <a:pathLst>
                <a:path extrusionOk="0" h="3461" w="4135">
                  <a:moveTo>
                    <a:pt x="2915" y="1"/>
                  </a:moveTo>
                  <a:cubicBezTo>
                    <a:pt x="1925" y="1"/>
                    <a:pt x="100" y="259"/>
                    <a:pt x="31" y="603"/>
                  </a:cubicBezTo>
                  <a:cubicBezTo>
                    <a:pt x="0" y="1059"/>
                    <a:pt x="487" y="3339"/>
                    <a:pt x="608" y="3461"/>
                  </a:cubicBezTo>
                  <a:lnTo>
                    <a:pt x="4134" y="2731"/>
                  </a:lnTo>
                  <a:cubicBezTo>
                    <a:pt x="4134" y="2731"/>
                    <a:pt x="3830" y="330"/>
                    <a:pt x="3526" y="87"/>
                  </a:cubicBezTo>
                  <a:cubicBezTo>
                    <a:pt x="3467" y="27"/>
                    <a:pt x="3234" y="1"/>
                    <a:pt x="2915" y="1"/>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5" name="Google Shape;1365;g13b6acb253f_7_95"/>
            <p:cNvSpPr/>
            <p:nvPr/>
          </p:nvSpPr>
          <p:spPr>
            <a:xfrm>
              <a:off x="3753375" y="2285275"/>
              <a:ext cx="5350" cy="16750"/>
            </a:xfrm>
            <a:custGeom>
              <a:rect b="b" l="l" r="r" t="t"/>
              <a:pathLst>
                <a:path extrusionOk="0" fill="none" h="670" w="214">
                  <a:moveTo>
                    <a:pt x="1" y="1"/>
                  </a:moveTo>
                  <a:cubicBezTo>
                    <a:pt x="122" y="213"/>
                    <a:pt x="153" y="457"/>
                    <a:pt x="213" y="669"/>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6" name="Google Shape;1366;g13b6acb253f_7_95"/>
            <p:cNvSpPr/>
            <p:nvPr/>
          </p:nvSpPr>
          <p:spPr>
            <a:xfrm>
              <a:off x="3777700" y="2277675"/>
              <a:ext cx="5325" cy="16750"/>
            </a:xfrm>
            <a:custGeom>
              <a:rect b="b" l="l" r="r" t="t"/>
              <a:pathLst>
                <a:path extrusionOk="0" fill="none" h="670" w="213">
                  <a:moveTo>
                    <a:pt x="0" y="1"/>
                  </a:moveTo>
                  <a:lnTo>
                    <a:pt x="213" y="669"/>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7" name="Google Shape;1367;g13b6acb253f_7_95"/>
            <p:cNvSpPr/>
            <p:nvPr/>
          </p:nvSpPr>
          <p:spPr>
            <a:xfrm>
              <a:off x="3802775" y="2276150"/>
              <a:ext cx="3825" cy="17500"/>
            </a:xfrm>
            <a:custGeom>
              <a:rect b="b" l="l" r="r" t="t"/>
              <a:pathLst>
                <a:path extrusionOk="0" fill="none" h="700" w="153">
                  <a:moveTo>
                    <a:pt x="0" y="1"/>
                  </a:moveTo>
                  <a:cubicBezTo>
                    <a:pt x="61" y="244"/>
                    <a:pt x="122" y="457"/>
                    <a:pt x="152" y="700"/>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8" name="Google Shape;1368;g13b6acb253f_7_95"/>
            <p:cNvSpPr/>
            <p:nvPr/>
          </p:nvSpPr>
          <p:spPr>
            <a:xfrm>
              <a:off x="3819475" y="2279200"/>
              <a:ext cx="1550" cy="12175"/>
            </a:xfrm>
            <a:custGeom>
              <a:rect b="b" l="l" r="r" t="t"/>
              <a:pathLst>
                <a:path extrusionOk="0" fill="none" h="487" w="62">
                  <a:moveTo>
                    <a:pt x="1" y="0"/>
                  </a:moveTo>
                  <a:cubicBezTo>
                    <a:pt x="62" y="152"/>
                    <a:pt x="62" y="335"/>
                    <a:pt x="62" y="487"/>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9" name="Google Shape;1369;g13b6acb253f_7_95"/>
            <p:cNvSpPr/>
            <p:nvPr/>
          </p:nvSpPr>
          <p:spPr>
            <a:xfrm>
              <a:off x="3808850" y="2362775"/>
              <a:ext cx="307025" cy="419500"/>
            </a:xfrm>
            <a:custGeom>
              <a:rect b="b" l="l" r="r" t="t"/>
              <a:pathLst>
                <a:path extrusionOk="0" h="16780" w="12281">
                  <a:moveTo>
                    <a:pt x="9150" y="1"/>
                  </a:moveTo>
                  <a:lnTo>
                    <a:pt x="0" y="1916"/>
                  </a:lnTo>
                  <a:lnTo>
                    <a:pt x="3131" y="16779"/>
                  </a:lnTo>
                  <a:lnTo>
                    <a:pt x="12280" y="14864"/>
                  </a:lnTo>
                  <a:lnTo>
                    <a:pt x="915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0" name="Google Shape;1370;g13b6acb253f_7_95"/>
            <p:cNvSpPr/>
            <p:nvPr/>
          </p:nvSpPr>
          <p:spPr>
            <a:xfrm>
              <a:off x="3800500" y="2557325"/>
              <a:ext cx="175550" cy="169225"/>
            </a:xfrm>
            <a:custGeom>
              <a:rect b="b" l="l" r="r" t="t"/>
              <a:pathLst>
                <a:path extrusionOk="0" h="6769" w="7022">
                  <a:moveTo>
                    <a:pt x="5623" y="0"/>
                  </a:moveTo>
                  <a:cubicBezTo>
                    <a:pt x="5502" y="61"/>
                    <a:pt x="3800" y="973"/>
                    <a:pt x="2280" y="2067"/>
                  </a:cubicBezTo>
                  <a:cubicBezTo>
                    <a:pt x="2189" y="1490"/>
                    <a:pt x="1915" y="1034"/>
                    <a:pt x="1550" y="912"/>
                  </a:cubicBezTo>
                  <a:cubicBezTo>
                    <a:pt x="1494" y="898"/>
                    <a:pt x="1443" y="891"/>
                    <a:pt x="1395" y="891"/>
                  </a:cubicBezTo>
                  <a:cubicBezTo>
                    <a:pt x="844" y="891"/>
                    <a:pt x="794" y="1823"/>
                    <a:pt x="486" y="2857"/>
                  </a:cubicBezTo>
                  <a:cubicBezTo>
                    <a:pt x="304" y="3557"/>
                    <a:pt x="30" y="4104"/>
                    <a:pt x="30" y="4529"/>
                  </a:cubicBezTo>
                  <a:cubicBezTo>
                    <a:pt x="0" y="4772"/>
                    <a:pt x="0" y="4955"/>
                    <a:pt x="91" y="5137"/>
                  </a:cubicBezTo>
                  <a:cubicBezTo>
                    <a:pt x="603" y="6047"/>
                    <a:pt x="855" y="6768"/>
                    <a:pt x="1747" y="6768"/>
                  </a:cubicBezTo>
                  <a:cubicBezTo>
                    <a:pt x="2285" y="6768"/>
                    <a:pt x="3055" y="6507"/>
                    <a:pt x="4255" y="5867"/>
                  </a:cubicBezTo>
                  <a:cubicBezTo>
                    <a:pt x="5228" y="5319"/>
                    <a:pt x="5927" y="4681"/>
                    <a:pt x="6383" y="4012"/>
                  </a:cubicBezTo>
                  <a:cubicBezTo>
                    <a:pt x="6687" y="3435"/>
                    <a:pt x="6292" y="3131"/>
                    <a:pt x="6383" y="3040"/>
                  </a:cubicBezTo>
                  <a:cubicBezTo>
                    <a:pt x="6474" y="2918"/>
                    <a:pt x="6900" y="2584"/>
                    <a:pt x="6991" y="2280"/>
                  </a:cubicBezTo>
                  <a:cubicBezTo>
                    <a:pt x="7021" y="1946"/>
                    <a:pt x="6414" y="1763"/>
                    <a:pt x="6535" y="1672"/>
                  </a:cubicBezTo>
                  <a:cubicBezTo>
                    <a:pt x="6596" y="1642"/>
                    <a:pt x="6900" y="1490"/>
                    <a:pt x="6900" y="1277"/>
                  </a:cubicBezTo>
                  <a:cubicBezTo>
                    <a:pt x="6869" y="1034"/>
                    <a:pt x="6869" y="912"/>
                    <a:pt x="6748" y="730"/>
                  </a:cubicBezTo>
                  <a:cubicBezTo>
                    <a:pt x="6628" y="597"/>
                    <a:pt x="6532" y="569"/>
                    <a:pt x="6454" y="569"/>
                  </a:cubicBezTo>
                  <a:cubicBezTo>
                    <a:pt x="6396" y="569"/>
                    <a:pt x="6347" y="584"/>
                    <a:pt x="6307" y="584"/>
                  </a:cubicBezTo>
                  <a:cubicBezTo>
                    <a:pt x="6278" y="584"/>
                    <a:pt x="6253" y="576"/>
                    <a:pt x="6231" y="547"/>
                  </a:cubicBezTo>
                  <a:cubicBezTo>
                    <a:pt x="6110" y="426"/>
                    <a:pt x="5927" y="0"/>
                    <a:pt x="5623" y="0"/>
                  </a:cubicBez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1" name="Google Shape;1371;g13b6acb253f_7_95"/>
            <p:cNvSpPr/>
            <p:nvPr/>
          </p:nvSpPr>
          <p:spPr>
            <a:xfrm>
              <a:off x="3903825" y="2572525"/>
              <a:ext cx="50950" cy="40300"/>
            </a:xfrm>
            <a:custGeom>
              <a:rect b="b" l="l" r="r" t="t"/>
              <a:pathLst>
                <a:path extrusionOk="0" fill="none" h="1612" w="2038">
                  <a:moveTo>
                    <a:pt x="2037" y="0"/>
                  </a:moveTo>
                  <a:lnTo>
                    <a:pt x="1" y="1611"/>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2" name="Google Shape;1372;g13b6acb253f_7_95"/>
            <p:cNvSpPr/>
            <p:nvPr/>
          </p:nvSpPr>
          <p:spPr>
            <a:xfrm>
              <a:off x="3919800" y="2591525"/>
              <a:ext cx="52450" cy="46375"/>
            </a:xfrm>
            <a:custGeom>
              <a:rect b="b" l="l" r="r" t="t"/>
              <a:pathLst>
                <a:path extrusionOk="0" fill="none" h="1855" w="2098">
                  <a:moveTo>
                    <a:pt x="2097" y="0"/>
                  </a:moveTo>
                  <a:lnTo>
                    <a:pt x="0" y="1854"/>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3" name="Google Shape;1373;g13b6acb253f_7_95"/>
            <p:cNvSpPr/>
            <p:nvPr/>
          </p:nvSpPr>
          <p:spPr>
            <a:xfrm>
              <a:off x="3938800" y="2630275"/>
              <a:ext cx="23575" cy="23575"/>
            </a:xfrm>
            <a:custGeom>
              <a:rect b="b" l="l" r="r" t="t"/>
              <a:pathLst>
                <a:path extrusionOk="0" fill="none" h="943" w="943">
                  <a:moveTo>
                    <a:pt x="942" y="0"/>
                  </a:moveTo>
                  <a:lnTo>
                    <a:pt x="0" y="942"/>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4" name="Google Shape;1374;g13b6acb253f_7_95"/>
            <p:cNvSpPr/>
            <p:nvPr/>
          </p:nvSpPr>
          <p:spPr>
            <a:xfrm>
              <a:off x="3456250" y="2663700"/>
              <a:ext cx="406575" cy="276000"/>
            </a:xfrm>
            <a:custGeom>
              <a:rect b="b" l="l" r="r" t="t"/>
              <a:pathLst>
                <a:path extrusionOk="0" h="11040" w="16263">
                  <a:moveTo>
                    <a:pt x="14591" y="1"/>
                  </a:moveTo>
                  <a:lnTo>
                    <a:pt x="1521" y="6657"/>
                  </a:lnTo>
                  <a:cubicBezTo>
                    <a:pt x="396" y="7296"/>
                    <a:pt x="1" y="8755"/>
                    <a:pt x="639" y="9879"/>
                  </a:cubicBezTo>
                  <a:cubicBezTo>
                    <a:pt x="1099" y="10610"/>
                    <a:pt x="1903" y="11040"/>
                    <a:pt x="2716" y="11040"/>
                  </a:cubicBezTo>
                  <a:cubicBezTo>
                    <a:pt x="3086" y="11040"/>
                    <a:pt x="3458" y="10951"/>
                    <a:pt x="3800" y="10761"/>
                  </a:cubicBezTo>
                  <a:cubicBezTo>
                    <a:pt x="7873" y="8542"/>
                    <a:pt x="15807" y="2554"/>
                    <a:pt x="16263" y="2220"/>
                  </a:cubicBezTo>
                  <a:lnTo>
                    <a:pt x="14591" y="1"/>
                  </a:lnTo>
                  <a:close/>
                </a:path>
              </a:pathLst>
            </a:custGeom>
            <a:solidFill>
              <a:srgbClr val="FF8B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5" name="Google Shape;1375;g13b6acb253f_7_95"/>
            <p:cNvSpPr/>
            <p:nvPr/>
          </p:nvSpPr>
          <p:spPr>
            <a:xfrm>
              <a:off x="3438025" y="2670550"/>
              <a:ext cx="370100" cy="301000"/>
            </a:xfrm>
            <a:custGeom>
              <a:rect b="b" l="l" r="r" t="t"/>
              <a:pathLst>
                <a:path extrusionOk="0" h="12040" w="14804">
                  <a:moveTo>
                    <a:pt x="11490" y="0"/>
                  </a:moveTo>
                  <a:lnTo>
                    <a:pt x="2341" y="4560"/>
                  </a:lnTo>
                  <a:lnTo>
                    <a:pt x="730" y="4073"/>
                  </a:lnTo>
                  <a:lnTo>
                    <a:pt x="730" y="4073"/>
                  </a:lnTo>
                  <a:cubicBezTo>
                    <a:pt x="0" y="9848"/>
                    <a:pt x="1490" y="11429"/>
                    <a:pt x="3161" y="12006"/>
                  </a:cubicBezTo>
                  <a:cubicBezTo>
                    <a:pt x="3222" y="12029"/>
                    <a:pt x="3295" y="12039"/>
                    <a:pt x="3377" y="12039"/>
                  </a:cubicBezTo>
                  <a:cubicBezTo>
                    <a:pt x="5548" y="12039"/>
                    <a:pt x="14803" y="4590"/>
                    <a:pt x="14803" y="4590"/>
                  </a:cubicBezTo>
                  <a:cubicBezTo>
                    <a:pt x="14803" y="4590"/>
                    <a:pt x="12523" y="274"/>
                    <a:pt x="11490" y="0"/>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6" name="Google Shape;1376;g13b6acb253f_7_95"/>
            <p:cNvSpPr/>
            <p:nvPr/>
          </p:nvSpPr>
          <p:spPr>
            <a:xfrm>
              <a:off x="3751100" y="2669750"/>
              <a:ext cx="83600" cy="114050"/>
            </a:xfrm>
            <a:custGeom>
              <a:rect b="b" l="l" r="r" t="t"/>
              <a:pathLst>
                <a:path extrusionOk="0" h="4562" w="3344">
                  <a:moveTo>
                    <a:pt x="1408" y="1"/>
                  </a:moveTo>
                  <a:cubicBezTo>
                    <a:pt x="1078" y="1"/>
                    <a:pt x="0" y="670"/>
                    <a:pt x="0" y="670"/>
                  </a:cubicBezTo>
                  <a:lnTo>
                    <a:pt x="1368" y="4561"/>
                  </a:lnTo>
                  <a:cubicBezTo>
                    <a:pt x="1368" y="4561"/>
                    <a:pt x="3192" y="3649"/>
                    <a:pt x="3253" y="3345"/>
                  </a:cubicBezTo>
                  <a:cubicBezTo>
                    <a:pt x="3344" y="3041"/>
                    <a:pt x="1763" y="32"/>
                    <a:pt x="1429" y="2"/>
                  </a:cubicBezTo>
                  <a:cubicBezTo>
                    <a:pt x="1422" y="1"/>
                    <a:pt x="1416" y="1"/>
                    <a:pt x="1408" y="1"/>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7" name="Google Shape;1377;g13b6acb253f_7_95"/>
            <p:cNvSpPr/>
            <p:nvPr/>
          </p:nvSpPr>
          <p:spPr>
            <a:xfrm>
              <a:off x="3532250" y="2667500"/>
              <a:ext cx="303975" cy="303225"/>
            </a:xfrm>
            <a:custGeom>
              <a:rect b="b" l="l" r="r" t="t"/>
              <a:pathLst>
                <a:path extrusionOk="0" fill="none" h="12129" w="12159">
                  <a:moveTo>
                    <a:pt x="760" y="3739"/>
                  </a:moveTo>
                  <a:cubicBezTo>
                    <a:pt x="4347" y="2250"/>
                    <a:pt x="7143" y="305"/>
                    <a:pt x="7751" y="153"/>
                  </a:cubicBezTo>
                  <a:cubicBezTo>
                    <a:pt x="8359" y="1"/>
                    <a:pt x="8450" y="609"/>
                    <a:pt x="8754" y="791"/>
                  </a:cubicBezTo>
                  <a:cubicBezTo>
                    <a:pt x="9058" y="1004"/>
                    <a:pt x="9970" y="153"/>
                    <a:pt x="10183" y="122"/>
                  </a:cubicBezTo>
                  <a:cubicBezTo>
                    <a:pt x="10426" y="92"/>
                    <a:pt x="11216" y="1551"/>
                    <a:pt x="11216" y="1551"/>
                  </a:cubicBezTo>
                  <a:cubicBezTo>
                    <a:pt x="11642" y="2371"/>
                    <a:pt x="12159" y="3405"/>
                    <a:pt x="12007" y="3648"/>
                  </a:cubicBezTo>
                  <a:cubicBezTo>
                    <a:pt x="11885" y="3922"/>
                    <a:pt x="10669" y="4378"/>
                    <a:pt x="10760" y="4590"/>
                  </a:cubicBezTo>
                  <a:cubicBezTo>
                    <a:pt x="10821" y="4864"/>
                    <a:pt x="10760" y="5897"/>
                    <a:pt x="10426" y="6049"/>
                  </a:cubicBezTo>
                  <a:cubicBezTo>
                    <a:pt x="10061" y="6201"/>
                    <a:pt x="2219" y="11186"/>
                    <a:pt x="0" y="12128"/>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8" name="Google Shape;1378;g13b6acb253f_7_95"/>
            <p:cNvSpPr/>
            <p:nvPr/>
          </p:nvSpPr>
          <p:spPr>
            <a:xfrm>
              <a:off x="3771625" y="2713100"/>
              <a:ext cx="28900" cy="68400"/>
            </a:xfrm>
            <a:custGeom>
              <a:rect b="b" l="l" r="r" t="t"/>
              <a:pathLst>
                <a:path extrusionOk="0" fill="none" h="2736" w="1156">
                  <a:moveTo>
                    <a:pt x="0" y="0"/>
                  </a:moveTo>
                  <a:lnTo>
                    <a:pt x="1155" y="2736"/>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9" name="Google Shape;1379;g13b6acb253f_7_95"/>
            <p:cNvSpPr/>
            <p:nvPr/>
          </p:nvSpPr>
          <p:spPr>
            <a:xfrm>
              <a:off x="3775425" y="2691825"/>
              <a:ext cx="12175" cy="6100"/>
            </a:xfrm>
            <a:custGeom>
              <a:rect b="b" l="l" r="r" t="t"/>
              <a:pathLst>
                <a:path extrusionOk="0" fill="none" h="244" w="487">
                  <a:moveTo>
                    <a:pt x="0" y="243"/>
                  </a:moveTo>
                  <a:cubicBezTo>
                    <a:pt x="152" y="183"/>
                    <a:pt x="334" y="91"/>
                    <a:pt x="486" y="0"/>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0" name="Google Shape;1380;g13b6acb253f_7_95"/>
            <p:cNvSpPr/>
            <p:nvPr/>
          </p:nvSpPr>
          <p:spPr>
            <a:xfrm>
              <a:off x="3778450" y="2716125"/>
              <a:ext cx="15975" cy="8400"/>
            </a:xfrm>
            <a:custGeom>
              <a:rect b="b" l="l" r="r" t="t"/>
              <a:pathLst>
                <a:path extrusionOk="0" fill="none" h="336" w="639">
                  <a:moveTo>
                    <a:pt x="1" y="335"/>
                  </a:moveTo>
                  <a:cubicBezTo>
                    <a:pt x="213" y="244"/>
                    <a:pt x="426" y="123"/>
                    <a:pt x="639" y="1"/>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1" name="Google Shape;1381;g13b6acb253f_7_95"/>
            <p:cNvSpPr/>
            <p:nvPr/>
          </p:nvSpPr>
          <p:spPr>
            <a:xfrm>
              <a:off x="3798975" y="2737425"/>
              <a:ext cx="14450" cy="7600"/>
            </a:xfrm>
            <a:custGeom>
              <a:rect b="b" l="l" r="r" t="t"/>
              <a:pathLst>
                <a:path extrusionOk="0" fill="none" h="304" w="578">
                  <a:moveTo>
                    <a:pt x="0" y="304"/>
                  </a:moveTo>
                  <a:cubicBezTo>
                    <a:pt x="213" y="182"/>
                    <a:pt x="395" y="61"/>
                    <a:pt x="578" y="0"/>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2" name="Google Shape;1382;g13b6acb253f_7_95"/>
            <p:cNvSpPr/>
            <p:nvPr/>
          </p:nvSpPr>
          <p:spPr>
            <a:xfrm>
              <a:off x="3551250" y="2845325"/>
              <a:ext cx="553975" cy="407900"/>
            </a:xfrm>
            <a:custGeom>
              <a:rect b="b" l="l" r="r" t="t"/>
              <a:pathLst>
                <a:path extrusionOk="0" h="16316" w="22159">
                  <a:moveTo>
                    <a:pt x="18967" y="0"/>
                  </a:moveTo>
                  <a:lnTo>
                    <a:pt x="3192" y="3374"/>
                  </a:lnTo>
                  <a:cubicBezTo>
                    <a:pt x="2554" y="4894"/>
                    <a:pt x="1824" y="6383"/>
                    <a:pt x="1246" y="7933"/>
                  </a:cubicBezTo>
                  <a:cubicBezTo>
                    <a:pt x="882" y="9088"/>
                    <a:pt x="0" y="11155"/>
                    <a:pt x="760" y="12280"/>
                  </a:cubicBezTo>
                  <a:cubicBezTo>
                    <a:pt x="791" y="12310"/>
                    <a:pt x="821" y="12371"/>
                    <a:pt x="821" y="12432"/>
                  </a:cubicBezTo>
                  <a:cubicBezTo>
                    <a:pt x="821" y="12493"/>
                    <a:pt x="760" y="12523"/>
                    <a:pt x="699" y="12584"/>
                  </a:cubicBezTo>
                  <a:cubicBezTo>
                    <a:pt x="487" y="12736"/>
                    <a:pt x="426" y="12949"/>
                    <a:pt x="365" y="13131"/>
                  </a:cubicBezTo>
                  <a:cubicBezTo>
                    <a:pt x="335" y="13526"/>
                    <a:pt x="426" y="13891"/>
                    <a:pt x="456" y="14286"/>
                  </a:cubicBezTo>
                  <a:cubicBezTo>
                    <a:pt x="517" y="14894"/>
                    <a:pt x="973" y="15380"/>
                    <a:pt x="1550" y="15502"/>
                  </a:cubicBezTo>
                  <a:cubicBezTo>
                    <a:pt x="2951" y="15813"/>
                    <a:pt x="5771" y="16316"/>
                    <a:pt x="9299" y="16316"/>
                  </a:cubicBezTo>
                  <a:cubicBezTo>
                    <a:pt x="12661" y="16316"/>
                    <a:pt x="16666" y="15860"/>
                    <a:pt x="20700" y="14347"/>
                  </a:cubicBezTo>
                  <a:cubicBezTo>
                    <a:pt x="21581" y="14013"/>
                    <a:pt x="22159" y="12432"/>
                    <a:pt x="21277" y="11763"/>
                  </a:cubicBezTo>
                  <a:cubicBezTo>
                    <a:pt x="21156" y="11702"/>
                    <a:pt x="21034" y="11611"/>
                    <a:pt x="20973" y="11520"/>
                  </a:cubicBezTo>
                  <a:cubicBezTo>
                    <a:pt x="20943" y="11429"/>
                    <a:pt x="20973" y="11307"/>
                    <a:pt x="20973" y="11216"/>
                  </a:cubicBezTo>
                  <a:cubicBezTo>
                    <a:pt x="21186" y="10213"/>
                    <a:pt x="20730" y="9180"/>
                    <a:pt x="20517" y="8207"/>
                  </a:cubicBezTo>
                  <a:cubicBezTo>
                    <a:pt x="20244" y="7113"/>
                    <a:pt x="20031" y="5958"/>
                    <a:pt x="19788" y="4863"/>
                  </a:cubicBezTo>
                  <a:cubicBezTo>
                    <a:pt x="19423" y="2918"/>
                    <a:pt x="19028" y="1945"/>
                    <a:pt x="18967" y="0"/>
                  </a:cubicBezTo>
                  <a:close/>
                </a:path>
              </a:pathLst>
            </a:custGeom>
            <a:solidFill>
              <a:srgbClr val="8E3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3" name="Google Shape;1383;g13b6acb253f_7_95"/>
            <p:cNvSpPr/>
            <p:nvPr/>
          </p:nvSpPr>
          <p:spPr>
            <a:xfrm>
              <a:off x="3591525" y="3122675"/>
              <a:ext cx="507625" cy="174050"/>
            </a:xfrm>
            <a:custGeom>
              <a:rect b="b" l="l" r="r" t="t"/>
              <a:pathLst>
                <a:path extrusionOk="0" fill="none" h="6962" w="20305">
                  <a:moveTo>
                    <a:pt x="0" y="4438"/>
                  </a:moveTo>
                  <a:cubicBezTo>
                    <a:pt x="0" y="4438"/>
                    <a:pt x="9666" y="6961"/>
                    <a:pt x="19605" y="3040"/>
                  </a:cubicBezTo>
                  <a:cubicBezTo>
                    <a:pt x="19605" y="3040"/>
                    <a:pt x="20305" y="2675"/>
                    <a:pt x="19970" y="1338"/>
                  </a:cubicBezTo>
                  <a:cubicBezTo>
                    <a:pt x="19636" y="1"/>
                    <a:pt x="18602" y="700"/>
                    <a:pt x="18602" y="700"/>
                  </a:cubicBezTo>
                  <a:cubicBezTo>
                    <a:pt x="18602" y="700"/>
                    <a:pt x="16201" y="1581"/>
                    <a:pt x="9879" y="1824"/>
                  </a:cubicBezTo>
                  <a:cubicBezTo>
                    <a:pt x="3526" y="2067"/>
                    <a:pt x="0" y="1399"/>
                    <a:pt x="0" y="1399"/>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4" name="Google Shape;1384;g13b6acb253f_7_95"/>
            <p:cNvSpPr/>
            <p:nvPr/>
          </p:nvSpPr>
          <p:spPr>
            <a:xfrm>
              <a:off x="3608225" y="3178150"/>
              <a:ext cx="25" cy="43325"/>
            </a:xfrm>
            <a:custGeom>
              <a:rect b="b" l="l" r="r" t="t"/>
              <a:pathLst>
                <a:path extrusionOk="0" fill="none" h="1733" w="1">
                  <a:moveTo>
                    <a:pt x="1" y="0"/>
                  </a:moveTo>
                  <a:lnTo>
                    <a:pt x="1" y="1733"/>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5" name="Google Shape;1385;g13b6acb253f_7_95"/>
            <p:cNvSpPr/>
            <p:nvPr/>
          </p:nvSpPr>
          <p:spPr>
            <a:xfrm>
              <a:off x="3706250" y="3198675"/>
              <a:ext cx="25" cy="41800"/>
            </a:xfrm>
            <a:custGeom>
              <a:rect b="b" l="l" r="r" t="t"/>
              <a:pathLst>
                <a:path extrusionOk="0" fill="none" h="1672" w="1">
                  <a:moveTo>
                    <a:pt x="1" y="0"/>
                  </a:moveTo>
                  <a:lnTo>
                    <a:pt x="1" y="1672"/>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6" name="Google Shape;1386;g13b6acb253f_7_95"/>
            <p:cNvSpPr/>
            <p:nvPr/>
          </p:nvSpPr>
          <p:spPr>
            <a:xfrm>
              <a:off x="3849875" y="3197150"/>
              <a:ext cx="2300" cy="42575"/>
            </a:xfrm>
            <a:custGeom>
              <a:rect b="b" l="l" r="r" t="t"/>
              <a:pathLst>
                <a:path extrusionOk="0" fill="none" h="1703" w="92">
                  <a:moveTo>
                    <a:pt x="92" y="0"/>
                  </a:moveTo>
                  <a:lnTo>
                    <a:pt x="1" y="1702"/>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7" name="Google Shape;1387;g13b6acb253f_7_95"/>
            <p:cNvSpPr/>
            <p:nvPr/>
          </p:nvSpPr>
          <p:spPr>
            <a:xfrm>
              <a:off x="3976025" y="3182700"/>
              <a:ext cx="775" cy="34225"/>
            </a:xfrm>
            <a:custGeom>
              <a:rect b="b" l="l" r="r" t="t"/>
              <a:pathLst>
                <a:path extrusionOk="0" fill="none" h="1369" w="31">
                  <a:moveTo>
                    <a:pt x="0" y="1"/>
                  </a:moveTo>
                  <a:lnTo>
                    <a:pt x="31" y="1369"/>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8" name="Google Shape;1388;g13b6acb253f_7_95"/>
            <p:cNvSpPr/>
            <p:nvPr/>
          </p:nvSpPr>
          <p:spPr>
            <a:xfrm>
              <a:off x="4056575" y="3161425"/>
              <a:ext cx="25" cy="28900"/>
            </a:xfrm>
            <a:custGeom>
              <a:rect b="b" l="l" r="r" t="t"/>
              <a:pathLst>
                <a:path extrusionOk="0" fill="none" h="1156" w="1">
                  <a:moveTo>
                    <a:pt x="0" y="1"/>
                  </a:moveTo>
                  <a:lnTo>
                    <a:pt x="0" y="1156"/>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9" name="Google Shape;1389;g13b6acb253f_7_95"/>
            <p:cNvSpPr/>
            <p:nvPr/>
          </p:nvSpPr>
          <p:spPr>
            <a:xfrm>
              <a:off x="3596850" y="3247300"/>
              <a:ext cx="79050" cy="79050"/>
            </a:xfrm>
            <a:custGeom>
              <a:rect b="b" l="l" r="r" t="t"/>
              <a:pathLst>
                <a:path extrusionOk="0" fill="none" h="3162" w="3162">
                  <a:moveTo>
                    <a:pt x="2614" y="0"/>
                  </a:moveTo>
                  <a:cubicBezTo>
                    <a:pt x="2614" y="0"/>
                    <a:pt x="3161" y="3162"/>
                    <a:pt x="0" y="2645"/>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0" name="Google Shape;1390;g13b6acb253f_7_95"/>
            <p:cNvSpPr/>
            <p:nvPr/>
          </p:nvSpPr>
          <p:spPr>
            <a:xfrm>
              <a:off x="4009450" y="3221450"/>
              <a:ext cx="60825" cy="66900"/>
            </a:xfrm>
            <a:custGeom>
              <a:rect b="b" l="l" r="r" t="t"/>
              <a:pathLst>
                <a:path extrusionOk="0" fill="none" h="2676" w="2433">
                  <a:moveTo>
                    <a:pt x="457" y="1"/>
                  </a:moveTo>
                  <a:cubicBezTo>
                    <a:pt x="457" y="1"/>
                    <a:pt x="1" y="2676"/>
                    <a:pt x="2433" y="2402"/>
                  </a:cubicBez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1" name="Google Shape;1391;g13b6acb253f_7_95"/>
            <p:cNvSpPr/>
            <p:nvPr/>
          </p:nvSpPr>
          <p:spPr>
            <a:xfrm>
              <a:off x="4028450" y="3162200"/>
              <a:ext cx="800" cy="18250"/>
            </a:xfrm>
            <a:custGeom>
              <a:rect b="b" l="l" r="r" t="t"/>
              <a:pathLst>
                <a:path extrusionOk="0" fill="none" h="730" w="32">
                  <a:moveTo>
                    <a:pt x="1" y="0"/>
                  </a:moveTo>
                  <a:lnTo>
                    <a:pt x="31" y="730"/>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2" name="Google Shape;1392;g13b6acb253f_7_95"/>
            <p:cNvSpPr/>
            <p:nvPr/>
          </p:nvSpPr>
          <p:spPr>
            <a:xfrm>
              <a:off x="4067975" y="3162200"/>
              <a:ext cx="25" cy="24325"/>
            </a:xfrm>
            <a:custGeom>
              <a:rect b="b" l="l" r="r" t="t"/>
              <a:pathLst>
                <a:path extrusionOk="0" fill="none" h="973" w="1">
                  <a:moveTo>
                    <a:pt x="0" y="0"/>
                  </a:moveTo>
                  <a:lnTo>
                    <a:pt x="0" y="973"/>
                  </a:lnTo>
                </a:path>
              </a:pathLst>
            </a:custGeom>
            <a:noFill/>
            <a:ln cap="rnd"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93" name="Google Shape;1393;g13b6acb253f_7_95"/>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7" name="Shape 1397"/>
        <p:cNvGrpSpPr/>
        <p:nvPr/>
      </p:nvGrpSpPr>
      <p:grpSpPr>
        <a:xfrm>
          <a:off x="0" y="0"/>
          <a:ext cx="0" cy="0"/>
          <a:chOff x="0" y="0"/>
          <a:chExt cx="0" cy="0"/>
        </a:xfrm>
      </p:grpSpPr>
      <p:sp>
        <p:nvSpPr>
          <p:cNvPr id="1398" name="Google Shape;1398;p24"/>
          <p:cNvSpPr txBox="1"/>
          <p:nvPr>
            <p:ph type="title"/>
          </p:nvPr>
        </p:nvSpPr>
        <p:spPr>
          <a:xfrm>
            <a:off x="720000" y="445025"/>
            <a:ext cx="7704000" cy="433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b="0" lang="en" sz="4800">
                <a:solidFill>
                  <a:srgbClr val="570E94"/>
                </a:solidFill>
                <a:latin typeface="Sigmar One"/>
                <a:ea typeface="Sigmar One"/>
                <a:cs typeface="Sigmar One"/>
                <a:sym typeface="Sigmar One"/>
              </a:rPr>
              <a:t>Homework!</a:t>
            </a:r>
            <a:endParaRPr/>
          </a:p>
        </p:txBody>
      </p:sp>
      <p:grpSp>
        <p:nvGrpSpPr>
          <p:cNvPr id="1399" name="Google Shape;1399;p24"/>
          <p:cNvGrpSpPr/>
          <p:nvPr/>
        </p:nvGrpSpPr>
        <p:grpSpPr>
          <a:xfrm>
            <a:off x="-11" y="1850366"/>
            <a:ext cx="4168108" cy="3293127"/>
            <a:chOff x="457189" y="1468666"/>
            <a:chExt cx="4168108" cy="3293127"/>
          </a:xfrm>
        </p:grpSpPr>
        <p:sp>
          <p:nvSpPr>
            <p:cNvPr id="1400" name="Google Shape;1400;p24"/>
            <p:cNvSpPr/>
            <p:nvPr/>
          </p:nvSpPr>
          <p:spPr>
            <a:xfrm flipH="1">
              <a:off x="457189" y="1468666"/>
              <a:ext cx="4168108" cy="3273605"/>
            </a:xfrm>
            <a:custGeom>
              <a:rect b="b" l="l" r="r" t="t"/>
              <a:pathLst>
                <a:path extrusionOk="0" h="68381" w="95591">
                  <a:moveTo>
                    <a:pt x="59569" y="0"/>
                  </a:moveTo>
                  <a:cubicBezTo>
                    <a:pt x="57377" y="0"/>
                    <a:pt x="55533" y="304"/>
                    <a:pt x="54362" y="861"/>
                  </a:cubicBezTo>
                  <a:cubicBezTo>
                    <a:pt x="49157" y="3353"/>
                    <a:pt x="43880" y="6402"/>
                    <a:pt x="38123" y="6402"/>
                  </a:cubicBezTo>
                  <a:cubicBezTo>
                    <a:pt x="38031" y="6402"/>
                    <a:pt x="37938" y="6402"/>
                    <a:pt x="37846" y="6400"/>
                  </a:cubicBezTo>
                  <a:cubicBezTo>
                    <a:pt x="34514" y="6324"/>
                    <a:pt x="31168" y="5233"/>
                    <a:pt x="27915" y="5233"/>
                  </a:cubicBezTo>
                  <a:cubicBezTo>
                    <a:pt x="26862" y="5233"/>
                    <a:pt x="25818" y="5348"/>
                    <a:pt x="24788" y="5648"/>
                  </a:cubicBezTo>
                  <a:cubicBezTo>
                    <a:pt x="20377" y="6926"/>
                    <a:pt x="17570" y="11337"/>
                    <a:pt x="16442" y="15774"/>
                  </a:cubicBezTo>
                  <a:cubicBezTo>
                    <a:pt x="15339" y="20210"/>
                    <a:pt x="15515" y="24871"/>
                    <a:pt x="14938" y="29408"/>
                  </a:cubicBezTo>
                  <a:cubicBezTo>
                    <a:pt x="14337" y="33969"/>
                    <a:pt x="12758" y="38706"/>
                    <a:pt x="9074" y="41438"/>
                  </a:cubicBezTo>
                  <a:cubicBezTo>
                    <a:pt x="7344" y="42691"/>
                    <a:pt x="5264" y="43443"/>
                    <a:pt x="3685" y="44871"/>
                  </a:cubicBezTo>
                  <a:cubicBezTo>
                    <a:pt x="552" y="47628"/>
                    <a:pt x="1" y="52465"/>
                    <a:pt x="1254" y="56450"/>
                  </a:cubicBezTo>
                  <a:cubicBezTo>
                    <a:pt x="2507" y="60410"/>
                    <a:pt x="5264" y="63719"/>
                    <a:pt x="8021" y="66852"/>
                  </a:cubicBezTo>
                  <a:lnTo>
                    <a:pt x="82508" y="68380"/>
                  </a:lnTo>
                  <a:cubicBezTo>
                    <a:pt x="87570" y="66325"/>
                    <a:pt x="91856" y="62616"/>
                    <a:pt x="93711" y="57478"/>
                  </a:cubicBezTo>
                  <a:cubicBezTo>
                    <a:pt x="95590" y="52340"/>
                    <a:pt x="95215" y="46425"/>
                    <a:pt x="92658" y="41588"/>
                  </a:cubicBezTo>
                  <a:cubicBezTo>
                    <a:pt x="90854" y="38155"/>
                    <a:pt x="88072" y="35297"/>
                    <a:pt x="86192" y="31889"/>
                  </a:cubicBezTo>
                  <a:cubicBezTo>
                    <a:pt x="83159" y="26350"/>
                    <a:pt x="82758" y="19784"/>
                    <a:pt x="81480" y="13593"/>
                  </a:cubicBezTo>
                  <a:cubicBezTo>
                    <a:pt x="79448" y="3802"/>
                    <a:pt x="67328" y="0"/>
                    <a:pt x="59569" y="0"/>
                  </a:cubicBezTo>
                  <a:close/>
                </a:path>
              </a:pathLst>
            </a:custGeom>
            <a:solidFill>
              <a:srgbClr val="6275EE">
                <a:alpha val="13725"/>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1" name="Google Shape;1401;p24"/>
            <p:cNvSpPr/>
            <p:nvPr/>
          </p:nvSpPr>
          <p:spPr>
            <a:xfrm>
              <a:off x="1575295" y="4546553"/>
              <a:ext cx="1227212" cy="142179"/>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2" name="Google Shape;1402;p24"/>
            <p:cNvSpPr/>
            <p:nvPr/>
          </p:nvSpPr>
          <p:spPr>
            <a:xfrm flipH="1">
              <a:off x="1918448" y="3244281"/>
              <a:ext cx="908295" cy="1358158"/>
            </a:xfrm>
            <a:custGeom>
              <a:rect b="b" l="l" r="r" t="t"/>
              <a:pathLst>
                <a:path extrusionOk="0" h="28370" w="18973">
                  <a:moveTo>
                    <a:pt x="6404" y="1217"/>
                  </a:moveTo>
                  <a:cubicBezTo>
                    <a:pt x="4631" y="1217"/>
                    <a:pt x="4113" y="2019"/>
                    <a:pt x="3283" y="4662"/>
                  </a:cubicBezTo>
                  <a:cubicBezTo>
                    <a:pt x="1930" y="9149"/>
                    <a:pt x="7594" y="19976"/>
                    <a:pt x="7594" y="19976"/>
                  </a:cubicBezTo>
                  <a:cubicBezTo>
                    <a:pt x="8601" y="19914"/>
                    <a:pt x="9579" y="19871"/>
                    <a:pt x="10440" y="19871"/>
                  </a:cubicBezTo>
                  <a:cubicBezTo>
                    <a:pt x="10972" y="19871"/>
                    <a:pt x="11459" y="19887"/>
                    <a:pt x="11880" y="19926"/>
                  </a:cubicBezTo>
                  <a:lnTo>
                    <a:pt x="7619" y="19976"/>
                  </a:lnTo>
                  <a:lnTo>
                    <a:pt x="7594" y="19976"/>
                  </a:lnTo>
                  <a:cubicBezTo>
                    <a:pt x="6817" y="20001"/>
                    <a:pt x="6015" y="20076"/>
                    <a:pt x="5263" y="20126"/>
                  </a:cubicBezTo>
                  <a:cubicBezTo>
                    <a:pt x="4937" y="20201"/>
                    <a:pt x="1253" y="20627"/>
                    <a:pt x="927" y="20677"/>
                  </a:cubicBezTo>
                  <a:cubicBezTo>
                    <a:pt x="576" y="23259"/>
                    <a:pt x="526" y="25615"/>
                    <a:pt x="0" y="28096"/>
                  </a:cubicBezTo>
                  <a:cubicBezTo>
                    <a:pt x="1459" y="28244"/>
                    <a:pt x="3978" y="28370"/>
                    <a:pt x="6596" y="28370"/>
                  </a:cubicBezTo>
                  <a:cubicBezTo>
                    <a:pt x="10186" y="28370"/>
                    <a:pt x="13960" y="28133"/>
                    <a:pt x="15439" y="27394"/>
                  </a:cubicBezTo>
                  <a:cubicBezTo>
                    <a:pt x="16692" y="26793"/>
                    <a:pt x="18973" y="24462"/>
                    <a:pt x="18321" y="21429"/>
                  </a:cubicBezTo>
                  <a:cubicBezTo>
                    <a:pt x="13609" y="1"/>
                    <a:pt x="9424" y="1930"/>
                    <a:pt x="8371" y="1404"/>
                  </a:cubicBezTo>
                  <a:cubicBezTo>
                    <a:pt x="7575" y="1289"/>
                    <a:pt x="6933" y="1217"/>
                    <a:pt x="6404" y="1217"/>
                  </a:cubicBezTo>
                  <a:close/>
                </a:path>
              </a:pathLst>
            </a:custGeom>
            <a:solidFill>
              <a:srgbClr val="FF93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3" name="Google Shape;1403;p24"/>
            <p:cNvSpPr/>
            <p:nvPr/>
          </p:nvSpPr>
          <p:spPr>
            <a:xfrm flipH="1">
              <a:off x="2253178" y="4193359"/>
              <a:ext cx="326446" cy="19245"/>
            </a:xfrm>
            <a:custGeom>
              <a:rect b="b" l="l" r="r" t="t"/>
              <a:pathLst>
                <a:path extrusionOk="0" h="402" w="6819">
                  <a:moveTo>
                    <a:pt x="6718" y="0"/>
                  </a:moveTo>
                  <a:lnTo>
                    <a:pt x="2482" y="75"/>
                  </a:lnTo>
                  <a:cubicBezTo>
                    <a:pt x="2482" y="50"/>
                    <a:pt x="2457" y="50"/>
                    <a:pt x="2432" y="50"/>
                  </a:cubicBezTo>
                  <a:cubicBezTo>
                    <a:pt x="1705" y="101"/>
                    <a:pt x="953" y="151"/>
                    <a:pt x="101" y="201"/>
                  </a:cubicBezTo>
                  <a:cubicBezTo>
                    <a:pt x="51" y="226"/>
                    <a:pt x="1" y="251"/>
                    <a:pt x="1" y="301"/>
                  </a:cubicBezTo>
                  <a:cubicBezTo>
                    <a:pt x="1" y="351"/>
                    <a:pt x="51" y="401"/>
                    <a:pt x="101" y="401"/>
                  </a:cubicBezTo>
                  <a:cubicBezTo>
                    <a:pt x="953" y="326"/>
                    <a:pt x="1705" y="276"/>
                    <a:pt x="2407" y="226"/>
                  </a:cubicBezTo>
                  <a:cubicBezTo>
                    <a:pt x="2407" y="251"/>
                    <a:pt x="2432" y="251"/>
                    <a:pt x="2457" y="251"/>
                  </a:cubicBezTo>
                  <a:lnTo>
                    <a:pt x="6718" y="176"/>
                  </a:lnTo>
                  <a:cubicBezTo>
                    <a:pt x="6768" y="176"/>
                    <a:pt x="6818" y="151"/>
                    <a:pt x="6818" y="101"/>
                  </a:cubicBezTo>
                  <a:cubicBezTo>
                    <a:pt x="6818" y="50"/>
                    <a:pt x="6768" y="0"/>
                    <a:pt x="6718"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4" name="Google Shape;1404;p24"/>
            <p:cNvSpPr/>
            <p:nvPr/>
          </p:nvSpPr>
          <p:spPr>
            <a:xfrm flipH="1">
              <a:off x="2679150" y="3907798"/>
              <a:ext cx="217200" cy="473991"/>
            </a:xfrm>
            <a:custGeom>
              <a:rect b="b" l="l" r="r" t="t"/>
              <a:pathLst>
                <a:path extrusionOk="0" h="9901" w="4537">
                  <a:moveTo>
                    <a:pt x="4537" y="0"/>
                  </a:moveTo>
                  <a:lnTo>
                    <a:pt x="1153" y="101"/>
                  </a:lnTo>
                  <a:lnTo>
                    <a:pt x="0" y="7820"/>
                  </a:lnTo>
                  <a:lnTo>
                    <a:pt x="3133" y="9900"/>
                  </a:lnTo>
                  <a:lnTo>
                    <a:pt x="4537" y="0"/>
                  </a:lnTo>
                  <a:close/>
                </a:path>
              </a:pathLst>
            </a:custGeom>
            <a:solidFill>
              <a:srgbClr val="FF93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5" name="Google Shape;1405;p24"/>
            <p:cNvSpPr/>
            <p:nvPr/>
          </p:nvSpPr>
          <p:spPr>
            <a:xfrm flipH="1">
              <a:off x="2757133" y="4234721"/>
              <a:ext cx="557960" cy="473033"/>
            </a:xfrm>
            <a:custGeom>
              <a:rect b="b" l="l" r="r" t="t"/>
              <a:pathLst>
                <a:path extrusionOk="0" h="9881" w="11655">
                  <a:moveTo>
                    <a:pt x="10886" y="1"/>
                  </a:moveTo>
                  <a:cubicBezTo>
                    <a:pt x="9235" y="1"/>
                    <a:pt x="5335" y="151"/>
                    <a:pt x="3334" y="1492"/>
                  </a:cubicBezTo>
                  <a:cubicBezTo>
                    <a:pt x="3309" y="1517"/>
                    <a:pt x="3259" y="1517"/>
                    <a:pt x="3234" y="1542"/>
                  </a:cubicBezTo>
                  <a:lnTo>
                    <a:pt x="727" y="2770"/>
                  </a:lnTo>
                  <a:cubicBezTo>
                    <a:pt x="301" y="2996"/>
                    <a:pt x="126" y="3522"/>
                    <a:pt x="326" y="3948"/>
                  </a:cubicBezTo>
                  <a:lnTo>
                    <a:pt x="427" y="4099"/>
                  </a:lnTo>
                  <a:cubicBezTo>
                    <a:pt x="571" y="4406"/>
                    <a:pt x="884" y="4582"/>
                    <a:pt x="1208" y="4582"/>
                  </a:cubicBezTo>
                  <a:cubicBezTo>
                    <a:pt x="1333" y="4582"/>
                    <a:pt x="1460" y="4556"/>
                    <a:pt x="1579" y="4500"/>
                  </a:cubicBezTo>
                  <a:lnTo>
                    <a:pt x="3008" y="3798"/>
                  </a:lnTo>
                  <a:lnTo>
                    <a:pt x="627" y="5252"/>
                  </a:lnTo>
                  <a:cubicBezTo>
                    <a:pt x="151" y="5527"/>
                    <a:pt x="0" y="6129"/>
                    <a:pt x="301" y="6580"/>
                  </a:cubicBezTo>
                  <a:lnTo>
                    <a:pt x="401" y="6780"/>
                  </a:lnTo>
                  <a:cubicBezTo>
                    <a:pt x="583" y="7078"/>
                    <a:pt x="907" y="7245"/>
                    <a:pt x="1235" y="7245"/>
                  </a:cubicBezTo>
                  <a:cubicBezTo>
                    <a:pt x="1405" y="7245"/>
                    <a:pt x="1576" y="7200"/>
                    <a:pt x="1730" y="7106"/>
                  </a:cubicBezTo>
                  <a:lnTo>
                    <a:pt x="4086" y="5678"/>
                  </a:lnTo>
                  <a:lnTo>
                    <a:pt x="4086" y="5703"/>
                  </a:lnTo>
                  <a:lnTo>
                    <a:pt x="2106" y="7156"/>
                  </a:lnTo>
                  <a:cubicBezTo>
                    <a:pt x="1655" y="7457"/>
                    <a:pt x="1554" y="8084"/>
                    <a:pt x="1880" y="8510"/>
                  </a:cubicBezTo>
                  <a:lnTo>
                    <a:pt x="2005" y="8685"/>
                  </a:lnTo>
                  <a:cubicBezTo>
                    <a:pt x="2189" y="8945"/>
                    <a:pt x="2494" y="9084"/>
                    <a:pt x="2801" y="9084"/>
                  </a:cubicBezTo>
                  <a:cubicBezTo>
                    <a:pt x="2997" y="9084"/>
                    <a:pt x="3193" y="9028"/>
                    <a:pt x="3359" y="8911"/>
                  </a:cubicBezTo>
                  <a:lnTo>
                    <a:pt x="5214" y="7557"/>
                  </a:lnTo>
                  <a:lnTo>
                    <a:pt x="5214" y="7557"/>
                  </a:lnTo>
                  <a:lnTo>
                    <a:pt x="4036" y="8635"/>
                  </a:lnTo>
                  <a:cubicBezTo>
                    <a:pt x="3660" y="8961"/>
                    <a:pt x="3484" y="9086"/>
                    <a:pt x="3810" y="9437"/>
                  </a:cubicBezTo>
                  <a:lnTo>
                    <a:pt x="3935" y="9587"/>
                  </a:lnTo>
                  <a:cubicBezTo>
                    <a:pt x="4113" y="9779"/>
                    <a:pt x="4366" y="9881"/>
                    <a:pt x="4616" y="9881"/>
                  </a:cubicBezTo>
                  <a:cubicBezTo>
                    <a:pt x="4823" y="9881"/>
                    <a:pt x="5029" y="9811"/>
                    <a:pt x="5188" y="9663"/>
                  </a:cubicBezTo>
                  <a:lnTo>
                    <a:pt x="7419" y="8234"/>
                  </a:lnTo>
                  <a:cubicBezTo>
                    <a:pt x="7594" y="8184"/>
                    <a:pt x="10477" y="7808"/>
                    <a:pt x="11504" y="6304"/>
                  </a:cubicBezTo>
                  <a:lnTo>
                    <a:pt x="11655" y="13"/>
                  </a:lnTo>
                  <a:cubicBezTo>
                    <a:pt x="11655" y="13"/>
                    <a:pt x="11365" y="1"/>
                    <a:pt x="10886" y="1"/>
                  </a:cubicBezTo>
                  <a:close/>
                </a:path>
              </a:pathLst>
            </a:custGeom>
            <a:solidFill>
              <a:srgbClr val="FF93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6" name="Google Shape;1406;p24"/>
            <p:cNvSpPr/>
            <p:nvPr/>
          </p:nvSpPr>
          <p:spPr>
            <a:xfrm flipH="1">
              <a:off x="992152" y="1685928"/>
              <a:ext cx="2066199" cy="2304463"/>
            </a:xfrm>
            <a:custGeom>
              <a:rect b="b" l="l" r="r" t="t"/>
              <a:pathLst>
                <a:path extrusionOk="0" h="48137" w="43160">
                  <a:moveTo>
                    <a:pt x="19990" y="1"/>
                  </a:moveTo>
                  <a:cubicBezTo>
                    <a:pt x="18754" y="1"/>
                    <a:pt x="17508" y="280"/>
                    <a:pt x="16066" y="773"/>
                  </a:cubicBezTo>
                  <a:lnTo>
                    <a:pt x="14938" y="798"/>
                  </a:lnTo>
                  <a:cubicBezTo>
                    <a:pt x="14529" y="753"/>
                    <a:pt x="14120" y="730"/>
                    <a:pt x="13712" y="730"/>
                  </a:cubicBezTo>
                  <a:cubicBezTo>
                    <a:pt x="10292" y="730"/>
                    <a:pt x="6957" y="2299"/>
                    <a:pt x="4763" y="5009"/>
                  </a:cubicBezTo>
                  <a:cubicBezTo>
                    <a:pt x="2307" y="8016"/>
                    <a:pt x="1354" y="12377"/>
                    <a:pt x="2231" y="16437"/>
                  </a:cubicBezTo>
                  <a:cubicBezTo>
                    <a:pt x="2708" y="18643"/>
                    <a:pt x="3710" y="20923"/>
                    <a:pt x="3234" y="23079"/>
                  </a:cubicBezTo>
                  <a:cubicBezTo>
                    <a:pt x="2758" y="25209"/>
                    <a:pt x="1129" y="26162"/>
                    <a:pt x="1104" y="28392"/>
                  </a:cubicBezTo>
                  <a:cubicBezTo>
                    <a:pt x="1079" y="30297"/>
                    <a:pt x="2031" y="31475"/>
                    <a:pt x="2257" y="33380"/>
                  </a:cubicBezTo>
                  <a:cubicBezTo>
                    <a:pt x="2482" y="35435"/>
                    <a:pt x="1455" y="37264"/>
                    <a:pt x="753" y="39119"/>
                  </a:cubicBezTo>
                  <a:cubicBezTo>
                    <a:pt x="51" y="40949"/>
                    <a:pt x="1" y="43806"/>
                    <a:pt x="1079" y="46863"/>
                  </a:cubicBezTo>
                  <a:cubicBezTo>
                    <a:pt x="1367" y="47640"/>
                    <a:pt x="2795" y="47835"/>
                    <a:pt x="4152" y="47835"/>
                  </a:cubicBezTo>
                  <a:cubicBezTo>
                    <a:pt x="5508" y="47835"/>
                    <a:pt x="6793" y="47640"/>
                    <a:pt x="6793" y="47640"/>
                  </a:cubicBezTo>
                  <a:lnTo>
                    <a:pt x="7445" y="43605"/>
                  </a:lnTo>
                  <a:lnTo>
                    <a:pt x="8196" y="47390"/>
                  </a:lnTo>
                  <a:cubicBezTo>
                    <a:pt x="8196" y="47390"/>
                    <a:pt x="9614" y="48137"/>
                    <a:pt x="13275" y="48137"/>
                  </a:cubicBezTo>
                  <a:cubicBezTo>
                    <a:pt x="15185" y="48137"/>
                    <a:pt x="17705" y="47933"/>
                    <a:pt x="20953" y="47315"/>
                  </a:cubicBezTo>
                  <a:cubicBezTo>
                    <a:pt x="30452" y="45535"/>
                    <a:pt x="36467" y="43756"/>
                    <a:pt x="36467" y="43756"/>
                  </a:cubicBezTo>
                  <a:lnTo>
                    <a:pt x="36091" y="38919"/>
                  </a:lnTo>
                  <a:lnTo>
                    <a:pt x="37695" y="43054"/>
                  </a:lnTo>
                  <a:cubicBezTo>
                    <a:pt x="39425" y="42703"/>
                    <a:pt x="41931" y="41450"/>
                    <a:pt x="41931" y="41450"/>
                  </a:cubicBezTo>
                  <a:cubicBezTo>
                    <a:pt x="43009" y="40548"/>
                    <a:pt x="43159" y="38768"/>
                    <a:pt x="42658" y="37340"/>
                  </a:cubicBezTo>
                  <a:cubicBezTo>
                    <a:pt x="42157" y="35911"/>
                    <a:pt x="41129" y="34708"/>
                    <a:pt x="40151" y="33580"/>
                  </a:cubicBezTo>
                  <a:cubicBezTo>
                    <a:pt x="39149" y="32452"/>
                    <a:pt x="38121" y="31299"/>
                    <a:pt x="37595" y="29871"/>
                  </a:cubicBezTo>
                  <a:cubicBezTo>
                    <a:pt x="36217" y="26086"/>
                    <a:pt x="38648" y="21776"/>
                    <a:pt x="37069" y="18091"/>
                  </a:cubicBezTo>
                  <a:cubicBezTo>
                    <a:pt x="36242" y="16237"/>
                    <a:pt x="34562" y="14959"/>
                    <a:pt x="33460" y="13279"/>
                  </a:cubicBezTo>
                  <a:cubicBezTo>
                    <a:pt x="32457" y="11725"/>
                    <a:pt x="31981" y="9896"/>
                    <a:pt x="31204" y="8217"/>
                  </a:cubicBezTo>
                  <a:cubicBezTo>
                    <a:pt x="29750" y="5084"/>
                    <a:pt x="27219" y="2477"/>
                    <a:pt x="24212" y="1074"/>
                  </a:cubicBezTo>
                  <a:cubicBezTo>
                    <a:pt x="22659" y="330"/>
                    <a:pt x="21331" y="1"/>
                    <a:pt x="1999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7" name="Google Shape;1407;p24"/>
            <p:cNvSpPr/>
            <p:nvPr/>
          </p:nvSpPr>
          <p:spPr>
            <a:xfrm flipH="1">
              <a:off x="2214542" y="3270564"/>
              <a:ext cx="738202" cy="802735"/>
            </a:xfrm>
            <a:custGeom>
              <a:rect b="b" l="l" r="r" t="t"/>
              <a:pathLst>
                <a:path extrusionOk="0" h="16768" w="15420">
                  <a:moveTo>
                    <a:pt x="8828" y="1"/>
                  </a:moveTo>
                  <a:cubicBezTo>
                    <a:pt x="8768" y="1"/>
                    <a:pt x="8708" y="2"/>
                    <a:pt x="8647" y="3"/>
                  </a:cubicBezTo>
                  <a:cubicBezTo>
                    <a:pt x="777" y="178"/>
                    <a:pt x="0" y="13762"/>
                    <a:pt x="0" y="13762"/>
                  </a:cubicBezTo>
                  <a:cubicBezTo>
                    <a:pt x="4646" y="16375"/>
                    <a:pt x="8974" y="16767"/>
                    <a:pt x="11155" y="16767"/>
                  </a:cubicBezTo>
                  <a:cubicBezTo>
                    <a:pt x="12091" y="16767"/>
                    <a:pt x="12632" y="16695"/>
                    <a:pt x="12632" y="16695"/>
                  </a:cubicBezTo>
                  <a:lnTo>
                    <a:pt x="12983" y="8173"/>
                  </a:lnTo>
                  <a:cubicBezTo>
                    <a:pt x="12983" y="8173"/>
                    <a:pt x="15420" y="1"/>
                    <a:pt x="882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8" name="Google Shape;1408;p24"/>
            <p:cNvSpPr/>
            <p:nvPr/>
          </p:nvSpPr>
          <p:spPr>
            <a:xfrm flipH="1">
              <a:off x="1524884" y="3280904"/>
              <a:ext cx="1334269" cy="1407227"/>
            </a:xfrm>
            <a:custGeom>
              <a:rect b="b" l="l" r="r" t="t"/>
              <a:pathLst>
                <a:path extrusionOk="0" h="29395" w="27871">
                  <a:moveTo>
                    <a:pt x="9602" y="0"/>
                  </a:moveTo>
                  <a:cubicBezTo>
                    <a:pt x="8949" y="0"/>
                    <a:pt x="8271" y="4"/>
                    <a:pt x="7569" y="13"/>
                  </a:cubicBezTo>
                  <a:cubicBezTo>
                    <a:pt x="7569" y="13"/>
                    <a:pt x="5514" y="2820"/>
                    <a:pt x="4411" y="6153"/>
                  </a:cubicBezTo>
                  <a:cubicBezTo>
                    <a:pt x="3860" y="7807"/>
                    <a:pt x="2933" y="9511"/>
                    <a:pt x="1404" y="10990"/>
                  </a:cubicBezTo>
                  <a:cubicBezTo>
                    <a:pt x="1404" y="10990"/>
                    <a:pt x="1329" y="11667"/>
                    <a:pt x="1203" y="12694"/>
                  </a:cubicBezTo>
                  <a:cubicBezTo>
                    <a:pt x="1003" y="14574"/>
                    <a:pt x="627" y="17657"/>
                    <a:pt x="351" y="20389"/>
                  </a:cubicBezTo>
                  <a:cubicBezTo>
                    <a:pt x="50" y="23146"/>
                    <a:pt x="0" y="27532"/>
                    <a:pt x="25" y="27857"/>
                  </a:cubicBezTo>
                  <a:cubicBezTo>
                    <a:pt x="25" y="27857"/>
                    <a:pt x="7003" y="29395"/>
                    <a:pt x="18876" y="29395"/>
                  </a:cubicBezTo>
                  <a:cubicBezTo>
                    <a:pt x="21621" y="29395"/>
                    <a:pt x="24628" y="29313"/>
                    <a:pt x="27870" y="29110"/>
                  </a:cubicBezTo>
                  <a:lnTo>
                    <a:pt x="26893" y="22795"/>
                  </a:lnTo>
                  <a:lnTo>
                    <a:pt x="26241" y="15176"/>
                  </a:lnTo>
                  <a:lnTo>
                    <a:pt x="26241" y="15075"/>
                  </a:lnTo>
                  <a:cubicBezTo>
                    <a:pt x="26241" y="15075"/>
                    <a:pt x="23835" y="12093"/>
                    <a:pt x="22281" y="8133"/>
                  </a:cubicBezTo>
                  <a:cubicBezTo>
                    <a:pt x="22131" y="7732"/>
                    <a:pt x="21980" y="7331"/>
                    <a:pt x="21855" y="6905"/>
                  </a:cubicBezTo>
                  <a:cubicBezTo>
                    <a:pt x="20777" y="3446"/>
                    <a:pt x="20953" y="464"/>
                    <a:pt x="20953" y="464"/>
                  </a:cubicBezTo>
                  <a:cubicBezTo>
                    <a:pt x="20953" y="464"/>
                    <a:pt x="16783" y="0"/>
                    <a:pt x="960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9" name="Google Shape;1409;p24"/>
            <p:cNvSpPr/>
            <p:nvPr/>
          </p:nvSpPr>
          <p:spPr>
            <a:xfrm flipH="1">
              <a:off x="1994042" y="3039099"/>
              <a:ext cx="489597" cy="322664"/>
            </a:xfrm>
            <a:custGeom>
              <a:rect b="b" l="l" r="r" t="t"/>
              <a:pathLst>
                <a:path extrusionOk="0" h="6740" w="10227">
                  <a:moveTo>
                    <a:pt x="4111" y="1"/>
                  </a:moveTo>
                  <a:lnTo>
                    <a:pt x="1" y="76"/>
                  </a:lnTo>
                  <a:lnTo>
                    <a:pt x="728" y="3184"/>
                  </a:lnTo>
                  <a:lnTo>
                    <a:pt x="1229" y="5590"/>
                  </a:lnTo>
                  <a:cubicBezTo>
                    <a:pt x="2851" y="6322"/>
                    <a:pt x="4328" y="6739"/>
                    <a:pt x="5836" y="6739"/>
                  </a:cubicBezTo>
                  <a:cubicBezTo>
                    <a:pt x="6495" y="6739"/>
                    <a:pt x="7160" y="6660"/>
                    <a:pt x="7846" y="6492"/>
                  </a:cubicBezTo>
                  <a:cubicBezTo>
                    <a:pt x="8623" y="6292"/>
                    <a:pt x="9801" y="5665"/>
                    <a:pt x="10227" y="5465"/>
                  </a:cubicBezTo>
                  <a:lnTo>
                    <a:pt x="9775" y="2958"/>
                  </a:lnTo>
                  <a:lnTo>
                    <a:pt x="9725" y="2056"/>
                  </a:lnTo>
                  <a:cubicBezTo>
                    <a:pt x="9409" y="2080"/>
                    <a:pt x="9095" y="2091"/>
                    <a:pt x="8785" y="2091"/>
                  </a:cubicBezTo>
                  <a:cubicBezTo>
                    <a:pt x="5168" y="2091"/>
                    <a:pt x="2106" y="602"/>
                    <a:pt x="2106" y="602"/>
                  </a:cubicBezTo>
                  <a:lnTo>
                    <a:pt x="4111" y="1"/>
                  </a:lnTo>
                  <a:close/>
                </a:path>
              </a:pathLst>
            </a:custGeom>
            <a:solidFill>
              <a:srgbClr val="FF93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0" name="Google Shape;1410;p24"/>
            <p:cNvSpPr/>
            <p:nvPr/>
          </p:nvSpPr>
          <p:spPr>
            <a:xfrm flipH="1">
              <a:off x="2015633" y="3034312"/>
              <a:ext cx="360005" cy="142326"/>
            </a:xfrm>
            <a:custGeom>
              <a:rect b="b" l="l" r="r" t="t"/>
              <a:pathLst>
                <a:path extrusionOk="0" h="2973" w="7520">
                  <a:moveTo>
                    <a:pt x="7319" y="1"/>
                  </a:moveTo>
                  <a:lnTo>
                    <a:pt x="1855" y="101"/>
                  </a:lnTo>
                  <a:lnTo>
                    <a:pt x="1" y="1705"/>
                  </a:lnTo>
                  <a:cubicBezTo>
                    <a:pt x="1" y="1705"/>
                    <a:pt x="2909" y="2972"/>
                    <a:pt x="6456" y="2972"/>
                  </a:cubicBezTo>
                  <a:cubicBezTo>
                    <a:pt x="6805" y="2972"/>
                    <a:pt x="7160" y="2960"/>
                    <a:pt x="7519" y="2933"/>
                  </a:cubicBezTo>
                  <a:lnTo>
                    <a:pt x="731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1" name="Google Shape;1411;p24"/>
            <p:cNvSpPr/>
            <p:nvPr/>
          </p:nvSpPr>
          <p:spPr>
            <a:xfrm flipH="1">
              <a:off x="1636476" y="1886658"/>
              <a:ext cx="1315072" cy="1237135"/>
            </a:xfrm>
            <a:custGeom>
              <a:rect b="b" l="l" r="r" t="t"/>
              <a:pathLst>
                <a:path extrusionOk="0" h="25842" w="27470">
                  <a:moveTo>
                    <a:pt x="13580" y="0"/>
                  </a:moveTo>
                  <a:cubicBezTo>
                    <a:pt x="12746" y="0"/>
                    <a:pt x="11901" y="86"/>
                    <a:pt x="11053" y="264"/>
                  </a:cubicBezTo>
                  <a:cubicBezTo>
                    <a:pt x="4286" y="1693"/>
                    <a:pt x="0" y="8510"/>
                    <a:pt x="1479" y="15502"/>
                  </a:cubicBezTo>
                  <a:cubicBezTo>
                    <a:pt x="2751" y="21622"/>
                    <a:pt x="8036" y="25842"/>
                    <a:pt x="13872" y="25842"/>
                  </a:cubicBezTo>
                  <a:cubicBezTo>
                    <a:pt x="14704" y="25842"/>
                    <a:pt x="15547" y="25756"/>
                    <a:pt x="16392" y="25578"/>
                  </a:cubicBezTo>
                  <a:cubicBezTo>
                    <a:pt x="23184" y="24149"/>
                    <a:pt x="27469" y="17332"/>
                    <a:pt x="25991" y="10339"/>
                  </a:cubicBezTo>
                  <a:cubicBezTo>
                    <a:pt x="24696" y="4220"/>
                    <a:pt x="19428" y="0"/>
                    <a:pt x="13580" y="0"/>
                  </a:cubicBezTo>
                  <a:close/>
                </a:path>
              </a:pathLst>
            </a:custGeom>
            <a:solidFill>
              <a:srgbClr val="FF93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2" name="Google Shape;1412;p24"/>
            <p:cNvSpPr/>
            <p:nvPr/>
          </p:nvSpPr>
          <p:spPr>
            <a:xfrm flipH="1">
              <a:off x="1575294" y="1836727"/>
              <a:ext cx="1346237" cy="697318"/>
            </a:xfrm>
            <a:custGeom>
              <a:rect b="b" l="l" r="r" t="t"/>
              <a:pathLst>
                <a:path extrusionOk="0" h="14566" w="28121">
                  <a:moveTo>
                    <a:pt x="13621" y="1"/>
                  </a:moveTo>
                  <a:cubicBezTo>
                    <a:pt x="12726" y="1"/>
                    <a:pt x="11780" y="65"/>
                    <a:pt x="10777" y="204"/>
                  </a:cubicBezTo>
                  <a:cubicBezTo>
                    <a:pt x="702" y="1608"/>
                    <a:pt x="0" y="14565"/>
                    <a:pt x="0" y="14565"/>
                  </a:cubicBezTo>
                  <a:cubicBezTo>
                    <a:pt x="5514" y="14039"/>
                    <a:pt x="11604" y="7172"/>
                    <a:pt x="11604" y="7172"/>
                  </a:cubicBezTo>
                  <a:cubicBezTo>
                    <a:pt x="17260" y="12412"/>
                    <a:pt x="22445" y="13054"/>
                    <a:pt x="24648" y="13054"/>
                  </a:cubicBezTo>
                  <a:cubicBezTo>
                    <a:pt x="25364" y="13054"/>
                    <a:pt x="25765" y="12986"/>
                    <a:pt x="25765" y="12986"/>
                  </a:cubicBezTo>
                  <a:lnTo>
                    <a:pt x="28121" y="11658"/>
                  </a:lnTo>
                  <a:cubicBezTo>
                    <a:pt x="28121" y="11658"/>
                    <a:pt x="25624" y="1"/>
                    <a:pt x="1362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3" name="Google Shape;1413;p24"/>
            <p:cNvSpPr/>
            <p:nvPr/>
          </p:nvSpPr>
          <p:spPr>
            <a:xfrm flipH="1">
              <a:off x="1533315" y="2449929"/>
              <a:ext cx="363596" cy="417501"/>
            </a:xfrm>
            <a:custGeom>
              <a:rect b="b" l="l" r="r" t="t"/>
              <a:pathLst>
                <a:path extrusionOk="0" h="8721" w="7595">
                  <a:moveTo>
                    <a:pt x="2753" y="1"/>
                  </a:moveTo>
                  <a:cubicBezTo>
                    <a:pt x="2349" y="1"/>
                    <a:pt x="1937" y="58"/>
                    <a:pt x="1530" y="177"/>
                  </a:cubicBezTo>
                  <a:cubicBezTo>
                    <a:pt x="953" y="353"/>
                    <a:pt x="427" y="629"/>
                    <a:pt x="1" y="979"/>
                  </a:cubicBezTo>
                  <a:lnTo>
                    <a:pt x="452" y="8072"/>
                  </a:lnTo>
                  <a:cubicBezTo>
                    <a:pt x="1123" y="8492"/>
                    <a:pt x="1917" y="8720"/>
                    <a:pt x="2738" y="8720"/>
                  </a:cubicBezTo>
                  <a:cubicBezTo>
                    <a:pt x="3143" y="8720"/>
                    <a:pt x="3555" y="8664"/>
                    <a:pt x="3961" y="8548"/>
                  </a:cubicBezTo>
                  <a:cubicBezTo>
                    <a:pt x="6266" y="7872"/>
                    <a:pt x="7595" y="5466"/>
                    <a:pt x="6918" y="3135"/>
                  </a:cubicBezTo>
                  <a:cubicBezTo>
                    <a:pt x="6382" y="1237"/>
                    <a:pt x="4639" y="1"/>
                    <a:pt x="2753" y="1"/>
                  </a:cubicBezTo>
                  <a:close/>
                </a:path>
              </a:pathLst>
            </a:custGeom>
            <a:solidFill>
              <a:srgbClr val="FF93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4" name="Google Shape;1414;p24"/>
            <p:cNvSpPr/>
            <p:nvPr/>
          </p:nvSpPr>
          <p:spPr>
            <a:xfrm flipH="1">
              <a:off x="1695270" y="2555249"/>
              <a:ext cx="134427" cy="224764"/>
            </a:xfrm>
            <a:custGeom>
              <a:rect b="b" l="l" r="r" t="t"/>
              <a:pathLst>
                <a:path extrusionOk="0" h="4695" w="2808">
                  <a:moveTo>
                    <a:pt x="2732" y="1"/>
                  </a:moveTo>
                  <a:cubicBezTo>
                    <a:pt x="2725" y="1"/>
                    <a:pt x="2716" y="3"/>
                    <a:pt x="2707" y="8"/>
                  </a:cubicBezTo>
                  <a:cubicBezTo>
                    <a:pt x="2657" y="8"/>
                    <a:pt x="1479" y="158"/>
                    <a:pt x="727" y="1211"/>
                  </a:cubicBezTo>
                  <a:cubicBezTo>
                    <a:pt x="151" y="2063"/>
                    <a:pt x="0" y="3191"/>
                    <a:pt x="326" y="4619"/>
                  </a:cubicBezTo>
                  <a:cubicBezTo>
                    <a:pt x="326" y="4644"/>
                    <a:pt x="376" y="4694"/>
                    <a:pt x="401" y="4694"/>
                  </a:cubicBezTo>
                  <a:cubicBezTo>
                    <a:pt x="401" y="4694"/>
                    <a:pt x="426" y="4694"/>
                    <a:pt x="426" y="4669"/>
                  </a:cubicBezTo>
                  <a:cubicBezTo>
                    <a:pt x="476" y="4669"/>
                    <a:pt x="501" y="4619"/>
                    <a:pt x="501" y="4569"/>
                  </a:cubicBezTo>
                  <a:cubicBezTo>
                    <a:pt x="201" y="3216"/>
                    <a:pt x="326" y="2113"/>
                    <a:pt x="877" y="1311"/>
                  </a:cubicBezTo>
                  <a:cubicBezTo>
                    <a:pt x="1579" y="333"/>
                    <a:pt x="2707" y="183"/>
                    <a:pt x="2732" y="183"/>
                  </a:cubicBezTo>
                  <a:cubicBezTo>
                    <a:pt x="2782" y="158"/>
                    <a:pt x="2807" y="133"/>
                    <a:pt x="2807" y="83"/>
                  </a:cubicBezTo>
                  <a:cubicBezTo>
                    <a:pt x="2787" y="42"/>
                    <a:pt x="2766" y="1"/>
                    <a:pt x="273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5" name="Google Shape;1415;p24"/>
            <p:cNvSpPr/>
            <p:nvPr/>
          </p:nvSpPr>
          <p:spPr>
            <a:xfrm flipH="1">
              <a:off x="1710877" y="2650324"/>
              <a:ext cx="109246" cy="80475"/>
            </a:xfrm>
            <a:custGeom>
              <a:rect b="b" l="l" r="r" t="t"/>
              <a:pathLst>
                <a:path extrusionOk="0" h="1681" w="2282">
                  <a:moveTo>
                    <a:pt x="2275" y="0"/>
                  </a:moveTo>
                  <a:cubicBezTo>
                    <a:pt x="2114" y="0"/>
                    <a:pt x="25" y="1531"/>
                    <a:pt x="1" y="1555"/>
                  </a:cubicBezTo>
                  <a:cubicBezTo>
                    <a:pt x="1" y="1606"/>
                    <a:pt x="1" y="1656"/>
                    <a:pt x="51" y="1681"/>
                  </a:cubicBezTo>
                  <a:lnTo>
                    <a:pt x="101" y="1681"/>
                  </a:lnTo>
                  <a:cubicBezTo>
                    <a:pt x="126" y="1681"/>
                    <a:pt x="151" y="1681"/>
                    <a:pt x="151" y="1656"/>
                  </a:cubicBezTo>
                  <a:cubicBezTo>
                    <a:pt x="276" y="1555"/>
                    <a:pt x="2206" y="227"/>
                    <a:pt x="2281" y="177"/>
                  </a:cubicBezTo>
                  <a:lnTo>
                    <a:pt x="2256" y="102"/>
                  </a:lnTo>
                  <a:lnTo>
                    <a:pt x="2281" y="2"/>
                  </a:lnTo>
                  <a:cubicBezTo>
                    <a:pt x="2280" y="1"/>
                    <a:pt x="2278" y="0"/>
                    <a:pt x="22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6" name="Google Shape;1416;p24"/>
            <p:cNvSpPr/>
            <p:nvPr/>
          </p:nvSpPr>
          <p:spPr>
            <a:xfrm flipH="1">
              <a:off x="2359983" y="2452418"/>
              <a:ext cx="120018" cy="317973"/>
            </a:xfrm>
            <a:custGeom>
              <a:rect b="b" l="l" r="r" t="t"/>
              <a:pathLst>
                <a:path extrusionOk="0" h="6642" w="2507">
                  <a:moveTo>
                    <a:pt x="2231" y="0"/>
                  </a:moveTo>
                  <a:cubicBezTo>
                    <a:pt x="2181" y="0"/>
                    <a:pt x="2156" y="50"/>
                    <a:pt x="2156" y="100"/>
                  </a:cubicBezTo>
                  <a:cubicBezTo>
                    <a:pt x="2156" y="125"/>
                    <a:pt x="2281" y="3158"/>
                    <a:pt x="2306" y="4060"/>
                  </a:cubicBezTo>
                  <a:cubicBezTo>
                    <a:pt x="2306" y="4110"/>
                    <a:pt x="2306" y="4161"/>
                    <a:pt x="2281" y="4186"/>
                  </a:cubicBezTo>
                  <a:cubicBezTo>
                    <a:pt x="2231" y="4236"/>
                    <a:pt x="2206" y="4236"/>
                    <a:pt x="2156" y="4261"/>
                  </a:cubicBezTo>
                  <a:lnTo>
                    <a:pt x="251" y="4311"/>
                  </a:lnTo>
                  <a:cubicBezTo>
                    <a:pt x="176" y="4311"/>
                    <a:pt x="100" y="4361"/>
                    <a:pt x="50" y="4436"/>
                  </a:cubicBezTo>
                  <a:cubicBezTo>
                    <a:pt x="0" y="4537"/>
                    <a:pt x="25" y="4612"/>
                    <a:pt x="50" y="4687"/>
                  </a:cubicBezTo>
                  <a:lnTo>
                    <a:pt x="1303" y="6592"/>
                  </a:lnTo>
                  <a:cubicBezTo>
                    <a:pt x="1303" y="6617"/>
                    <a:pt x="1354" y="6642"/>
                    <a:pt x="1379" y="6642"/>
                  </a:cubicBezTo>
                  <a:cubicBezTo>
                    <a:pt x="1379" y="6642"/>
                    <a:pt x="1404" y="6642"/>
                    <a:pt x="1429" y="6617"/>
                  </a:cubicBezTo>
                  <a:cubicBezTo>
                    <a:pt x="1454" y="6592"/>
                    <a:pt x="1479" y="6542"/>
                    <a:pt x="1454" y="6491"/>
                  </a:cubicBezTo>
                  <a:lnTo>
                    <a:pt x="226" y="4587"/>
                  </a:lnTo>
                  <a:cubicBezTo>
                    <a:pt x="201" y="4562"/>
                    <a:pt x="201" y="4537"/>
                    <a:pt x="201" y="4537"/>
                  </a:cubicBezTo>
                  <a:cubicBezTo>
                    <a:pt x="226" y="4511"/>
                    <a:pt x="226" y="4486"/>
                    <a:pt x="276" y="4486"/>
                  </a:cubicBezTo>
                  <a:lnTo>
                    <a:pt x="2156" y="4436"/>
                  </a:lnTo>
                  <a:cubicBezTo>
                    <a:pt x="2256" y="4436"/>
                    <a:pt x="2331" y="4386"/>
                    <a:pt x="2406" y="4311"/>
                  </a:cubicBezTo>
                  <a:cubicBezTo>
                    <a:pt x="2456" y="4236"/>
                    <a:pt x="2506" y="4161"/>
                    <a:pt x="2481" y="4060"/>
                  </a:cubicBezTo>
                  <a:cubicBezTo>
                    <a:pt x="2456" y="3158"/>
                    <a:pt x="2331" y="125"/>
                    <a:pt x="2331" y="75"/>
                  </a:cubicBezTo>
                  <a:cubicBezTo>
                    <a:pt x="2331" y="50"/>
                    <a:pt x="2281" y="0"/>
                    <a:pt x="223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7" name="Google Shape;1417;p24"/>
            <p:cNvSpPr/>
            <p:nvPr/>
          </p:nvSpPr>
          <p:spPr>
            <a:xfrm flipH="1">
              <a:off x="2116407" y="2634766"/>
              <a:ext cx="67262" cy="90097"/>
            </a:xfrm>
            <a:custGeom>
              <a:rect b="b" l="l" r="r" t="t"/>
              <a:pathLst>
                <a:path extrusionOk="0" h="1882" w="1405">
                  <a:moveTo>
                    <a:pt x="677" y="1"/>
                  </a:moveTo>
                  <a:cubicBezTo>
                    <a:pt x="301" y="1"/>
                    <a:pt x="1" y="427"/>
                    <a:pt x="26" y="953"/>
                  </a:cubicBezTo>
                  <a:cubicBezTo>
                    <a:pt x="26" y="1465"/>
                    <a:pt x="334" y="1881"/>
                    <a:pt x="696" y="1881"/>
                  </a:cubicBezTo>
                  <a:cubicBezTo>
                    <a:pt x="706" y="1881"/>
                    <a:pt x="717" y="1881"/>
                    <a:pt x="727" y="1880"/>
                  </a:cubicBezTo>
                  <a:cubicBezTo>
                    <a:pt x="1103" y="1880"/>
                    <a:pt x="1404" y="1454"/>
                    <a:pt x="1379" y="928"/>
                  </a:cubicBezTo>
                  <a:cubicBezTo>
                    <a:pt x="1379" y="402"/>
                    <a:pt x="1053" y="1"/>
                    <a:pt x="6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8" name="Google Shape;1418;p24"/>
            <p:cNvSpPr/>
            <p:nvPr/>
          </p:nvSpPr>
          <p:spPr>
            <a:xfrm flipH="1">
              <a:off x="2583166" y="2665931"/>
              <a:ext cx="66017" cy="90097"/>
            </a:xfrm>
            <a:custGeom>
              <a:rect b="b" l="l" r="r" t="t"/>
              <a:pathLst>
                <a:path extrusionOk="0" h="1882" w="1379">
                  <a:moveTo>
                    <a:pt x="708" y="0"/>
                  </a:moveTo>
                  <a:cubicBezTo>
                    <a:pt x="698" y="0"/>
                    <a:pt x="688" y="1"/>
                    <a:pt x="677" y="1"/>
                  </a:cubicBezTo>
                  <a:cubicBezTo>
                    <a:pt x="276" y="1"/>
                    <a:pt x="0" y="427"/>
                    <a:pt x="0" y="954"/>
                  </a:cubicBezTo>
                  <a:cubicBezTo>
                    <a:pt x="0" y="1480"/>
                    <a:pt x="326" y="1881"/>
                    <a:pt x="702" y="1881"/>
                  </a:cubicBezTo>
                  <a:cubicBezTo>
                    <a:pt x="1078" y="1881"/>
                    <a:pt x="1379" y="1455"/>
                    <a:pt x="1379" y="929"/>
                  </a:cubicBezTo>
                  <a:cubicBezTo>
                    <a:pt x="1354" y="417"/>
                    <a:pt x="1070" y="0"/>
                    <a:pt x="70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9" name="Google Shape;1419;p24"/>
            <p:cNvSpPr/>
            <p:nvPr/>
          </p:nvSpPr>
          <p:spPr>
            <a:xfrm flipH="1">
              <a:off x="2539936" y="2443610"/>
              <a:ext cx="230461" cy="144816"/>
            </a:xfrm>
            <a:custGeom>
              <a:rect b="b" l="l" r="r" t="t"/>
              <a:pathLst>
                <a:path extrusionOk="0" h="3025" w="4814">
                  <a:moveTo>
                    <a:pt x="4010" y="1"/>
                  </a:moveTo>
                  <a:cubicBezTo>
                    <a:pt x="3893" y="1"/>
                    <a:pt x="3773" y="27"/>
                    <a:pt x="3660" y="84"/>
                  </a:cubicBezTo>
                  <a:lnTo>
                    <a:pt x="577" y="1512"/>
                  </a:lnTo>
                  <a:cubicBezTo>
                    <a:pt x="176" y="1713"/>
                    <a:pt x="1" y="2189"/>
                    <a:pt x="201" y="2565"/>
                  </a:cubicBezTo>
                  <a:cubicBezTo>
                    <a:pt x="327" y="2853"/>
                    <a:pt x="608" y="3024"/>
                    <a:pt x="895" y="3024"/>
                  </a:cubicBezTo>
                  <a:cubicBezTo>
                    <a:pt x="1009" y="3024"/>
                    <a:pt x="1123" y="2998"/>
                    <a:pt x="1229" y="2941"/>
                  </a:cubicBezTo>
                  <a:lnTo>
                    <a:pt x="4337" y="1512"/>
                  </a:lnTo>
                  <a:cubicBezTo>
                    <a:pt x="4487" y="1437"/>
                    <a:pt x="4613" y="1312"/>
                    <a:pt x="4688" y="1162"/>
                  </a:cubicBezTo>
                  <a:cubicBezTo>
                    <a:pt x="4813" y="936"/>
                    <a:pt x="4813" y="685"/>
                    <a:pt x="4713" y="460"/>
                  </a:cubicBezTo>
                  <a:cubicBezTo>
                    <a:pt x="4587" y="172"/>
                    <a:pt x="4306" y="1"/>
                    <a:pt x="401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0" name="Google Shape;1420;p24"/>
            <p:cNvSpPr/>
            <p:nvPr/>
          </p:nvSpPr>
          <p:spPr>
            <a:xfrm flipH="1">
              <a:off x="2779923" y="3695434"/>
              <a:ext cx="50458" cy="400793"/>
            </a:xfrm>
            <a:custGeom>
              <a:rect b="b" l="l" r="r" t="t"/>
              <a:pathLst>
                <a:path extrusionOk="0" h="8372" w="1054">
                  <a:moveTo>
                    <a:pt x="978" y="0"/>
                  </a:moveTo>
                  <a:cubicBezTo>
                    <a:pt x="928" y="0"/>
                    <a:pt x="878" y="25"/>
                    <a:pt x="878" y="75"/>
                  </a:cubicBezTo>
                  <a:cubicBezTo>
                    <a:pt x="151" y="4587"/>
                    <a:pt x="1" y="8246"/>
                    <a:pt x="1" y="8271"/>
                  </a:cubicBezTo>
                  <a:cubicBezTo>
                    <a:pt x="1" y="8321"/>
                    <a:pt x="26" y="8371"/>
                    <a:pt x="76" y="8371"/>
                  </a:cubicBezTo>
                  <a:cubicBezTo>
                    <a:pt x="126" y="8371"/>
                    <a:pt x="176" y="8321"/>
                    <a:pt x="176" y="8271"/>
                  </a:cubicBezTo>
                  <a:cubicBezTo>
                    <a:pt x="176" y="8246"/>
                    <a:pt x="352" y="4587"/>
                    <a:pt x="1053" y="100"/>
                  </a:cubicBezTo>
                  <a:cubicBezTo>
                    <a:pt x="1053" y="50"/>
                    <a:pt x="1028" y="0"/>
                    <a:pt x="97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1" name="Google Shape;1421;p24"/>
            <p:cNvSpPr/>
            <p:nvPr/>
          </p:nvSpPr>
          <p:spPr>
            <a:xfrm flipH="1">
              <a:off x="2037224" y="2441743"/>
              <a:ext cx="238838" cy="132513"/>
            </a:xfrm>
            <a:custGeom>
              <a:rect b="b" l="l" r="r" t="t"/>
              <a:pathLst>
                <a:path extrusionOk="0" h="2768" w="4989">
                  <a:moveTo>
                    <a:pt x="895" y="1"/>
                  </a:moveTo>
                  <a:cubicBezTo>
                    <a:pt x="575" y="1"/>
                    <a:pt x="270" y="208"/>
                    <a:pt x="151" y="524"/>
                  </a:cubicBezTo>
                  <a:cubicBezTo>
                    <a:pt x="1" y="925"/>
                    <a:pt x="201" y="1376"/>
                    <a:pt x="627" y="1526"/>
                  </a:cubicBezTo>
                  <a:lnTo>
                    <a:pt x="3835" y="2729"/>
                  </a:lnTo>
                  <a:cubicBezTo>
                    <a:pt x="3911" y="2755"/>
                    <a:pt x="3992" y="2767"/>
                    <a:pt x="4077" y="2767"/>
                  </a:cubicBezTo>
                  <a:cubicBezTo>
                    <a:pt x="4161" y="2767"/>
                    <a:pt x="4249" y="2755"/>
                    <a:pt x="4337" y="2729"/>
                  </a:cubicBezTo>
                  <a:cubicBezTo>
                    <a:pt x="4562" y="2654"/>
                    <a:pt x="4738" y="2479"/>
                    <a:pt x="4838" y="2253"/>
                  </a:cubicBezTo>
                  <a:cubicBezTo>
                    <a:pt x="4988" y="1852"/>
                    <a:pt x="4788" y="1376"/>
                    <a:pt x="4362" y="1226"/>
                  </a:cubicBezTo>
                  <a:lnTo>
                    <a:pt x="1154" y="48"/>
                  </a:lnTo>
                  <a:cubicBezTo>
                    <a:pt x="1069" y="16"/>
                    <a:pt x="981" y="1"/>
                    <a:pt x="89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2" name="Google Shape;1422;p24"/>
            <p:cNvSpPr/>
            <p:nvPr/>
          </p:nvSpPr>
          <p:spPr>
            <a:xfrm flipH="1">
              <a:off x="2289179" y="2838847"/>
              <a:ext cx="118869" cy="54815"/>
            </a:xfrm>
            <a:custGeom>
              <a:rect b="b" l="l" r="r" t="t"/>
              <a:pathLst>
                <a:path extrusionOk="0" h="1145" w="2483">
                  <a:moveTo>
                    <a:pt x="2142" y="0"/>
                  </a:moveTo>
                  <a:cubicBezTo>
                    <a:pt x="1356" y="0"/>
                    <a:pt x="659" y="371"/>
                    <a:pt x="1" y="876"/>
                  </a:cubicBezTo>
                  <a:cubicBezTo>
                    <a:pt x="237" y="1027"/>
                    <a:pt x="529" y="1145"/>
                    <a:pt x="871" y="1145"/>
                  </a:cubicBezTo>
                  <a:cubicBezTo>
                    <a:pt x="1037" y="1145"/>
                    <a:pt x="1215" y="1117"/>
                    <a:pt x="1404" y="1051"/>
                  </a:cubicBezTo>
                  <a:cubicBezTo>
                    <a:pt x="2056" y="825"/>
                    <a:pt x="2357" y="399"/>
                    <a:pt x="2482" y="23"/>
                  </a:cubicBezTo>
                  <a:cubicBezTo>
                    <a:pt x="2367" y="8"/>
                    <a:pt x="2254" y="0"/>
                    <a:pt x="2142"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3" name="Google Shape;1423;p24"/>
            <p:cNvSpPr/>
            <p:nvPr/>
          </p:nvSpPr>
          <p:spPr>
            <a:xfrm flipH="1">
              <a:off x="2283195" y="2802751"/>
              <a:ext cx="157215" cy="78033"/>
            </a:xfrm>
            <a:custGeom>
              <a:rect b="b" l="l" r="r" t="t"/>
              <a:pathLst>
                <a:path extrusionOk="0" h="1630" w="3284">
                  <a:moveTo>
                    <a:pt x="3233" y="1"/>
                  </a:moveTo>
                  <a:lnTo>
                    <a:pt x="25" y="878"/>
                  </a:lnTo>
                  <a:cubicBezTo>
                    <a:pt x="0" y="903"/>
                    <a:pt x="226" y="1329"/>
                    <a:pt x="677" y="1630"/>
                  </a:cubicBezTo>
                  <a:cubicBezTo>
                    <a:pt x="1335" y="1125"/>
                    <a:pt x="2032" y="754"/>
                    <a:pt x="2818" y="754"/>
                  </a:cubicBezTo>
                  <a:cubicBezTo>
                    <a:pt x="2930" y="754"/>
                    <a:pt x="3043" y="762"/>
                    <a:pt x="3158" y="777"/>
                  </a:cubicBezTo>
                  <a:cubicBezTo>
                    <a:pt x="3283" y="376"/>
                    <a:pt x="3233" y="1"/>
                    <a:pt x="32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4" name="Google Shape;1424;p24"/>
            <p:cNvSpPr/>
            <p:nvPr/>
          </p:nvSpPr>
          <p:spPr>
            <a:xfrm flipH="1">
              <a:off x="1284948" y="3244281"/>
              <a:ext cx="909492" cy="1358158"/>
            </a:xfrm>
            <a:custGeom>
              <a:rect b="b" l="l" r="r" t="t"/>
              <a:pathLst>
                <a:path extrusionOk="0" h="28370" w="18998">
                  <a:moveTo>
                    <a:pt x="6416" y="1217"/>
                  </a:moveTo>
                  <a:cubicBezTo>
                    <a:pt x="4632" y="1217"/>
                    <a:pt x="4119" y="2019"/>
                    <a:pt x="3308" y="4662"/>
                  </a:cubicBezTo>
                  <a:cubicBezTo>
                    <a:pt x="1930" y="9149"/>
                    <a:pt x="7619" y="19976"/>
                    <a:pt x="7619" y="19976"/>
                  </a:cubicBezTo>
                  <a:cubicBezTo>
                    <a:pt x="8626" y="19914"/>
                    <a:pt x="9604" y="19871"/>
                    <a:pt x="10465" y="19871"/>
                  </a:cubicBezTo>
                  <a:cubicBezTo>
                    <a:pt x="10997" y="19871"/>
                    <a:pt x="11484" y="19887"/>
                    <a:pt x="11905" y="19926"/>
                  </a:cubicBezTo>
                  <a:lnTo>
                    <a:pt x="7619" y="19976"/>
                  </a:lnTo>
                  <a:cubicBezTo>
                    <a:pt x="6842" y="20001"/>
                    <a:pt x="6040" y="20076"/>
                    <a:pt x="5263" y="20126"/>
                  </a:cubicBezTo>
                  <a:cubicBezTo>
                    <a:pt x="4963" y="20201"/>
                    <a:pt x="1253" y="20627"/>
                    <a:pt x="952" y="20677"/>
                  </a:cubicBezTo>
                  <a:cubicBezTo>
                    <a:pt x="602" y="23259"/>
                    <a:pt x="551" y="25615"/>
                    <a:pt x="0" y="28096"/>
                  </a:cubicBezTo>
                  <a:cubicBezTo>
                    <a:pt x="1469" y="28244"/>
                    <a:pt x="3991" y="28370"/>
                    <a:pt x="6609" y="28370"/>
                  </a:cubicBezTo>
                  <a:cubicBezTo>
                    <a:pt x="10199" y="28370"/>
                    <a:pt x="13971" y="28133"/>
                    <a:pt x="15464" y="27394"/>
                  </a:cubicBezTo>
                  <a:cubicBezTo>
                    <a:pt x="16717" y="26793"/>
                    <a:pt x="18998" y="24462"/>
                    <a:pt x="18321" y="21429"/>
                  </a:cubicBezTo>
                  <a:cubicBezTo>
                    <a:pt x="13634" y="1"/>
                    <a:pt x="9424" y="1930"/>
                    <a:pt x="8396" y="1404"/>
                  </a:cubicBezTo>
                  <a:cubicBezTo>
                    <a:pt x="7595" y="1289"/>
                    <a:pt x="6948" y="1217"/>
                    <a:pt x="6416" y="1217"/>
                  </a:cubicBezTo>
                  <a:close/>
                </a:path>
              </a:pathLst>
            </a:custGeom>
            <a:solidFill>
              <a:srgbClr val="FF93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p24"/>
            <p:cNvSpPr/>
            <p:nvPr/>
          </p:nvSpPr>
          <p:spPr>
            <a:xfrm flipH="1">
              <a:off x="1620875" y="4193359"/>
              <a:ext cx="325201" cy="19245"/>
            </a:xfrm>
            <a:custGeom>
              <a:rect b="b" l="l" r="r" t="t"/>
              <a:pathLst>
                <a:path extrusionOk="0" h="402" w="6793">
                  <a:moveTo>
                    <a:pt x="6717" y="0"/>
                  </a:moveTo>
                  <a:lnTo>
                    <a:pt x="2481" y="75"/>
                  </a:lnTo>
                  <a:cubicBezTo>
                    <a:pt x="2456" y="50"/>
                    <a:pt x="2431" y="50"/>
                    <a:pt x="2431" y="50"/>
                  </a:cubicBezTo>
                  <a:cubicBezTo>
                    <a:pt x="1704" y="101"/>
                    <a:pt x="927" y="151"/>
                    <a:pt x="75" y="201"/>
                  </a:cubicBezTo>
                  <a:cubicBezTo>
                    <a:pt x="25" y="226"/>
                    <a:pt x="0" y="251"/>
                    <a:pt x="0" y="301"/>
                  </a:cubicBezTo>
                  <a:cubicBezTo>
                    <a:pt x="0" y="351"/>
                    <a:pt x="50" y="401"/>
                    <a:pt x="75" y="401"/>
                  </a:cubicBezTo>
                  <a:lnTo>
                    <a:pt x="100" y="401"/>
                  </a:lnTo>
                  <a:cubicBezTo>
                    <a:pt x="927" y="326"/>
                    <a:pt x="1679" y="276"/>
                    <a:pt x="2381" y="226"/>
                  </a:cubicBezTo>
                  <a:cubicBezTo>
                    <a:pt x="2406" y="251"/>
                    <a:pt x="2406" y="251"/>
                    <a:pt x="2431" y="251"/>
                  </a:cubicBezTo>
                  <a:lnTo>
                    <a:pt x="6717" y="176"/>
                  </a:lnTo>
                  <a:cubicBezTo>
                    <a:pt x="6767" y="176"/>
                    <a:pt x="6792" y="151"/>
                    <a:pt x="6792" y="101"/>
                  </a:cubicBezTo>
                  <a:cubicBezTo>
                    <a:pt x="6792" y="50"/>
                    <a:pt x="6767" y="0"/>
                    <a:pt x="671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26" name="Google Shape;1426;p24"/>
            <p:cNvGrpSpPr/>
            <p:nvPr/>
          </p:nvGrpSpPr>
          <p:grpSpPr>
            <a:xfrm rot="-1716004">
              <a:off x="2078603" y="3833240"/>
              <a:ext cx="853559" cy="771314"/>
              <a:chOff x="3422450" y="1910675"/>
              <a:chExt cx="1386000" cy="1252450"/>
            </a:xfrm>
          </p:grpSpPr>
          <p:sp>
            <p:nvSpPr>
              <p:cNvPr id="1427" name="Google Shape;1427;p24"/>
              <p:cNvSpPr/>
              <p:nvPr/>
            </p:nvSpPr>
            <p:spPr>
              <a:xfrm>
                <a:off x="4066575" y="1910675"/>
                <a:ext cx="741875" cy="696325"/>
              </a:xfrm>
              <a:custGeom>
                <a:rect b="b" l="l" r="r" t="t"/>
                <a:pathLst>
                  <a:path extrusionOk="0" h="27853" w="29675">
                    <a:moveTo>
                      <a:pt x="15361" y="1"/>
                    </a:moveTo>
                    <a:cubicBezTo>
                      <a:pt x="11400" y="1"/>
                      <a:pt x="7522" y="1758"/>
                      <a:pt x="4862" y="4953"/>
                    </a:cubicBezTo>
                    <a:cubicBezTo>
                      <a:pt x="4838" y="4950"/>
                      <a:pt x="4813" y="4948"/>
                      <a:pt x="4787" y="4948"/>
                    </a:cubicBezTo>
                    <a:cubicBezTo>
                      <a:pt x="4607" y="4948"/>
                      <a:pt x="4415" y="5028"/>
                      <a:pt x="4261" y="5204"/>
                    </a:cubicBezTo>
                    <a:cubicBezTo>
                      <a:pt x="827" y="9289"/>
                      <a:pt x="0" y="15103"/>
                      <a:pt x="2181" y="19991"/>
                    </a:cubicBezTo>
                    <a:cubicBezTo>
                      <a:pt x="4405" y="24929"/>
                      <a:pt x="9590" y="27853"/>
                      <a:pt x="14863" y="27853"/>
                    </a:cubicBezTo>
                    <a:cubicBezTo>
                      <a:pt x="15532" y="27853"/>
                      <a:pt x="16202" y="27806"/>
                      <a:pt x="16867" y="27710"/>
                    </a:cubicBezTo>
                    <a:cubicBezTo>
                      <a:pt x="22832" y="26858"/>
                      <a:pt x="27770" y="22046"/>
                      <a:pt x="28722" y="16106"/>
                    </a:cubicBezTo>
                    <a:cubicBezTo>
                      <a:pt x="29675" y="10316"/>
                      <a:pt x="26893" y="4402"/>
                      <a:pt x="21730" y="1620"/>
                    </a:cubicBezTo>
                    <a:cubicBezTo>
                      <a:pt x="19704" y="523"/>
                      <a:pt x="17520" y="1"/>
                      <a:pt x="1536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8" name="Google Shape;1428;p24"/>
              <p:cNvSpPr/>
              <p:nvPr/>
            </p:nvSpPr>
            <p:spPr>
              <a:xfrm>
                <a:off x="3584200" y="2260100"/>
                <a:ext cx="872625" cy="789850"/>
              </a:xfrm>
              <a:custGeom>
                <a:rect b="b" l="l" r="r" t="t"/>
                <a:pathLst>
                  <a:path extrusionOk="0" h="31594" w="34905">
                    <a:moveTo>
                      <a:pt x="23229" y="0"/>
                    </a:moveTo>
                    <a:cubicBezTo>
                      <a:pt x="23032" y="0"/>
                      <a:pt x="22830" y="73"/>
                      <a:pt x="22654" y="249"/>
                    </a:cubicBezTo>
                    <a:cubicBezTo>
                      <a:pt x="15486" y="7743"/>
                      <a:pt x="8293" y="15212"/>
                      <a:pt x="1100" y="22706"/>
                    </a:cubicBezTo>
                    <a:cubicBezTo>
                      <a:pt x="924" y="22881"/>
                      <a:pt x="874" y="23107"/>
                      <a:pt x="899" y="23282"/>
                    </a:cubicBezTo>
                    <a:cubicBezTo>
                      <a:pt x="799" y="23407"/>
                      <a:pt x="749" y="23533"/>
                      <a:pt x="699" y="23708"/>
                    </a:cubicBezTo>
                    <a:cubicBezTo>
                      <a:pt x="0" y="27921"/>
                      <a:pt x="3193" y="31594"/>
                      <a:pt x="7326" y="31594"/>
                    </a:cubicBezTo>
                    <a:cubicBezTo>
                      <a:pt x="7643" y="31594"/>
                      <a:pt x="7966" y="31572"/>
                      <a:pt x="8293" y="31528"/>
                    </a:cubicBezTo>
                    <a:cubicBezTo>
                      <a:pt x="8669" y="31477"/>
                      <a:pt x="8869" y="31227"/>
                      <a:pt x="8944" y="30951"/>
                    </a:cubicBezTo>
                    <a:cubicBezTo>
                      <a:pt x="9019" y="30926"/>
                      <a:pt x="9070" y="30876"/>
                      <a:pt x="9120" y="30851"/>
                    </a:cubicBezTo>
                    <a:cubicBezTo>
                      <a:pt x="17390" y="24410"/>
                      <a:pt x="25636" y="17994"/>
                      <a:pt x="33882" y="11553"/>
                    </a:cubicBezTo>
                    <a:cubicBezTo>
                      <a:pt x="33930" y="11560"/>
                      <a:pt x="33978" y="11564"/>
                      <a:pt x="34027" y="11564"/>
                    </a:cubicBezTo>
                    <a:cubicBezTo>
                      <a:pt x="34463" y="11564"/>
                      <a:pt x="34904" y="11264"/>
                      <a:pt x="34859" y="10700"/>
                    </a:cubicBezTo>
                    <a:cubicBezTo>
                      <a:pt x="34408" y="4710"/>
                      <a:pt x="29571" y="274"/>
                      <a:pt x="23631" y="99"/>
                    </a:cubicBezTo>
                    <a:cubicBezTo>
                      <a:pt x="23507" y="37"/>
                      <a:pt x="23369" y="0"/>
                      <a:pt x="23229"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9" name="Google Shape;1429;p24"/>
              <p:cNvSpPr/>
              <p:nvPr/>
            </p:nvSpPr>
            <p:spPr>
              <a:xfrm>
                <a:off x="3422450" y="2847550"/>
                <a:ext cx="384750" cy="313400"/>
              </a:xfrm>
              <a:custGeom>
                <a:rect b="b" l="l" r="r" t="t"/>
                <a:pathLst>
                  <a:path extrusionOk="0" h="12536" w="15390">
                    <a:moveTo>
                      <a:pt x="8019" y="0"/>
                    </a:moveTo>
                    <a:cubicBezTo>
                      <a:pt x="7897" y="0"/>
                      <a:pt x="7789" y="28"/>
                      <a:pt x="7695" y="85"/>
                    </a:cubicBezTo>
                    <a:cubicBezTo>
                      <a:pt x="7494" y="85"/>
                      <a:pt x="7319" y="185"/>
                      <a:pt x="7169" y="360"/>
                    </a:cubicBezTo>
                    <a:lnTo>
                      <a:pt x="4712" y="3468"/>
                    </a:lnTo>
                    <a:cubicBezTo>
                      <a:pt x="3134" y="5223"/>
                      <a:pt x="1655" y="7002"/>
                      <a:pt x="201" y="8857"/>
                    </a:cubicBezTo>
                    <a:cubicBezTo>
                      <a:pt x="26" y="9107"/>
                      <a:pt x="1" y="9333"/>
                      <a:pt x="76" y="9558"/>
                    </a:cubicBezTo>
                    <a:cubicBezTo>
                      <a:pt x="51" y="9659"/>
                      <a:pt x="76" y="9784"/>
                      <a:pt x="126" y="9934"/>
                    </a:cubicBezTo>
                    <a:cubicBezTo>
                      <a:pt x="527" y="11037"/>
                      <a:pt x="1354" y="11914"/>
                      <a:pt x="2432" y="12416"/>
                    </a:cubicBezTo>
                    <a:cubicBezTo>
                      <a:pt x="2457" y="12441"/>
                      <a:pt x="2507" y="12441"/>
                      <a:pt x="2532" y="12441"/>
                    </a:cubicBezTo>
                    <a:cubicBezTo>
                      <a:pt x="2648" y="12499"/>
                      <a:pt x="2770" y="12535"/>
                      <a:pt x="2894" y="12535"/>
                    </a:cubicBezTo>
                    <a:cubicBezTo>
                      <a:pt x="3038" y="12535"/>
                      <a:pt x="3186" y="12486"/>
                      <a:pt x="3334" y="12365"/>
                    </a:cubicBezTo>
                    <a:cubicBezTo>
                      <a:pt x="3635" y="12115"/>
                      <a:pt x="3961" y="11889"/>
                      <a:pt x="4261" y="11639"/>
                    </a:cubicBezTo>
                    <a:cubicBezTo>
                      <a:pt x="4412" y="11538"/>
                      <a:pt x="4587" y="11438"/>
                      <a:pt x="4738" y="11338"/>
                    </a:cubicBezTo>
                    <a:cubicBezTo>
                      <a:pt x="5690" y="10686"/>
                      <a:pt x="6642" y="9985"/>
                      <a:pt x="7570" y="9258"/>
                    </a:cubicBezTo>
                    <a:cubicBezTo>
                      <a:pt x="8422" y="9634"/>
                      <a:pt x="9324" y="9884"/>
                      <a:pt x="10251" y="10035"/>
                    </a:cubicBezTo>
                    <a:cubicBezTo>
                      <a:pt x="10348" y="10104"/>
                      <a:pt x="10467" y="10142"/>
                      <a:pt x="10600" y="10142"/>
                    </a:cubicBezTo>
                    <a:cubicBezTo>
                      <a:pt x="10710" y="10142"/>
                      <a:pt x="10829" y="10116"/>
                      <a:pt x="10953" y="10060"/>
                    </a:cubicBezTo>
                    <a:cubicBezTo>
                      <a:pt x="12357" y="9333"/>
                      <a:pt x="13660" y="8456"/>
                      <a:pt x="14838" y="7378"/>
                    </a:cubicBezTo>
                    <a:cubicBezTo>
                      <a:pt x="14863" y="7378"/>
                      <a:pt x="14863" y="7353"/>
                      <a:pt x="14888" y="7328"/>
                    </a:cubicBezTo>
                    <a:cubicBezTo>
                      <a:pt x="15189" y="7228"/>
                      <a:pt x="15389" y="6952"/>
                      <a:pt x="15314" y="6551"/>
                    </a:cubicBezTo>
                    <a:cubicBezTo>
                      <a:pt x="14913" y="4446"/>
                      <a:pt x="13760" y="2641"/>
                      <a:pt x="12081" y="1438"/>
                    </a:cubicBezTo>
                    <a:cubicBezTo>
                      <a:pt x="11053" y="411"/>
                      <a:pt x="9550" y="160"/>
                      <a:pt x="8146" y="10"/>
                    </a:cubicBezTo>
                    <a:cubicBezTo>
                      <a:pt x="8102" y="3"/>
                      <a:pt x="8060" y="0"/>
                      <a:pt x="801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0" name="Google Shape;1430;p24"/>
              <p:cNvSpPr/>
              <p:nvPr/>
            </p:nvSpPr>
            <p:spPr>
              <a:xfrm>
                <a:off x="3423075" y="3065350"/>
                <a:ext cx="106375" cy="97775"/>
              </a:xfrm>
              <a:custGeom>
                <a:rect b="b" l="l" r="r" t="t"/>
                <a:pathLst>
                  <a:path extrusionOk="0" h="3911" w="4255">
                    <a:moveTo>
                      <a:pt x="772" y="1"/>
                    </a:moveTo>
                    <a:cubicBezTo>
                      <a:pt x="534" y="1"/>
                      <a:pt x="328" y="83"/>
                      <a:pt x="176" y="270"/>
                    </a:cubicBezTo>
                    <a:cubicBezTo>
                      <a:pt x="76" y="295"/>
                      <a:pt x="1" y="395"/>
                      <a:pt x="1" y="521"/>
                    </a:cubicBezTo>
                    <a:cubicBezTo>
                      <a:pt x="101" y="2250"/>
                      <a:pt x="1329" y="3603"/>
                      <a:pt x="3033" y="3904"/>
                    </a:cubicBezTo>
                    <a:cubicBezTo>
                      <a:pt x="3051" y="3909"/>
                      <a:pt x="3068" y="3911"/>
                      <a:pt x="3084" y="3911"/>
                    </a:cubicBezTo>
                    <a:cubicBezTo>
                      <a:pt x="3159" y="3911"/>
                      <a:pt x="3218" y="3866"/>
                      <a:pt x="3259" y="3804"/>
                    </a:cubicBezTo>
                    <a:cubicBezTo>
                      <a:pt x="3276" y="3808"/>
                      <a:pt x="3293" y="3810"/>
                      <a:pt x="3310" y="3810"/>
                    </a:cubicBezTo>
                    <a:cubicBezTo>
                      <a:pt x="3393" y="3810"/>
                      <a:pt x="3472" y="3762"/>
                      <a:pt x="3535" y="3679"/>
                    </a:cubicBezTo>
                    <a:cubicBezTo>
                      <a:pt x="4254" y="2430"/>
                      <a:pt x="2060" y="1"/>
                      <a:pt x="77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p24"/>
              <p:cNvSpPr/>
              <p:nvPr/>
            </p:nvSpPr>
            <p:spPr>
              <a:xfrm>
                <a:off x="4146525" y="1961650"/>
                <a:ext cx="603650" cy="618500"/>
              </a:xfrm>
              <a:custGeom>
                <a:rect b="b" l="l" r="r" t="t"/>
                <a:pathLst>
                  <a:path extrusionOk="0" h="24740" w="24146">
                    <a:moveTo>
                      <a:pt x="2873" y="1"/>
                    </a:moveTo>
                    <a:cubicBezTo>
                      <a:pt x="2303" y="1"/>
                      <a:pt x="1745" y="114"/>
                      <a:pt x="1213" y="383"/>
                    </a:cubicBezTo>
                    <a:cubicBezTo>
                      <a:pt x="1" y="1032"/>
                      <a:pt x="528" y="2861"/>
                      <a:pt x="1616" y="2861"/>
                    </a:cubicBezTo>
                    <a:cubicBezTo>
                      <a:pt x="1787" y="2861"/>
                      <a:pt x="1971" y="2816"/>
                      <a:pt x="2166" y="2714"/>
                    </a:cubicBezTo>
                    <a:cubicBezTo>
                      <a:pt x="2407" y="2588"/>
                      <a:pt x="2682" y="2532"/>
                      <a:pt x="2980" y="2532"/>
                    </a:cubicBezTo>
                    <a:cubicBezTo>
                      <a:pt x="4819" y="2532"/>
                      <a:pt x="7543" y="4647"/>
                      <a:pt x="8707" y="5445"/>
                    </a:cubicBezTo>
                    <a:cubicBezTo>
                      <a:pt x="10637" y="6799"/>
                      <a:pt x="12416" y="8378"/>
                      <a:pt x="13995" y="10132"/>
                    </a:cubicBezTo>
                    <a:cubicBezTo>
                      <a:pt x="15574" y="11887"/>
                      <a:pt x="16978" y="13841"/>
                      <a:pt x="18081" y="15922"/>
                    </a:cubicBezTo>
                    <a:cubicBezTo>
                      <a:pt x="18532" y="16724"/>
                      <a:pt x="21264" y="21736"/>
                      <a:pt x="20436" y="22438"/>
                    </a:cubicBezTo>
                    <a:cubicBezTo>
                      <a:pt x="19451" y="23282"/>
                      <a:pt x="20224" y="24740"/>
                      <a:pt x="21202" y="24740"/>
                    </a:cubicBezTo>
                    <a:cubicBezTo>
                      <a:pt x="21444" y="24740"/>
                      <a:pt x="21697" y="24651"/>
                      <a:pt x="21940" y="24443"/>
                    </a:cubicBezTo>
                    <a:cubicBezTo>
                      <a:pt x="24146" y="22588"/>
                      <a:pt x="22416" y="19330"/>
                      <a:pt x="21489" y="17175"/>
                    </a:cubicBezTo>
                    <a:cubicBezTo>
                      <a:pt x="20161" y="14167"/>
                      <a:pt x="18381" y="11335"/>
                      <a:pt x="16201" y="8854"/>
                    </a:cubicBezTo>
                    <a:cubicBezTo>
                      <a:pt x="14096" y="6448"/>
                      <a:pt x="11690" y="4343"/>
                      <a:pt x="8958" y="2638"/>
                    </a:cubicBezTo>
                    <a:cubicBezTo>
                      <a:pt x="7314" y="1609"/>
                      <a:pt x="5014" y="1"/>
                      <a:pt x="2873"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32" name="Google Shape;1432;p24"/>
            <p:cNvSpPr/>
            <p:nvPr/>
          </p:nvSpPr>
          <p:spPr>
            <a:xfrm flipH="1">
              <a:off x="2123633" y="4234721"/>
              <a:ext cx="557960" cy="494002"/>
            </a:xfrm>
            <a:custGeom>
              <a:rect b="b" l="l" r="r" t="t"/>
              <a:pathLst>
                <a:path extrusionOk="0" h="10319" w="11655">
                  <a:moveTo>
                    <a:pt x="10883" y="1"/>
                  </a:moveTo>
                  <a:cubicBezTo>
                    <a:pt x="9226" y="1"/>
                    <a:pt x="5316" y="151"/>
                    <a:pt x="3334" y="1492"/>
                  </a:cubicBezTo>
                  <a:cubicBezTo>
                    <a:pt x="3309" y="1517"/>
                    <a:pt x="3259" y="1517"/>
                    <a:pt x="3234" y="1542"/>
                  </a:cubicBezTo>
                  <a:lnTo>
                    <a:pt x="727" y="2770"/>
                  </a:lnTo>
                  <a:cubicBezTo>
                    <a:pt x="301" y="2996"/>
                    <a:pt x="126" y="3522"/>
                    <a:pt x="326" y="3948"/>
                  </a:cubicBezTo>
                  <a:lnTo>
                    <a:pt x="402" y="4099"/>
                  </a:lnTo>
                  <a:cubicBezTo>
                    <a:pt x="564" y="4406"/>
                    <a:pt x="870" y="4582"/>
                    <a:pt x="1196" y="4582"/>
                  </a:cubicBezTo>
                  <a:cubicBezTo>
                    <a:pt x="1323" y="4582"/>
                    <a:pt x="1453" y="4556"/>
                    <a:pt x="1580" y="4500"/>
                  </a:cubicBezTo>
                  <a:lnTo>
                    <a:pt x="2983" y="3798"/>
                  </a:lnTo>
                  <a:lnTo>
                    <a:pt x="602" y="5252"/>
                  </a:lnTo>
                  <a:cubicBezTo>
                    <a:pt x="151" y="5527"/>
                    <a:pt x="1" y="6129"/>
                    <a:pt x="276" y="6580"/>
                  </a:cubicBezTo>
                  <a:lnTo>
                    <a:pt x="402" y="6780"/>
                  </a:lnTo>
                  <a:cubicBezTo>
                    <a:pt x="583" y="7078"/>
                    <a:pt x="907" y="7245"/>
                    <a:pt x="1235" y="7245"/>
                  </a:cubicBezTo>
                  <a:cubicBezTo>
                    <a:pt x="1405" y="7245"/>
                    <a:pt x="1576" y="7200"/>
                    <a:pt x="1730" y="7106"/>
                  </a:cubicBezTo>
                  <a:lnTo>
                    <a:pt x="4061" y="5678"/>
                  </a:lnTo>
                  <a:lnTo>
                    <a:pt x="4086" y="5703"/>
                  </a:lnTo>
                  <a:lnTo>
                    <a:pt x="2081" y="7156"/>
                  </a:lnTo>
                  <a:cubicBezTo>
                    <a:pt x="1655" y="7457"/>
                    <a:pt x="1555" y="8084"/>
                    <a:pt x="1880" y="8510"/>
                  </a:cubicBezTo>
                  <a:lnTo>
                    <a:pt x="1981" y="8685"/>
                  </a:lnTo>
                  <a:cubicBezTo>
                    <a:pt x="2180" y="8945"/>
                    <a:pt x="2481" y="9084"/>
                    <a:pt x="2789" y="9084"/>
                  </a:cubicBezTo>
                  <a:cubicBezTo>
                    <a:pt x="2985" y="9084"/>
                    <a:pt x="3183" y="9028"/>
                    <a:pt x="3359" y="8911"/>
                  </a:cubicBezTo>
                  <a:lnTo>
                    <a:pt x="5214" y="7557"/>
                  </a:lnTo>
                  <a:lnTo>
                    <a:pt x="5214" y="7557"/>
                  </a:lnTo>
                  <a:lnTo>
                    <a:pt x="4036" y="8635"/>
                  </a:lnTo>
                  <a:cubicBezTo>
                    <a:pt x="3660" y="8961"/>
                    <a:pt x="3635" y="9512"/>
                    <a:pt x="3961" y="9888"/>
                  </a:cubicBezTo>
                  <a:lnTo>
                    <a:pt x="4086" y="10039"/>
                  </a:lnTo>
                  <a:cubicBezTo>
                    <a:pt x="4258" y="10224"/>
                    <a:pt x="4493" y="10318"/>
                    <a:pt x="4731" y="10318"/>
                  </a:cubicBezTo>
                  <a:cubicBezTo>
                    <a:pt x="4945" y="10318"/>
                    <a:pt x="5161" y="10243"/>
                    <a:pt x="5339" y="10089"/>
                  </a:cubicBezTo>
                  <a:lnTo>
                    <a:pt x="7419" y="8234"/>
                  </a:lnTo>
                  <a:cubicBezTo>
                    <a:pt x="7595" y="8184"/>
                    <a:pt x="10477" y="7808"/>
                    <a:pt x="11479" y="6304"/>
                  </a:cubicBezTo>
                  <a:lnTo>
                    <a:pt x="11655" y="13"/>
                  </a:lnTo>
                  <a:cubicBezTo>
                    <a:pt x="11655" y="13"/>
                    <a:pt x="11364" y="1"/>
                    <a:pt x="10883" y="1"/>
                  </a:cubicBezTo>
                  <a:close/>
                </a:path>
              </a:pathLst>
            </a:custGeom>
            <a:solidFill>
              <a:srgbClr val="FF93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3" name="Google Shape;1433;p24"/>
            <p:cNvSpPr/>
            <p:nvPr/>
          </p:nvSpPr>
          <p:spPr>
            <a:xfrm flipH="1">
              <a:off x="1346130" y="3302973"/>
              <a:ext cx="835528" cy="800628"/>
            </a:xfrm>
            <a:custGeom>
              <a:rect b="b" l="l" r="r" t="t"/>
              <a:pathLst>
                <a:path extrusionOk="0" h="16724" w="17453">
                  <a:moveTo>
                    <a:pt x="6620" y="1"/>
                  </a:moveTo>
                  <a:cubicBezTo>
                    <a:pt x="1" y="1"/>
                    <a:pt x="936" y="8198"/>
                    <a:pt x="936" y="8198"/>
                  </a:cubicBezTo>
                  <a:lnTo>
                    <a:pt x="1287" y="16720"/>
                  </a:lnTo>
                  <a:cubicBezTo>
                    <a:pt x="1287" y="16720"/>
                    <a:pt x="1420" y="16723"/>
                    <a:pt x="1667" y="16723"/>
                  </a:cubicBezTo>
                  <a:cubicBezTo>
                    <a:pt x="3501" y="16723"/>
                    <a:pt x="11597" y="16528"/>
                    <a:pt x="17452" y="13236"/>
                  </a:cubicBezTo>
                  <a:cubicBezTo>
                    <a:pt x="17452" y="13236"/>
                    <a:pt x="14671" y="178"/>
                    <a:pt x="6801" y="3"/>
                  </a:cubicBezTo>
                  <a:cubicBezTo>
                    <a:pt x="6740" y="1"/>
                    <a:pt x="6680" y="1"/>
                    <a:pt x="662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4" name="Google Shape;1434;p24"/>
            <p:cNvSpPr/>
            <p:nvPr/>
          </p:nvSpPr>
          <p:spPr>
            <a:xfrm flipH="1">
              <a:off x="1882452" y="3701418"/>
              <a:ext cx="118821" cy="387580"/>
            </a:xfrm>
            <a:custGeom>
              <a:rect b="b" l="l" r="r" t="t"/>
              <a:pathLst>
                <a:path extrusionOk="0" h="8096" w="2482">
                  <a:moveTo>
                    <a:pt x="75" y="1"/>
                  </a:moveTo>
                  <a:cubicBezTo>
                    <a:pt x="25" y="26"/>
                    <a:pt x="0" y="76"/>
                    <a:pt x="0" y="126"/>
                  </a:cubicBezTo>
                  <a:cubicBezTo>
                    <a:pt x="1053" y="4562"/>
                    <a:pt x="2281" y="8021"/>
                    <a:pt x="2281" y="8046"/>
                  </a:cubicBezTo>
                  <a:cubicBezTo>
                    <a:pt x="2306" y="8071"/>
                    <a:pt x="2331" y="8096"/>
                    <a:pt x="2381" y="8096"/>
                  </a:cubicBezTo>
                  <a:lnTo>
                    <a:pt x="2406" y="8096"/>
                  </a:lnTo>
                  <a:cubicBezTo>
                    <a:pt x="2456" y="8071"/>
                    <a:pt x="2481" y="8021"/>
                    <a:pt x="2456" y="7996"/>
                  </a:cubicBezTo>
                  <a:cubicBezTo>
                    <a:pt x="2456" y="7945"/>
                    <a:pt x="1228" y="4512"/>
                    <a:pt x="176" y="76"/>
                  </a:cubicBezTo>
                  <a:cubicBezTo>
                    <a:pt x="176" y="26"/>
                    <a:pt x="126" y="1"/>
                    <a:pt x="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35" name="Google Shape;1435;p24"/>
            <p:cNvGrpSpPr/>
            <p:nvPr/>
          </p:nvGrpSpPr>
          <p:grpSpPr>
            <a:xfrm flipH="1">
              <a:off x="3089444" y="1773678"/>
              <a:ext cx="943384" cy="876689"/>
              <a:chOff x="5635134" y="2383175"/>
              <a:chExt cx="709104" cy="658973"/>
            </a:xfrm>
          </p:grpSpPr>
          <p:sp>
            <p:nvSpPr>
              <p:cNvPr id="1436" name="Google Shape;1436;p24"/>
              <p:cNvSpPr/>
              <p:nvPr/>
            </p:nvSpPr>
            <p:spPr>
              <a:xfrm flipH="1">
                <a:off x="5635134" y="2383175"/>
                <a:ext cx="599029" cy="599029"/>
              </a:xfrm>
              <a:custGeom>
                <a:rect b="b" l="l" r="r" t="t"/>
                <a:pathLst>
                  <a:path extrusionOk="0" h="14312" w="14312">
                    <a:moveTo>
                      <a:pt x="7143" y="0"/>
                    </a:moveTo>
                    <a:cubicBezTo>
                      <a:pt x="3208" y="0"/>
                      <a:pt x="0" y="3208"/>
                      <a:pt x="0" y="7168"/>
                    </a:cubicBezTo>
                    <a:cubicBezTo>
                      <a:pt x="0" y="11103"/>
                      <a:pt x="3208" y="14311"/>
                      <a:pt x="7143" y="14311"/>
                    </a:cubicBezTo>
                    <a:cubicBezTo>
                      <a:pt x="11103" y="14311"/>
                      <a:pt x="14311" y="11103"/>
                      <a:pt x="14311" y="7168"/>
                    </a:cubicBezTo>
                    <a:cubicBezTo>
                      <a:pt x="14311" y="3208"/>
                      <a:pt x="11103" y="0"/>
                      <a:pt x="7143" y="0"/>
                    </a:cubicBezTo>
                    <a:close/>
                  </a:path>
                </a:pathLst>
              </a:custGeom>
              <a:solidFill>
                <a:srgbClr val="135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7" name="Google Shape;1437;p24"/>
              <p:cNvSpPr/>
              <p:nvPr/>
            </p:nvSpPr>
            <p:spPr>
              <a:xfrm flipH="1">
                <a:off x="5714857"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6" y="1906"/>
                      <a:pt x="2456" y="1229"/>
                    </a:cubicBezTo>
                    <a:cubicBezTo>
                      <a:pt x="2456"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8" name="Google Shape;1438;p24"/>
              <p:cNvSpPr/>
              <p:nvPr/>
            </p:nvSpPr>
            <p:spPr>
              <a:xfrm flipH="1">
                <a:off x="5880607"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6" y="1906"/>
                      <a:pt x="2456" y="1229"/>
                    </a:cubicBezTo>
                    <a:cubicBezTo>
                      <a:pt x="2456"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p24"/>
              <p:cNvSpPr/>
              <p:nvPr/>
            </p:nvSpPr>
            <p:spPr>
              <a:xfrm flipH="1">
                <a:off x="6046358"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7" y="1906"/>
                      <a:pt x="2457" y="1229"/>
                    </a:cubicBezTo>
                    <a:cubicBezTo>
                      <a:pt x="2457"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0" name="Google Shape;1440;p24"/>
              <p:cNvSpPr/>
              <p:nvPr/>
            </p:nvSpPr>
            <p:spPr>
              <a:xfrm flipH="1" rot="2700000">
                <a:off x="6085551" y="2795515"/>
                <a:ext cx="221364" cy="197256"/>
              </a:xfrm>
              <a:custGeom>
                <a:rect b="b" l="l" r="r" t="t"/>
                <a:pathLst>
                  <a:path extrusionOk="0" h="4713" w="5289">
                    <a:moveTo>
                      <a:pt x="5288" y="1"/>
                    </a:moveTo>
                    <a:lnTo>
                      <a:pt x="0" y="552"/>
                    </a:lnTo>
                    <a:lnTo>
                      <a:pt x="4085" y="4712"/>
                    </a:lnTo>
                    <a:lnTo>
                      <a:pt x="5288" y="1"/>
                    </a:lnTo>
                    <a:close/>
                  </a:path>
                </a:pathLst>
              </a:custGeom>
              <a:solidFill>
                <a:srgbClr val="135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41" name="Google Shape;1441;p24"/>
            <p:cNvSpPr/>
            <p:nvPr/>
          </p:nvSpPr>
          <p:spPr>
            <a:xfrm flipH="1">
              <a:off x="836691" y="4658467"/>
              <a:ext cx="3665541" cy="74443"/>
            </a:xfrm>
            <a:custGeom>
              <a:rect b="b" l="l" r="r" t="t"/>
              <a:pathLst>
                <a:path extrusionOk="0" h="1555" w="76568">
                  <a:moveTo>
                    <a:pt x="0" y="1"/>
                  </a:moveTo>
                  <a:lnTo>
                    <a:pt x="0" y="1555"/>
                  </a:lnTo>
                  <a:lnTo>
                    <a:pt x="76567" y="1555"/>
                  </a:lnTo>
                  <a:lnTo>
                    <a:pt x="76567" y="1"/>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442" name="Google Shape;1442;p24"/>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pic>
        <p:nvPicPr>
          <p:cNvPr id="1443" name="Google Shape;1443;p24"/>
          <p:cNvPicPr preferRelativeResize="0"/>
          <p:nvPr/>
        </p:nvPicPr>
        <p:blipFill rotWithShape="1">
          <a:blip r:embed="rId4">
            <a:alphaModFix/>
          </a:blip>
          <a:srcRect b="0" l="0" r="0" t="0"/>
          <a:stretch/>
        </p:blipFill>
        <p:spPr>
          <a:xfrm>
            <a:off x="83628" y="126449"/>
            <a:ext cx="638322" cy="602644"/>
          </a:xfrm>
          <a:prstGeom prst="rect">
            <a:avLst/>
          </a:prstGeom>
          <a:noFill/>
          <a:ln>
            <a:noFill/>
          </a:ln>
        </p:spPr>
      </p:pic>
      <p:sp>
        <p:nvSpPr>
          <p:cNvPr id="1444" name="Google Shape;1444;p24"/>
          <p:cNvSpPr txBox="1"/>
          <p:nvPr/>
        </p:nvSpPr>
        <p:spPr>
          <a:xfrm>
            <a:off x="83625" y="729100"/>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400" u="none" cap="none" strike="noStrike">
                <a:solidFill>
                  <a:srgbClr val="202426"/>
                </a:solidFill>
                <a:latin typeface="Raleway Black"/>
                <a:ea typeface="Raleway Black"/>
                <a:cs typeface="Raleway Black"/>
                <a:sym typeface="Raleway Black"/>
              </a:rPr>
              <a:t>1 min</a:t>
            </a:r>
            <a:endParaRPr b="0" i="0" sz="1400" u="none" cap="none" strike="noStrike">
              <a:solidFill>
                <a:srgbClr val="202426"/>
              </a:solidFill>
              <a:latin typeface="Raleway Black"/>
              <a:ea typeface="Raleway Black"/>
              <a:cs typeface="Raleway Black"/>
              <a:sym typeface="Raleway Black"/>
            </a:endParaRPr>
          </a:p>
        </p:txBody>
      </p:sp>
      <p:sp>
        <p:nvSpPr>
          <p:cNvPr id="1445" name="Google Shape;1445;p24"/>
          <p:cNvSpPr txBox="1"/>
          <p:nvPr/>
        </p:nvSpPr>
        <p:spPr>
          <a:xfrm>
            <a:off x="3888250" y="1047100"/>
            <a:ext cx="4930800" cy="39666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0"/>
              </a:spcBef>
              <a:spcAft>
                <a:spcPts val="0"/>
              </a:spcAft>
              <a:buClr>
                <a:srgbClr val="000000"/>
              </a:buClr>
              <a:buSzPts val="1800"/>
              <a:buFont typeface="Lexend Deca"/>
              <a:buAutoNum type="arabicPeriod"/>
            </a:pPr>
            <a:r>
              <a:rPr b="0" i="1" lang="en" sz="1800" u="none" cap="none" strike="noStrike">
                <a:solidFill>
                  <a:srgbClr val="000000"/>
                </a:solidFill>
                <a:latin typeface="Lexend Deca"/>
                <a:ea typeface="Lexend Deca"/>
                <a:cs typeface="Lexend Deca"/>
                <a:sym typeface="Lexend Deca"/>
              </a:rPr>
              <a:t>Think of a policy for the topic given to you. </a:t>
            </a:r>
            <a:endParaRPr b="0" i="1" sz="1800" u="none" cap="none" strike="noStrike">
              <a:solidFill>
                <a:srgbClr val="000000"/>
              </a:solidFill>
              <a:latin typeface="Lexend Deca"/>
              <a:ea typeface="Lexend Deca"/>
              <a:cs typeface="Lexend Deca"/>
              <a:sym typeface="Lexend Deca"/>
            </a:endParaRPr>
          </a:p>
          <a:p>
            <a:pPr indent="-342900" lvl="0" marL="457200" marR="0" rtl="0" algn="l">
              <a:lnSpc>
                <a:spcPct val="115000"/>
              </a:lnSpc>
              <a:spcBef>
                <a:spcPts val="0"/>
              </a:spcBef>
              <a:spcAft>
                <a:spcPts val="0"/>
              </a:spcAft>
              <a:buClr>
                <a:srgbClr val="000000"/>
              </a:buClr>
              <a:buSzPts val="1800"/>
              <a:buFont typeface="Lexend Deca"/>
              <a:buAutoNum type="arabicPeriod"/>
            </a:pPr>
            <a:r>
              <a:rPr b="0" i="1" lang="en" sz="1800" u="none" cap="none" strike="noStrike">
                <a:solidFill>
                  <a:srgbClr val="000000"/>
                </a:solidFill>
                <a:latin typeface="Lexend Deca"/>
                <a:ea typeface="Lexend Deca"/>
                <a:cs typeface="Lexend Deca"/>
                <a:sym typeface="Lexend Deca"/>
              </a:rPr>
              <a:t>Use the concept of claim, warrant, and impact to support your argument. </a:t>
            </a:r>
            <a:endParaRPr b="0" i="1" sz="1800" u="none" cap="none" strike="noStrike">
              <a:solidFill>
                <a:srgbClr val="000000"/>
              </a:solidFill>
              <a:latin typeface="Lexend Deca"/>
              <a:ea typeface="Lexend Deca"/>
              <a:cs typeface="Lexend Deca"/>
              <a:sym typeface="Lexend Deca"/>
            </a:endParaRPr>
          </a:p>
          <a:p>
            <a:pPr indent="0" lvl="0" marL="457200" marR="0" rtl="0" algn="l">
              <a:lnSpc>
                <a:spcPct val="115000"/>
              </a:lnSpc>
              <a:spcBef>
                <a:spcPts val="0"/>
              </a:spcBef>
              <a:spcAft>
                <a:spcPts val="0"/>
              </a:spcAft>
              <a:buClr>
                <a:srgbClr val="000000"/>
              </a:buClr>
              <a:buSzPts val="1800"/>
              <a:buFont typeface="Arial"/>
              <a:buNone/>
            </a:pPr>
            <a:r>
              <a:t/>
            </a:r>
            <a:endParaRPr b="0" i="1" sz="1800" u="none" cap="none" strike="noStrike">
              <a:solidFill>
                <a:srgbClr val="000000"/>
              </a:solidFill>
              <a:latin typeface="Lexend Deca"/>
              <a:ea typeface="Lexend Deca"/>
              <a:cs typeface="Lexend Deca"/>
              <a:sym typeface="Lexend Deca"/>
            </a:endParaRPr>
          </a:p>
          <a:p>
            <a:pPr indent="0" lvl="0" marL="0" marR="0" rtl="0" algn="ctr">
              <a:lnSpc>
                <a:spcPct val="115000"/>
              </a:lnSpc>
              <a:spcBef>
                <a:spcPts val="0"/>
              </a:spcBef>
              <a:spcAft>
                <a:spcPts val="0"/>
              </a:spcAft>
              <a:buClr>
                <a:srgbClr val="000000"/>
              </a:buClr>
              <a:buSzPts val="1800"/>
              <a:buFont typeface="Arial"/>
              <a:buNone/>
            </a:pPr>
            <a:r>
              <a:rPr b="1" i="1" lang="en" sz="1800" u="none" cap="none" strike="noStrike">
                <a:solidFill>
                  <a:srgbClr val="000000"/>
                </a:solidFill>
                <a:latin typeface="Lexend Deca"/>
                <a:ea typeface="Lexend Deca"/>
                <a:cs typeface="Lexend Deca"/>
                <a:sym typeface="Lexend Deca"/>
              </a:rPr>
              <a:t>TOPIC: By cutting trees for making industries and roads, we are cutting down our oxygen supply.</a:t>
            </a:r>
            <a:r>
              <a:rPr b="0" i="1" lang="en" sz="1800" u="none" cap="none" strike="noStrike">
                <a:solidFill>
                  <a:srgbClr val="000000"/>
                </a:solidFill>
                <a:latin typeface="Lexend Deca"/>
                <a:ea typeface="Lexend Deca"/>
                <a:cs typeface="Lexend Deca"/>
                <a:sym typeface="Lexend Deca"/>
              </a:rPr>
              <a:t> Think of a policy that could help. </a:t>
            </a:r>
            <a:endParaRPr b="0" i="1" sz="1800" u="none" cap="none" strike="noStrike">
              <a:solidFill>
                <a:srgbClr val="000000"/>
              </a:solidFill>
              <a:latin typeface="Lexend Deca"/>
              <a:ea typeface="Lexend Deca"/>
              <a:cs typeface="Lexend Deca"/>
              <a:sym typeface="Lexend Deca"/>
            </a:endParaRPr>
          </a:p>
          <a:p>
            <a:pPr indent="0" lvl="0" marL="0" marR="0" rtl="0" algn="l">
              <a:lnSpc>
                <a:spcPct val="115000"/>
              </a:lnSpc>
              <a:spcBef>
                <a:spcPts val="0"/>
              </a:spcBef>
              <a:spcAft>
                <a:spcPts val="0"/>
              </a:spcAft>
              <a:buClr>
                <a:srgbClr val="000000"/>
              </a:buClr>
              <a:buSzPts val="1800"/>
              <a:buFont typeface="Arial"/>
              <a:buNone/>
            </a:pPr>
            <a:r>
              <a:t/>
            </a:r>
            <a:endParaRPr b="0" i="1" sz="1800" u="none" cap="none" strike="noStrike">
              <a:solidFill>
                <a:srgbClr val="000000"/>
              </a:solidFill>
              <a:latin typeface="Lexend Deca"/>
              <a:ea typeface="Lexend Deca"/>
              <a:cs typeface="Lexend Deca"/>
              <a:sym typeface="Lexend Deca"/>
            </a:endParaRPr>
          </a:p>
          <a:p>
            <a:pPr indent="0" lvl="0" marL="0" marR="0" rtl="0" algn="ctr">
              <a:lnSpc>
                <a:spcPct val="115000"/>
              </a:lnSpc>
              <a:spcBef>
                <a:spcPts val="0"/>
              </a:spcBef>
              <a:spcAft>
                <a:spcPts val="0"/>
              </a:spcAft>
              <a:buClr>
                <a:srgbClr val="000000"/>
              </a:buClr>
              <a:buSzPts val="1800"/>
              <a:buFont typeface="Arial"/>
              <a:buNone/>
            </a:pPr>
            <a:r>
              <a:rPr b="0" i="1" lang="en" sz="1800" u="none" cap="none" strike="noStrike">
                <a:solidFill>
                  <a:srgbClr val="000000"/>
                </a:solidFill>
                <a:latin typeface="Lexend Deca"/>
                <a:ea typeface="Lexend Deca"/>
                <a:cs typeface="Lexend Deca"/>
                <a:sym typeface="Lexend Deca"/>
              </a:rPr>
              <a:t>Do some research before writing your argument. </a:t>
            </a:r>
            <a:endParaRPr b="0" i="1" sz="1800" u="none" cap="none" strike="noStrike">
              <a:solidFill>
                <a:srgbClr val="000000"/>
              </a:solidFill>
              <a:latin typeface="Lexend Deca"/>
              <a:ea typeface="Lexend Deca"/>
              <a:cs typeface="Lexend Deca"/>
              <a:sym typeface="Lexend Deca"/>
            </a:endParaRPr>
          </a:p>
        </p:txBody>
      </p:sp>
      <p:sp>
        <p:nvSpPr>
          <p:cNvPr id="1446" name="Google Shape;1446;p24"/>
          <p:cNvSpPr txBox="1"/>
          <p:nvPr/>
        </p:nvSpPr>
        <p:spPr>
          <a:xfrm>
            <a:off x="8783325" y="4733925"/>
            <a:ext cx="27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0" name="Shape 1450"/>
        <p:cNvGrpSpPr/>
        <p:nvPr/>
      </p:nvGrpSpPr>
      <p:grpSpPr>
        <a:xfrm>
          <a:off x="0" y="0"/>
          <a:ext cx="0" cy="0"/>
          <a:chOff x="0" y="0"/>
          <a:chExt cx="0" cy="0"/>
        </a:xfrm>
      </p:grpSpPr>
      <p:grpSp>
        <p:nvGrpSpPr>
          <p:cNvPr id="1451" name="Google Shape;1451;p28"/>
          <p:cNvGrpSpPr/>
          <p:nvPr/>
        </p:nvGrpSpPr>
        <p:grpSpPr>
          <a:xfrm>
            <a:off x="2356753" y="1468702"/>
            <a:ext cx="4430462" cy="3265222"/>
            <a:chOff x="2356753" y="1468702"/>
            <a:chExt cx="4430462" cy="3265222"/>
          </a:xfrm>
        </p:grpSpPr>
        <p:sp>
          <p:nvSpPr>
            <p:cNvPr id="1452" name="Google Shape;1452;p28"/>
            <p:cNvSpPr/>
            <p:nvPr/>
          </p:nvSpPr>
          <p:spPr>
            <a:xfrm>
              <a:off x="2356753" y="1468702"/>
              <a:ext cx="4430462" cy="3226563"/>
            </a:xfrm>
            <a:custGeom>
              <a:rect b="b" l="l" r="r" t="t"/>
              <a:pathLst>
                <a:path extrusionOk="0" h="64140" w="88072">
                  <a:moveTo>
                    <a:pt x="53511" y="1"/>
                  </a:moveTo>
                  <a:cubicBezTo>
                    <a:pt x="44810" y="1"/>
                    <a:pt x="36040" y="4287"/>
                    <a:pt x="32457" y="11131"/>
                  </a:cubicBezTo>
                  <a:cubicBezTo>
                    <a:pt x="29048" y="17648"/>
                    <a:pt x="30327" y="25768"/>
                    <a:pt x="25389" y="31507"/>
                  </a:cubicBezTo>
                  <a:cubicBezTo>
                    <a:pt x="19825" y="37949"/>
                    <a:pt x="8347" y="38976"/>
                    <a:pt x="3108" y="45643"/>
                  </a:cubicBezTo>
                  <a:cubicBezTo>
                    <a:pt x="677" y="48726"/>
                    <a:pt x="1" y="52761"/>
                    <a:pt x="1304" y="56320"/>
                  </a:cubicBezTo>
                  <a:cubicBezTo>
                    <a:pt x="2607" y="59853"/>
                    <a:pt x="5865" y="62811"/>
                    <a:pt x="9900" y="64139"/>
                  </a:cubicBezTo>
                  <a:lnTo>
                    <a:pt x="75966" y="63663"/>
                  </a:lnTo>
                  <a:cubicBezTo>
                    <a:pt x="84989" y="54991"/>
                    <a:pt x="88071" y="42560"/>
                    <a:pt x="86442" y="30981"/>
                  </a:cubicBezTo>
                  <a:cubicBezTo>
                    <a:pt x="85365" y="23412"/>
                    <a:pt x="82332" y="15918"/>
                    <a:pt x="76718" y="10054"/>
                  </a:cubicBezTo>
                  <a:cubicBezTo>
                    <a:pt x="71079" y="4189"/>
                    <a:pt x="62683" y="104"/>
                    <a:pt x="53886" y="4"/>
                  </a:cubicBezTo>
                  <a:cubicBezTo>
                    <a:pt x="53761" y="2"/>
                    <a:pt x="53636" y="1"/>
                    <a:pt x="53511" y="1"/>
                  </a:cubicBezTo>
                  <a:close/>
                </a:path>
              </a:pathLst>
            </a:custGeom>
            <a:solidFill>
              <a:srgbClr val="F7B681">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3" name="Google Shape;1453;p28"/>
            <p:cNvSpPr/>
            <p:nvPr/>
          </p:nvSpPr>
          <p:spPr>
            <a:xfrm>
              <a:off x="3784002" y="4135521"/>
              <a:ext cx="684651" cy="597674"/>
            </a:xfrm>
            <a:custGeom>
              <a:rect b="b" l="l" r="r" t="t"/>
              <a:pathLst>
                <a:path extrusionOk="0" h="11881" w="13610">
                  <a:moveTo>
                    <a:pt x="6417" y="0"/>
                  </a:moveTo>
                  <a:lnTo>
                    <a:pt x="4512" y="3158"/>
                  </a:lnTo>
                  <a:lnTo>
                    <a:pt x="1" y="11354"/>
                  </a:lnTo>
                  <a:lnTo>
                    <a:pt x="9500" y="11880"/>
                  </a:lnTo>
                  <a:lnTo>
                    <a:pt x="12833" y="7795"/>
                  </a:lnTo>
                  <a:lnTo>
                    <a:pt x="13610" y="6542"/>
                  </a:lnTo>
                  <a:lnTo>
                    <a:pt x="6417" y="0"/>
                  </a:ln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4" name="Google Shape;1454;p28"/>
            <p:cNvSpPr/>
            <p:nvPr/>
          </p:nvSpPr>
          <p:spPr>
            <a:xfrm>
              <a:off x="5623565" y="4122894"/>
              <a:ext cx="668252" cy="610300"/>
            </a:xfrm>
            <a:custGeom>
              <a:rect b="b" l="l" r="r" t="t"/>
              <a:pathLst>
                <a:path extrusionOk="0" h="12132" w="13284">
                  <a:moveTo>
                    <a:pt x="8045" y="1"/>
                  </a:moveTo>
                  <a:lnTo>
                    <a:pt x="0" y="5464"/>
                  </a:lnTo>
                  <a:lnTo>
                    <a:pt x="577" y="6793"/>
                  </a:lnTo>
                  <a:lnTo>
                    <a:pt x="2732" y="12131"/>
                  </a:lnTo>
                  <a:lnTo>
                    <a:pt x="13284" y="10803"/>
                  </a:lnTo>
                  <a:lnTo>
                    <a:pt x="9474" y="3384"/>
                  </a:lnTo>
                  <a:lnTo>
                    <a:pt x="8045" y="1"/>
                  </a:ln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5" name="Google Shape;1455;p28"/>
            <p:cNvSpPr/>
            <p:nvPr/>
          </p:nvSpPr>
          <p:spPr>
            <a:xfrm>
              <a:off x="5425608" y="3968200"/>
              <a:ext cx="554814" cy="520355"/>
            </a:xfrm>
            <a:custGeom>
              <a:rect b="b" l="l" r="r" t="t"/>
              <a:pathLst>
                <a:path extrusionOk="0" h="10344" w="11029">
                  <a:moveTo>
                    <a:pt x="8847" y="0"/>
                  </a:moveTo>
                  <a:cubicBezTo>
                    <a:pt x="4384" y="0"/>
                    <a:pt x="0" y="6133"/>
                    <a:pt x="0" y="6133"/>
                  </a:cubicBezTo>
                  <a:cubicBezTo>
                    <a:pt x="0" y="6133"/>
                    <a:pt x="1379" y="8038"/>
                    <a:pt x="3459" y="10344"/>
                  </a:cubicBezTo>
                  <a:cubicBezTo>
                    <a:pt x="5965" y="7236"/>
                    <a:pt x="8572" y="4254"/>
                    <a:pt x="11028" y="1121"/>
                  </a:cubicBezTo>
                  <a:lnTo>
                    <a:pt x="10402" y="269"/>
                  </a:lnTo>
                  <a:cubicBezTo>
                    <a:pt x="9887" y="83"/>
                    <a:pt x="9366" y="0"/>
                    <a:pt x="8847"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6" name="Google Shape;1456;p28"/>
            <p:cNvSpPr/>
            <p:nvPr/>
          </p:nvSpPr>
          <p:spPr>
            <a:xfrm>
              <a:off x="4007162" y="3488725"/>
              <a:ext cx="2138365" cy="1237402"/>
            </a:xfrm>
            <a:custGeom>
              <a:rect b="b" l="l" r="r" t="t"/>
              <a:pathLst>
                <a:path extrusionOk="0" h="24598" w="42508">
                  <a:moveTo>
                    <a:pt x="15776" y="0"/>
                  </a:moveTo>
                  <a:cubicBezTo>
                    <a:pt x="15504" y="0"/>
                    <a:pt x="11500" y="23"/>
                    <a:pt x="7871" y="1379"/>
                  </a:cubicBezTo>
                  <a:cubicBezTo>
                    <a:pt x="4111" y="2807"/>
                    <a:pt x="1" y="12406"/>
                    <a:pt x="1" y="12406"/>
                  </a:cubicBezTo>
                  <a:cubicBezTo>
                    <a:pt x="2181" y="15439"/>
                    <a:pt x="4562" y="16943"/>
                    <a:pt x="6542" y="17694"/>
                  </a:cubicBezTo>
                  <a:lnTo>
                    <a:pt x="5715" y="23634"/>
                  </a:lnTo>
                  <a:cubicBezTo>
                    <a:pt x="12102" y="24383"/>
                    <a:pt x="18059" y="24598"/>
                    <a:pt x="22790" y="24598"/>
                  </a:cubicBezTo>
                  <a:cubicBezTo>
                    <a:pt x="29143" y="24598"/>
                    <a:pt x="33284" y="24211"/>
                    <a:pt x="33284" y="24211"/>
                  </a:cubicBezTo>
                  <a:lnTo>
                    <a:pt x="32783" y="18897"/>
                  </a:lnTo>
                  <a:cubicBezTo>
                    <a:pt x="39099" y="18146"/>
                    <a:pt x="42507" y="13835"/>
                    <a:pt x="42507" y="13835"/>
                  </a:cubicBezTo>
                  <a:cubicBezTo>
                    <a:pt x="42507" y="13835"/>
                    <a:pt x="38798" y="5714"/>
                    <a:pt x="37294" y="4286"/>
                  </a:cubicBezTo>
                  <a:cubicBezTo>
                    <a:pt x="33828" y="1029"/>
                    <a:pt x="29957" y="448"/>
                    <a:pt x="27636" y="448"/>
                  </a:cubicBezTo>
                  <a:cubicBezTo>
                    <a:pt x="26350" y="448"/>
                    <a:pt x="25540" y="627"/>
                    <a:pt x="25540" y="627"/>
                  </a:cubicBezTo>
                  <a:lnTo>
                    <a:pt x="15790" y="0"/>
                  </a:lnTo>
                  <a:cubicBezTo>
                    <a:pt x="15790" y="0"/>
                    <a:pt x="15785" y="0"/>
                    <a:pt x="15776"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7" name="Google Shape;1457;p28"/>
            <p:cNvSpPr/>
            <p:nvPr/>
          </p:nvSpPr>
          <p:spPr>
            <a:xfrm>
              <a:off x="4237919" y="1967244"/>
              <a:ext cx="1626461" cy="1445464"/>
            </a:xfrm>
            <a:custGeom>
              <a:rect b="b" l="l" r="r" t="t"/>
              <a:pathLst>
                <a:path extrusionOk="0" h="28734" w="32332">
                  <a:moveTo>
                    <a:pt x="16413" y="0"/>
                  </a:moveTo>
                  <a:cubicBezTo>
                    <a:pt x="15646" y="0"/>
                    <a:pt x="14869" y="55"/>
                    <a:pt x="14086" y="169"/>
                  </a:cubicBezTo>
                  <a:cubicBezTo>
                    <a:pt x="5790" y="1372"/>
                    <a:pt x="0" y="8715"/>
                    <a:pt x="1153" y="16560"/>
                  </a:cubicBezTo>
                  <a:cubicBezTo>
                    <a:pt x="2175" y="23664"/>
                    <a:pt x="8561" y="28733"/>
                    <a:pt x="15919" y="28733"/>
                  </a:cubicBezTo>
                  <a:cubicBezTo>
                    <a:pt x="16686" y="28733"/>
                    <a:pt x="17463" y="28678"/>
                    <a:pt x="18246" y="28565"/>
                  </a:cubicBezTo>
                  <a:cubicBezTo>
                    <a:pt x="26542" y="27362"/>
                    <a:pt x="32331" y="20018"/>
                    <a:pt x="31178" y="12174"/>
                  </a:cubicBezTo>
                  <a:cubicBezTo>
                    <a:pt x="30157" y="5070"/>
                    <a:pt x="23771" y="0"/>
                    <a:pt x="1641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8" name="Google Shape;1458;p28"/>
            <p:cNvSpPr/>
            <p:nvPr/>
          </p:nvSpPr>
          <p:spPr>
            <a:xfrm>
              <a:off x="4978030" y="1606996"/>
              <a:ext cx="941861" cy="840244"/>
            </a:xfrm>
            <a:custGeom>
              <a:rect b="b" l="l" r="r" t="t"/>
              <a:pathLst>
                <a:path extrusionOk="0" h="16703" w="18723">
                  <a:moveTo>
                    <a:pt x="9383" y="1"/>
                  </a:moveTo>
                  <a:cubicBezTo>
                    <a:pt x="8526" y="1"/>
                    <a:pt x="7654" y="133"/>
                    <a:pt x="6792" y="412"/>
                  </a:cubicBezTo>
                  <a:cubicBezTo>
                    <a:pt x="2406" y="1816"/>
                    <a:pt x="0" y="6528"/>
                    <a:pt x="1404" y="10914"/>
                  </a:cubicBezTo>
                  <a:cubicBezTo>
                    <a:pt x="2556" y="14452"/>
                    <a:pt x="5846" y="16702"/>
                    <a:pt x="9378" y="16702"/>
                  </a:cubicBezTo>
                  <a:cubicBezTo>
                    <a:pt x="10223" y="16702"/>
                    <a:pt x="11083" y="16573"/>
                    <a:pt x="11930" y="16302"/>
                  </a:cubicBezTo>
                  <a:cubicBezTo>
                    <a:pt x="16316" y="14874"/>
                    <a:pt x="18722" y="10187"/>
                    <a:pt x="17319" y="5801"/>
                  </a:cubicBezTo>
                  <a:cubicBezTo>
                    <a:pt x="16169" y="2252"/>
                    <a:pt x="12910" y="1"/>
                    <a:pt x="938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9" name="Google Shape;1459;p28"/>
            <p:cNvSpPr/>
            <p:nvPr/>
          </p:nvSpPr>
          <p:spPr>
            <a:xfrm>
              <a:off x="4090370" y="2638539"/>
              <a:ext cx="431265" cy="481821"/>
            </a:xfrm>
            <a:custGeom>
              <a:rect b="b" l="l" r="r" t="t"/>
              <a:pathLst>
                <a:path extrusionOk="0" h="9578" w="8573">
                  <a:moveTo>
                    <a:pt x="5391" y="1"/>
                  </a:moveTo>
                  <a:cubicBezTo>
                    <a:pt x="3396" y="1"/>
                    <a:pt x="1530" y="1249"/>
                    <a:pt x="853" y="3241"/>
                  </a:cubicBezTo>
                  <a:cubicBezTo>
                    <a:pt x="1" y="5747"/>
                    <a:pt x="1329" y="8454"/>
                    <a:pt x="3836" y="9306"/>
                  </a:cubicBezTo>
                  <a:cubicBezTo>
                    <a:pt x="4352" y="9491"/>
                    <a:pt x="4879" y="9578"/>
                    <a:pt x="5398" y="9578"/>
                  </a:cubicBezTo>
                  <a:cubicBezTo>
                    <a:pt x="6213" y="9578"/>
                    <a:pt x="7006" y="9363"/>
                    <a:pt x="7695" y="8980"/>
                  </a:cubicBezTo>
                  <a:lnTo>
                    <a:pt x="8572" y="1211"/>
                  </a:lnTo>
                  <a:cubicBezTo>
                    <a:pt x="8121" y="810"/>
                    <a:pt x="7570" y="484"/>
                    <a:pt x="6943" y="258"/>
                  </a:cubicBezTo>
                  <a:cubicBezTo>
                    <a:pt x="6429" y="84"/>
                    <a:pt x="5906" y="1"/>
                    <a:pt x="5391"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0" name="Google Shape;1460;p28"/>
            <p:cNvSpPr/>
            <p:nvPr/>
          </p:nvSpPr>
          <p:spPr>
            <a:xfrm>
              <a:off x="4193800" y="3028769"/>
              <a:ext cx="373213" cy="360284"/>
            </a:xfrm>
            <a:custGeom>
              <a:rect b="b" l="l" r="r" t="t"/>
              <a:pathLst>
                <a:path extrusionOk="0" h="7162" w="7419">
                  <a:moveTo>
                    <a:pt x="2369" y="1"/>
                  </a:moveTo>
                  <a:cubicBezTo>
                    <a:pt x="2338" y="1"/>
                    <a:pt x="2308" y="7"/>
                    <a:pt x="2281" y="20"/>
                  </a:cubicBezTo>
                  <a:cubicBezTo>
                    <a:pt x="1354" y="446"/>
                    <a:pt x="677" y="1198"/>
                    <a:pt x="326" y="2126"/>
                  </a:cubicBezTo>
                  <a:cubicBezTo>
                    <a:pt x="0" y="3078"/>
                    <a:pt x="50" y="4080"/>
                    <a:pt x="451" y="5008"/>
                  </a:cubicBezTo>
                  <a:cubicBezTo>
                    <a:pt x="877" y="5910"/>
                    <a:pt x="1629" y="6587"/>
                    <a:pt x="2582" y="6938"/>
                  </a:cubicBezTo>
                  <a:cubicBezTo>
                    <a:pt x="2998" y="7085"/>
                    <a:pt x="3436" y="7161"/>
                    <a:pt x="3872" y="7161"/>
                  </a:cubicBezTo>
                  <a:cubicBezTo>
                    <a:pt x="4250" y="7161"/>
                    <a:pt x="4627" y="7104"/>
                    <a:pt x="4988" y="6988"/>
                  </a:cubicBezTo>
                  <a:cubicBezTo>
                    <a:pt x="5138" y="6938"/>
                    <a:pt x="5288" y="6887"/>
                    <a:pt x="5439" y="6812"/>
                  </a:cubicBezTo>
                  <a:cubicBezTo>
                    <a:pt x="6341" y="6386"/>
                    <a:pt x="7043" y="5634"/>
                    <a:pt x="7369" y="4682"/>
                  </a:cubicBezTo>
                  <a:cubicBezTo>
                    <a:pt x="7419" y="4582"/>
                    <a:pt x="7369" y="4431"/>
                    <a:pt x="7243" y="4381"/>
                  </a:cubicBezTo>
                  <a:cubicBezTo>
                    <a:pt x="7222" y="4377"/>
                    <a:pt x="7201" y="4375"/>
                    <a:pt x="7181" y="4375"/>
                  </a:cubicBezTo>
                  <a:cubicBezTo>
                    <a:pt x="7078" y="4375"/>
                    <a:pt x="6984" y="4427"/>
                    <a:pt x="6943" y="4532"/>
                  </a:cubicBezTo>
                  <a:cubicBezTo>
                    <a:pt x="6642" y="5359"/>
                    <a:pt x="6040" y="6010"/>
                    <a:pt x="5238" y="6386"/>
                  </a:cubicBezTo>
                  <a:cubicBezTo>
                    <a:pt x="4814" y="6592"/>
                    <a:pt x="4352" y="6692"/>
                    <a:pt x="3885" y="6692"/>
                  </a:cubicBezTo>
                  <a:cubicBezTo>
                    <a:pt x="3498" y="6692"/>
                    <a:pt x="3107" y="6623"/>
                    <a:pt x="2732" y="6486"/>
                  </a:cubicBezTo>
                  <a:cubicBezTo>
                    <a:pt x="1905" y="6186"/>
                    <a:pt x="1253" y="5584"/>
                    <a:pt x="877" y="4807"/>
                  </a:cubicBezTo>
                  <a:cubicBezTo>
                    <a:pt x="526" y="4005"/>
                    <a:pt x="476" y="3128"/>
                    <a:pt x="777" y="2301"/>
                  </a:cubicBezTo>
                  <a:cubicBezTo>
                    <a:pt x="1078" y="1474"/>
                    <a:pt x="1679" y="822"/>
                    <a:pt x="2481" y="446"/>
                  </a:cubicBezTo>
                  <a:cubicBezTo>
                    <a:pt x="2582" y="396"/>
                    <a:pt x="2632" y="246"/>
                    <a:pt x="2582" y="121"/>
                  </a:cubicBezTo>
                  <a:cubicBezTo>
                    <a:pt x="2545" y="47"/>
                    <a:pt x="2454" y="1"/>
                    <a:pt x="236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1" name="Google Shape;1461;p28"/>
            <p:cNvSpPr/>
            <p:nvPr/>
          </p:nvSpPr>
          <p:spPr>
            <a:xfrm>
              <a:off x="4764931" y="3292025"/>
              <a:ext cx="552299" cy="457423"/>
            </a:xfrm>
            <a:custGeom>
              <a:rect b="b" l="l" r="r" t="t"/>
              <a:pathLst>
                <a:path extrusionOk="0" h="9093" w="10979">
                  <a:moveTo>
                    <a:pt x="1254" y="0"/>
                  </a:moveTo>
                  <a:lnTo>
                    <a:pt x="1" y="25"/>
                  </a:lnTo>
                  <a:lnTo>
                    <a:pt x="803" y="3434"/>
                  </a:lnTo>
                  <a:lnTo>
                    <a:pt x="1705" y="7243"/>
                  </a:lnTo>
                  <a:cubicBezTo>
                    <a:pt x="3018" y="8619"/>
                    <a:pt x="4408" y="9093"/>
                    <a:pt x="5701" y="9093"/>
                  </a:cubicBezTo>
                  <a:cubicBezTo>
                    <a:pt x="8580" y="9093"/>
                    <a:pt x="10978" y="6742"/>
                    <a:pt x="10978" y="6742"/>
                  </a:cubicBezTo>
                  <a:lnTo>
                    <a:pt x="10778" y="3685"/>
                  </a:lnTo>
                  <a:cubicBezTo>
                    <a:pt x="7269" y="3484"/>
                    <a:pt x="4061" y="2106"/>
                    <a:pt x="1254"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2" name="Google Shape;1462;p28"/>
            <p:cNvSpPr/>
            <p:nvPr/>
          </p:nvSpPr>
          <p:spPr>
            <a:xfrm>
              <a:off x="4827966" y="3284429"/>
              <a:ext cx="479155" cy="192970"/>
            </a:xfrm>
            <a:custGeom>
              <a:rect b="b" l="l" r="r" t="t"/>
              <a:pathLst>
                <a:path extrusionOk="0" h="3836" w="9525">
                  <a:moveTo>
                    <a:pt x="9274" y="1"/>
                  </a:moveTo>
                  <a:lnTo>
                    <a:pt x="1" y="151"/>
                  </a:lnTo>
                  <a:cubicBezTo>
                    <a:pt x="2808" y="2257"/>
                    <a:pt x="6016" y="3635"/>
                    <a:pt x="9525" y="3836"/>
                  </a:cubicBezTo>
                  <a:lnTo>
                    <a:pt x="9474" y="3334"/>
                  </a:lnTo>
                  <a:lnTo>
                    <a:pt x="927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3" name="Google Shape;1463;p28"/>
            <p:cNvSpPr/>
            <p:nvPr/>
          </p:nvSpPr>
          <p:spPr>
            <a:xfrm>
              <a:off x="4237919" y="1978915"/>
              <a:ext cx="1482740" cy="1428410"/>
            </a:xfrm>
            <a:custGeom>
              <a:rect b="b" l="l" r="r" t="t"/>
              <a:pathLst>
                <a:path extrusionOk="0" h="28395" w="29475">
                  <a:moveTo>
                    <a:pt x="14599" y="0"/>
                  </a:moveTo>
                  <a:cubicBezTo>
                    <a:pt x="13966" y="0"/>
                    <a:pt x="13326" y="45"/>
                    <a:pt x="12682" y="137"/>
                  </a:cubicBezTo>
                  <a:cubicBezTo>
                    <a:pt x="5163" y="1240"/>
                    <a:pt x="0" y="8433"/>
                    <a:pt x="1128" y="16177"/>
                  </a:cubicBezTo>
                  <a:cubicBezTo>
                    <a:pt x="2159" y="23281"/>
                    <a:pt x="8115" y="28395"/>
                    <a:pt x="14856" y="28395"/>
                  </a:cubicBezTo>
                  <a:cubicBezTo>
                    <a:pt x="15487" y="28395"/>
                    <a:pt x="16125" y="28350"/>
                    <a:pt x="16767" y="28258"/>
                  </a:cubicBezTo>
                  <a:cubicBezTo>
                    <a:pt x="24286" y="27155"/>
                    <a:pt x="29474" y="19962"/>
                    <a:pt x="28321" y="12218"/>
                  </a:cubicBezTo>
                  <a:cubicBezTo>
                    <a:pt x="27290" y="5114"/>
                    <a:pt x="21356" y="0"/>
                    <a:pt x="14599" y="0"/>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4" name="Google Shape;1464;p28"/>
            <p:cNvSpPr/>
            <p:nvPr/>
          </p:nvSpPr>
          <p:spPr>
            <a:xfrm>
              <a:off x="5472243" y="2649455"/>
              <a:ext cx="403496" cy="481218"/>
            </a:xfrm>
            <a:custGeom>
              <a:rect b="b" l="l" r="r" t="t"/>
              <a:pathLst>
                <a:path extrusionOk="0" h="9566" w="8021">
                  <a:moveTo>
                    <a:pt x="2777" y="1"/>
                  </a:moveTo>
                  <a:cubicBezTo>
                    <a:pt x="2431" y="1"/>
                    <a:pt x="2081" y="38"/>
                    <a:pt x="1730" y="117"/>
                  </a:cubicBezTo>
                  <a:cubicBezTo>
                    <a:pt x="1078" y="267"/>
                    <a:pt x="502" y="518"/>
                    <a:pt x="1" y="894"/>
                  </a:cubicBezTo>
                  <a:lnTo>
                    <a:pt x="26" y="8688"/>
                  </a:lnTo>
                  <a:cubicBezTo>
                    <a:pt x="803" y="9243"/>
                    <a:pt x="1757" y="9566"/>
                    <a:pt x="2758" y="9566"/>
                  </a:cubicBezTo>
                  <a:cubicBezTo>
                    <a:pt x="3113" y="9566"/>
                    <a:pt x="3474" y="9525"/>
                    <a:pt x="3835" y="9440"/>
                  </a:cubicBezTo>
                  <a:cubicBezTo>
                    <a:pt x="6392" y="8864"/>
                    <a:pt x="8021" y="6307"/>
                    <a:pt x="7444" y="3751"/>
                  </a:cubicBezTo>
                  <a:cubicBezTo>
                    <a:pt x="6946" y="1520"/>
                    <a:pt x="4970" y="1"/>
                    <a:pt x="2777" y="1"/>
                  </a:cubicBezTo>
                  <a:close/>
                </a:path>
              </a:pathLst>
            </a:custGeom>
            <a:solidFill>
              <a:srgbClr val="BC57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5" name="Google Shape;1465;p28"/>
            <p:cNvSpPr/>
            <p:nvPr/>
          </p:nvSpPr>
          <p:spPr>
            <a:xfrm>
              <a:off x="5531504" y="2771299"/>
              <a:ext cx="171540" cy="257260"/>
            </a:xfrm>
            <a:custGeom>
              <a:rect b="b" l="l" r="r" t="t"/>
              <a:pathLst>
                <a:path extrusionOk="0" h="5114" w="3410">
                  <a:moveTo>
                    <a:pt x="3234" y="0"/>
                  </a:moveTo>
                  <a:cubicBezTo>
                    <a:pt x="3184" y="25"/>
                    <a:pt x="1855" y="126"/>
                    <a:pt x="953" y="1228"/>
                  </a:cubicBezTo>
                  <a:cubicBezTo>
                    <a:pt x="251" y="2131"/>
                    <a:pt x="1" y="3384"/>
                    <a:pt x="251" y="4988"/>
                  </a:cubicBezTo>
                  <a:cubicBezTo>
                    <a:pt x="276" y="5063"/>
                    <a:pt x="327" y="5113"/>
                    <a:pt x="427" y="5113"/>
                  </a:cubicBezTo>
                  <a:lnTo>
                    <a:pt x="452" y="5113"/>
                  </a:lnTo>
                  <a:cubicBezTo>
                    <a:pt x="527" y="5113"/>
                    <a:pt x="602" y="5013"/>
                    <a:pt x="577" y="4938"/>
                  </a:cubicBezTo>
                  <a:cubicBezTo>
                    <a:pt x="352" y="3434"/>
                    <a:pt x="552" y="2256"/>
                    <a:pt x="1204" y="1454"/>
                  </a:cubicBezTo>
                  <a:cubicBezTo>
                    <a:pt x="2006" y="452"/>
                    <a:pt x="3259" y="351"/>
                    <a:pt x="3259" y="351"/>
                  </a:cubicBezTo>
                  <a:cubicBezTo>
                    <a:pt x="3359" y="351"/>
                    <a:pt x="3409" y="251"/>
                    <a:pt x="3409" y="176"/>
                  </a:cubicBezTo>
                  <a:cubicBezTo>
                    <a:pt x="3409" y="76"/>
                    <a:pt x="3334" y="0"/>
                    <a:pt x="323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6" name="Google Shape;1466;p28"/>
            <p:cNvSpPr/>
            <p:nvPr/>
          </p:nvSpPr>
          <p:spPr>
            <a:xfrm>
              <a:off x="5540358" y="2882024"/>
              <a:ext cx="137484" cy="91052"/>
            </a:xfrm>
            <a:custGeom>
              <a:rect b="b" l="l" r="r" t="t"/>
              <a:pathLst>
                <a:path extrusionOk="0" h="1810" w="2733">
                  <a:moveTo>
                    <a:pt x="2710" y="0"/>
                  </a:moveTo>
                  <a:cubicBezTo>
                    <a:pt x="2409" y="0"/>
                    <a:pt x="50" y="1534"/>
                    <a:pt x="25" y="1559"/>
                  </a:cubicBezTo>
                  <a:cubicBezTo>
                    <a:pt x="0" y="1634"/>
                    <a:pt x="25" y="1734"/>
                    <a:pt x="100" y="1784"/>
                  </a:cubicBezTo>
                  <a:cubicBezTo>
                    <a:pt x="125" y="1809"/>
                    <a:pt x="151" y="1809"/>
                    <a:pt x="176" y="1809"/>
                  </a:cubicBezTo>
                  <a:cubicBezTo>
                    <a:pt x="226" y="1809"/>
                    <a:pt x="276" y="1784"/>
                    <a:pt x="301" y="1759"/>
                  </a:cubicBezTo>
                  <a:cubicBezTo>
                    <a:pt x="451" y="1659"/>
                    <a:pt x="2607" y="356"/>
                    <a:pt x="2732" y="306"/>
                  </a:cubicBezTo>
                  <a:lnTo>
                    <a:pt x="2657" y="155"/>
                  </a:lnTo>
                  <a:lnTo>
                    <a:pt x="2732" y="5"/>
                  </a:lnTo>
                  <a:cubicBezTo>
                    <a:pt x="2727" y="2"/>
                    <a:pt x="2719" y="0"/>
                    <a:pt x="27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7" name="Google Shape;1467;p28"/>
            <p:cNvSpPr/>
            <p:nvPr/>
          </p:nvSpPr>
          <p:spPr>
            <a:xfrm>
              <a:off x="4786362" y="2613687"/>
              <a:ext cx="150110" cy="361894"/>
            </a:xfrm>
            <a:custGeom>
              <a:rect b="b" l="l" r="r" t="t"/>
              <a:pathLst>
                <a:path extrusionOk="0" h="7194" w="2984">
                  <a:moveTo>
                    <a:pt x="2657" y="1"/>
                  </a:moveTo>
                  <a:cubicBezTo>
                    <a:pt x="2657" y="1"/>
                    <a:pt x="2582" y="3334"/>
                    <a:pt x="2557" y="4361"/>
                  </a:cubicBezTo>
                  <a:cubicBezTo>
                    <a:pt x="2557" y="4387"/>
                    <a:pt x="2557" y="4412"/>
                    <a:pt x="2532" y="4437"/>
                  </a:cubicBezTo>
                  <a:cubicBezTo>
                    <a:pt x="2507" y="4462"/>
                    <a:pt x="2482" y="4487"/>
                    <a:pt x="2432" y="4487"/>
                  </a:cubicBezTo>
                  <a:lnTo>
                    <a:pt x="352" y="4412"/>
                  </a:lnTo>
                  <a:cubicBezTo>
                    <a:pt x="226" y="4412"/>
                    <a:pt x="126" y="4487"/>
                    <a:pt x="76" y="4587"/>
                  </a:cubicBezTo>
                  <a:cubicBezTo>
                    <a:pt x="1" y="4687"/>
                    <a:pt x="1" y="4813"/>
                    <a:pt x="51" y="4913"/>
                  </a:cubicBezTo>
                  <a:lnTo>
                    <a:pt x="1279" y="7093"/>
                  </a:lnTo>
                  <a:cubicBezTo>
                    <a:pt x="1304" y="7143"/>
                    <a:pt x="1379" y="7194"/>
                    <a:pt x="1429" y="7194"/>
                  </a:cubicBezTo>
                  <a:cubicBezTo>
                    <a:pt x="1454" y="7194"/>
                    <a:pt x="1479" y="7168"/>
                    <a:pt x="1504" y="7168"/>
                  </a:cubicBezTo>
                  <a:cubicBezTo>
                    <a:pt x="1580" y="7118"/>
                    <a:pt x="1605" y="7018"/>
                    <a:pt x="1580" y="6943"/>
                  </a:cubicBezTo>
                  <a:lnTo>
                    <a:pt x="352" y="4762"/>
                  </a:lnTo>
                  <a:lnTo>
                    <a:pt x="2432" y="4813"/>
                  </a:lnTo>
                  <a:cubicBezTo>
                    <a:pt x="2445" y="4816"/>
                    <a:pt x="2459" y="4818"/>
                    <a:pt x="2473" y="4818"/>
                  </a:cubicBezTo>
                  <a:cubicBezTo>
                    <a:pt x="2565" y="4818"/>
                    <a:pt x="2671" y="4752"/>
                    <a:pt x="2758" y="4687"/>
                  </a:cubicBezTo>
                  <a:cubicBezTo>
                    <a:pt x="2833" y="4612"/>
                    <a:pt x="2883" y="4487"/>
                    <a:pt x="2883" y="4361"/>
                  </a:cubicBezTo>
                  <a:cubicBezTo>
                    <a:pt x="2908" y="3359"/>
                    <a:pt x="2983" y="1"/>
                    <a:pt x="298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8" name="Google Shape;1468;p28"/>
            <p:cNvSpPr/>
            <p:nvPr/>
          </p:nvSpPr>
          <p:spPr>
            <a:xfrm>
              <a:off x="5129302" y="2816676"/>
              <a:ext cx="76967" cy="104735"/>
            </a:xfrm>
            <a:custGeom>
              <a:rect b="b" l="l" r="r" t="t"/>
              <a:pathLst>
                <a:path extrusionOk="0" h="2082" w="1530">
                  <a:moveTo>
                    <a:pt x="753" y="1"/>
                  </a:moveTo>
                  <a:cubicBezTo>
                    <a:pt x="327" y="26"/>
                    <a:pt x="1" y="502"/>
                    <a:pt x="26" y="1053"/>
                  </a:cubicBezTo>
                  <a:cubicBezTo>
                    <a:pt x="26" y="1615"/>
                    <a:pt x="359" y="2082"/>
                    <a:pt x="747" y="2082"/>
                  </a:cubicBezTo>
                  <a:cubicBezTo>
                    <a:pt x="757" y="2082"/>
                    <a:pt x="768" y="2081"/>
                    <a:pt x="778" y="2081"/>
                  </a:cubicBezTo>
                  <a:cubicBezTo>
                    <a:pt x="1204" y="2081"/>
                    <a:pt x="1530" y="1605"/>
                    <a:pt x="1530" y="1028"/>
                  </a:cubicBezTo>
                  <a:cubicBezTo>
                    <a:pt x="1504" y="452"/>
                    <a:pt x="1154" y="1"/>
                    <a:pt x="75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9" name="Google Shape;1469;p28"/>
            <p:cNvSpPr/>
            <p:nvPr/>
          </p:nvSpPr>
          <p:spPr>
            <a:xfrm>
              <a:off x="4592178" y="2853249"/>
              <a:ext cx="76967" cy="104685"/>
            </a:xfrm>
            <a:custGeom>
              <a:rect b="b" l="l" r="r" t="t"/>
              <a:pathLst>
                <a:path extrusionOk="0" h="2081" w="1530">
                  <a:moveTo>
                    <a:pt x="728" y="0"/>
                  </a:moveTo>
                  <a:cubicBezTo>
                    <a:pt x="327" y="26"/>
                    <a:pt x="1" y="477"/>
                    <a:pt x="1" y="1053"/>
                  </a:cubicBezTo>
                  <a:cubicBezTo>
                    <a:pt x="26" y="1630"/>
                    <a:pt x="352" y="2081"/>
                    <a:pt x="778" y="2081"/>
                  </a:cubicBezTo>
                  <a:cubicBezTo>
                    <a:pt x="1204" y="2081"/>
                    <a:pt x="1530" y="1604"/>
                    <a:pt x="1505" y="1028"/>
                  </a:cubicBezTo>
                  <a:cubicBezTo>
                    <a:pt x="1505" y="452"/>
                    <a:pt x="1154" y="0"/>
                    <a:pt x="72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0" name="Google Shape;1470;p28"/>
            <p:cNvSpPr/>
            <p:nvPr/>
          </p:nvSpPr>
          <p:spPr>
            <a:xfrm>
              <a:off x="4450968" y="2613536"/>
              <a:ext cx="256002" cy="185726"/>
            </a:xfrm>
            <a:custGeom>
              <a:rect b="b" l="l" r="r" t="t"/>
              <a:pathLst>
                <a:path extrusionOk="0" h="3692" w="5089">
                  <a:moveTo>
                    <a:pt x="4179" y="1"/>
                  </a:moveTo>
                  <a:cubicBezTo>
                    <a:pt x="4027" y="1"/>
                    <a:pt x="3874" y="42"/>
                    <a:pt x="3735" y="129"/>
                  </a:cubicBezTo>
                  <a:lnTo>
                    <a:pt x="527" y="2084"/>
                  </a:lnTo>
                  <a:cubicBezTo>
                    <a:pt x="126" y="2334"/>
                    <a:pt x="1" y="2886"/>
                    <a:pt x="252" y="3287"/>
                  </a:cubicBezTo>
                  <a:cubicBezTo>
                    <a:pt x="415" y="3548"/>
                    <a:pt x="694" y="3692"/>
                    <a:pt x="980" y="3692"/>
                  </a:cubicBezTo>
                  <a:cubicBezTo>
                    <a:pt x="1134" y="3692"/>
                    <a:pt x="1289" y="3650"/>
                    <a:pt x="1430" y="3562"/>
                  </a:cubicBezTo>
                  <a:lnTo>
                    <a:pt x="4638" y="1608"/>
                  </a:lnTo>
                  <a:cubicBezTo>
                    <a:pt x="4813" y="1507"/>
                    <a:pt x="4913" y="1357"/>
                    <a:pt x="4988" y="1181"/>
                  </a:cubicBezTo>
                  <a:cubicBezTo>
                    <a:pt x="5089" y="956"/>
                    <a:pt x="5064" y="655"/>
                    <a:pt x="4913" y="430"/>
                  </a:cubicBezTo>
                  <a:cubicBezTo>
                    <a:pt x="4749" y="151"/>
                    <a:pt x="4467" y="1"/>
                    <a:pt x="41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1" name="Google Shape;1471;p28"/>
            <p:cNvSpPr/>
            <p:nvPr/>
          </p:nvSpPr>
          <p:spPr>
            <a:xfrm>
              <a:off x="5036034" y="2610669"/>
              <a:ext cx="274867" cy="155744"/>
            </a:xfrm>
            <a:custGeom>
              <a:rect b="b" l="l" r="r" t="t"/>
              <a:pathLst>
                <a:path extrusionOk="0" h="3096" w="5464">
                  <a:moveTo>
                    <a:pt x="988" y="1"/>
                  </a:moveTo>
                  <a:cubicBezTo>
                    <a:pt x="639" y="1"/>
                    <a:pt x="311" y="215"/>
                    <a:pt x="176" y="562"/>
                  </a:cubicBezTo>
                  <a:cubicBezTo>
                    <a:pt x="0" y="988"/>
                    <a:pt x="226" y="1489"/>
                    <a:pt x="677" y="1665"/>
                  </a:cubicBezTo>
                  <a:lnTo>
                    <a:pt x="4160" y="3043"/>
                  </a:lnTo>
                  <a:cubicBezTo>
                    <a:pt x="4269" y="3074"/>
                    <a:pt x="4387" y="3095"/>
                    <a:pt x="4503" y="3095"/>
                  </a:cubicBezTo>
                  <a:cubicBezTo>
                    <a:pt x="4574" y="3095"/>
                    <a:pt x="4645" y="3087"/>
                    <a:pt x="4712" y="3068"/>
                  </a:cubicBezTo>
                  <a:cubicBezTo>
                    <a:pt x="4963" y="2993"/>
                    <a:pt x="5188" y="2792"/>
                    <a:pt x="5288" y="2542"/>
                  </a:cubicBezTo>
                  <a:cubicBezTo>
                    <a:pt x="5464" y="2091"/>
                    <a:pt x="5238" y="1589"/>
                    <a:pt x="4787" y="1414"/>
                  </a:cubicBezTo>
                  <a:lnTo>
                    <a:pt x="1303" y="61"/>
                  </a:lnTo>
                  <a:cubicBezTo>
                    <a:pt x="1199" y="20"/>
                    <a:pt x="1093" y="1"/>
                    <a:pt x="98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2" name="Google Shape;1472;p28"/>
            <p:cNvSpPr/>
            <p:nvPr/>
          </p:nvSpPr>
          <p:spPr>
            <a:xfrm>
              <a:off x="4199787" y="1938317"/>
              <a:ext cx="1625505" cy="763328"/>
            </a:xfrm>
            <a:custGeom>
              <a:rect b="b" l="l" r="r" t="t"/>
              <a:pathLst>
                <a:path extrusionOk="0" h="15174" w="32313">
                  <a:moveTo>
                    <a:pt x="18057" y="0"/>
                  </a:moveTo>
                  <a:cubicBezTo>
                    <a:pt x="16253" y="0"/>
                    <a:pt x="15019" y="217"/>
                    <a:pt x="15019" y="217"/>
                  </a:cubicBezTo>
                  <a:cubicBezTo>
                    <a:pt x="14381" y="157"/>
                    <a:pt x="13773" y="129"/>
                    <a:pt x="13194" y="129"/>
                  </a:cubicBezTo>
                  <a:cubicBezTo>
                    <a:pt x="1" y="129"/>
                    <a:pt x="1610" y="15055"/>
                    <a:pt x="1610" y="15055"/>
                  </a:cubicBezTo>
                  <a:cubicBezTo>
                    <a:pt x="8277" y="14979"/>
                    <a:pt x="11435" y="6884"/>
                    <a:pt x="11435" y="6884"/>
                  </a:cubicBezTo>
                  <a:cubicBezTo>
                    <a:pt x="16686" y="13612"/>
                    <a:pt x="22225" y="15174"/>
                    <a:pt x="26235" y="15174"/>
                  </a:cubicBezTo>
                  <a:cubicBezTo>
                    <a:pt x="29709" y="15174"/>
                    <a:pt x="32037" y="14002"/>
                    <a:pt x="32037" y="14002"/>
                  </a:cubicBezTo>
                  <a:cubicBezTo>
                    <a:pt x="32312" y="1646"/>
                    <a:pt x="23025" y="0"/>
                    <a:pt x="180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3" name="Google Shape;1473;p28"/>
            <p:cNvSpPr/>
            <p:nvPr/>
          </p:nvSpPr>
          <p:spPr>
            <a:xfrm>
              <a:off x="5371378" y="3054476"/>
              <a:ext cx="392178" cy="357467"/>
            </a:xfrm>
            <a:custGeom>
              <a:rect b="b" l="l" r="r" t="t"/>
              <a:pathLst>
                <a:path extrusionOk="0" h="7106" w="7796">
                  <a:moveTo>
                    <a:pt x="5195" y="0"/>
                  </a:moveTo>
                  <a:cubicBezTo>
                    <a:pt x="5114" y="0"/>
                    <a:pt x="5039" y="51"/>
                    <a:pt x="4988" y="136"/>
                  </a:cubicBezTo>
                  <a:cubicBezTo>
                    <a:pt x="4938" y="236"/>
                    <a:pt x="4988" y="386"/>
                    <a:pt x="5089" y="437"/>
                  </a:cubicBezTo>
                  <a:cubicBezTo>
                    <a:pt x="5865" y="838"/>
                    <a:pt x="6442" y="1514"/>
                    <a:pt x="6718" y="2366"/>
                  </a:cubicBezTo>
                  <a:cubicBezTo>
                    <a:pt x="7269" y="4071"/>
                    <a:pt x="6317" y="5925"/>
                    <a:pt x="4612" y="6477"/>
                  </a:cubicBezTo>
                  <a:cubicBezTo>
                    <a:pt x="4279" y="6583"/>
                    <a:pt x="3942" y="6633"/>
                    <a:pt x="3609" y="6633"/>
                  </a:cubicBezTo>
                  <a:cubicBezTo>
                    <a:pt x="2217" y="6633"/>
                    <a:pt x="922" y="5747"/>
                    <a:pt x="477" y="4371"/>
                  </a:cubicBezTo>
                  <a:cubicBezTo>
                    <a:pt x="457" y="4273"/>
                    <a:pt x="360" y="4205"/>
                    <a:pt x="259" y="4205"/>
                  </a:cubicBezTo>
                  <a:cubicBezTo>
                    <a:pt x="231" y="4205"/>
                    <a:pt x="203" y="4210"/>
                    <a:pt x="176" y="4221"/>
                  </a:cubicBezTo>
                  <a:cubicBezTo>
                    <a:pt x="51" y="4246"/>
                    <a:pt x="1" y="4397"/>
                    <a:pt x="26" y="4497"/>
                  </a:cubicBezTo>
                  <a:cubicBezTo>
                    <a:pt x="552" y="6095"/>
                    <a:pt x="2026" y="7106"/>
                    <a:pt x="3616" y="7106"/>
                  </a:cubicBezTo>
                  <a:cubicBezTo>
                    <a:pt x="3996" y="7106"/>
                    <a:pt x="4381" y="7048"/>
                    <a:pt x="4763" y="6928"/>
                  </a:cubicBezTo>
                  <a:cubicBezTo>
                    <a:pt x="6718" y="6301"/>
                    <a:pt x="7795" y="4171"/>
                    <a:pt x="7169" y="2216"/>
                  </a:cubicBezTo>
                  <a:cubicBezTo>
                    <a:pt x="6868" y="1264"/>
                    <a:pt x="6191" y="487"/>
                    <a:pt x="5314" y="36"/>
                  </a:cubicBezTo>
                  <a:cubicBezTo>
                    <a:pt x="5274" y="11"/>
                    <a:pt x="5234" y="0"/>
                    <a:pt x="519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4" name="Google Shape;1474;p28"/>
            <p:cNvSpPr/>
            <p:nvPr/>
          </p:nvSpPr>
          <p:spPr>
            <a:xfrm>
              <a:off x="4851912" y="3072889"/>
              <a:ext cx="138741" cy="58807"/>
            </a:xfrm>
            <a:custGeom>
              <a:rect b="b" l="l" r="r" t="t"/>
              <a:pathLst>
                <a:path extrusionOk="0" h="1169" w="2758">
                  <a:moveTo>
                    <a:pt x="2241" y="0"/>
                  </a:moveTo>
                  <a:cubicBezTo>
                    <a:pt x="1442" y="0"/>
                    <a:pt x="704" y="326"/>
                    <a:pt x="1" y="822"/>
                  </a:cubicBezTo>
                  <a:cubicBezTo>
                    <a:pt x="254" y="1022"/>
                    <a:pt x="599" y="1169"/>
                    <a:pt x="1017" y="1169"/>
                  </a:cubicBezTo>
                  <a:cubicBezTo>
                    <a:pt x="1178" y="1169"/>
                    <a:pt x="1349" y="1147"/>
                    <a:pt x="1530" y="1098"/>
                  </a:cubicBezTo>
                  <a:cubicBezTo>
                    <a:pt x="2257" y="898"/>
                    <a:pt x="2582" y="447"/>
                    <a:pt x="2758" y="46"/>
                  </a:cubicBezTo>
                  <a:cubicBezTo>
                    <a:pt x="2583" y="15"/>
                    <a:pt x="2411" y="0"/>
                    <a:pt x="2241"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5" name="Google Shape;1475;p28"/>
            <p:cNvSpPr/>
            <p:nvPr/>
          </p:nvSpPr>
          <p:spPr>
            <a:xfrm>
              <a:off x="4815389" y="3033549"/>
              <a:ext cx="184116" cy="80740"/>
            </a:xfrm>
            <a:custGeom>
              <a:rect b="b" l="l" r="r" t="t"/>
              <a:pathLst>
                <a:path extrusionOk="0" h="1605" w="3660">
                  <a:moveTo>
                    <a:pt x="3609" y="0"/>
                  </a:moveTo>
                  <a:lnTo>
                    <a:pt x="25" y="727"/>
                  </a:lnTo>
                  <a:cubicBezTo>
                    <a:pt x="0" y="752"/>
                    <a:pt x="251" y="1254"/>
                    <a:pt x="727" y="1604"/>
                  </a:cubicBezTo>
                  <a:cubicBezTo>
                    <a:pt x="1430" y="1108"/>
                    <a:pt x="2168" y="782"/>
                    <a:pt x="2967" y="782"/>
                  </a:cubicBezTo>
                  <a:cubicBezTo>
                    <a:pt x="3137" y="782"/>
                    <a:pt x="3309" y="797"/>
                    <a:pt x="3484" y="828"/>
                  </a:cubicBezTo>
                  <a:cubicBezTo>
                    <a:pt x="3659" y="401"/>
                    <a:pt x="3609" y="0"/>
                    <a:pt x="360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6" name="Google Shape;1476;p28"/>
            <p:cNvSpPr/>
            <p:nvPr/>
          </p:nvSpPr>
          <p:spPr>
            <a:xfrm>
              <a:off x="2693339" y="4669325"/>
              <a:ext cx="3757305" cy="64599"/>
            </a:xfrm>
            <a:custGeom>
              <a:rect b="b" l="l" r="r" t="t"/>
              <a:pathLst>
                <a:path extrusionOk="0" h="1555" w="76543">
                  <a:moveTo>
                    <a:pt x="1" y="1"/>
                  </a:moveTo>
                  <a:lnTo>
                    <a:pt x="1" y="1555"/>
                  </a:lnTo>
                  <a:lnTo>
                    <a:pt x="76542" y="1555"/>
                  </a:lnTo>
                  <a:lnTo>
                    <a:pt x="76542" y="1"/>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77" name="Google Shape;1477;p28"/>
            <p:cNvGrpSpPr/>
            <p:nvPr/>
          </p:nvGrpSpPr>
          <p:grpSpPr>
            <a:xfrm>
              <a:off x="3048825" y="1938328"/>
              <a:ext cx="943384" cy="876689"/>
              <a:chOff x="5635134" y="2383175"/>
              <a:chExt cx="709104" cy="658973"/>
            </a:xfrm>
          </p:grpSpPr>
          <p:sp>
            <p:nvSpPr>
              <p:cNvPr id="1478" name="Google Shape;1478;p28"/>
              <p:cNvSpPr/>
              <p:nvPr/>
            </p:nvSpPr>
            <p:spPr>
              <a:xfrm flipH="1">
                <a:off x="5635134" y="2383175"/>
                <a:ext cx="599029" cy="599029"/>
              </a:xfrm>
              <a:custGeom>
                <a:rect b="b" l="l" r="r" t="t"/>
                <a:pathLst>
                  <a:path extrusionOk="0" h="14312" w="14312">
                    <a:moveTo>
                      <a:pt x="7143" y="0"/>
                    </a:moveTo>
                    <a:cubicBezTo>
                      <a:pt x="3208" y="0"/>
                      <a:pt x="0" y="3208"/>
                      <a:pt x="0" y="7168"/>
                    </a:cubicBezTo>
                    <a:cubicBezTo>
                      <a:pt x="0" y="11103"/>
                      <a:pt x="3208" y="14311"/>
                      <a:pt x="7143" y="14311"/>
                    </a:cubicBezTo>
                    <a:cubicBezTo>
                      <a:pt x="11103" y="14311"/>
                      <a:pt x="14311" y="11103"/>
                      <a:pt x="14311" y="7168"/>
                    </a:cubicBezTo>
                    <a:cubicBezTo>
                      <a:pt x="14311" y="3208"/>
                      <a:pt x="11103" y="0"/>
                      <a:pt x="7143" y="0"/>
                    </a:cubicBezTo>
                    <a:close/>
                  </a:path>
                </a:pathLst>
              </a:custGeom>
              <a:solidFill>
                <a:srgbClr val="135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9" name="Google Shape;1479;p28"/>
              <p:cNvSpPr/>
              <p:nvPr/>
            </p:nvSpPr>
            <p:spPr>
              <a:xfrm flipH="1">
                <a:off x="5714857"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6" y="1906"/>
                      <a:pt x="2456" y="1229"/>
                    </a:cubicBezTo>
                    <a:cubicBezTo>
                      <a:pt x="2456"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0" name="Google Shape;1480;p28"/>
              <p:cNvSpPr/>
              <p:nvPr/>
            </p:nvSpPr>
            <p:spPr>
              <a:xfrm flipH="1">
                <a:off x="5880607"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6" y="1906"/>
                      <a:pt x="2456" y="1229"/>
                    </a:cubicBezTo>
                    <a:cubicBezTo>
                      <a:pt x="2456"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1" name="Google Shape;1481;p28"/>
              <p:cNvSpPr/>
              <p:nvPr/>
            </p:nvSpPr>
            <p:spPr>
              <a:xfrm flipH="1">
                <a:off x="6046358" y="2643311"/>
                <a:ext cx="102838" cy="102838"/>
              </a:xfrm>
              <a:custGeom>
                <a:rect b="b" l="l" r="r" t="t"/>
                <a:pathLst>
                  <a:path extrusionOk="0" h="2457" w="2457">
                    <a:moveTo>
                      <a:pt x="1228" y="1"/>
                    </a:moveTo>
                    <a:cubicBezTo>
                      <a:pt x="552" y="1"/>
                      <a:pt x="0" y="552"/>
                      <a:pt x="0" y="1229"/>
                    </a:cubicBezTo>
                    <a:cubicBezTo>
                      <a:pt x="0" y="1906"/>
                      <a:pt x="552" y="2457"/>
                      <a:pt x="1228" y="2457"/>
                    </a:cubicBezTo>
                    <a:cubicBezTo>
                      <a:pt x="1905" y="2457"/>
                      <a:pt x="2457" y="1906"/>
                      <a:pt x="2457" y="1229"/>
                    </a:cubicBezTo>
                    <a:cubicBezTo>
                      <a:pt x="2457" y="552"/>
                      <a:pt x="1905" y="1"/>
                      <a:pt x="122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2" name="Google Shape;1482;p28"/>
              <p:cNvSpPr/>
              <p:nvPr/>
            </p:nvSpPr>
            <p:spPr>
              <a:xfrm flipH="1" rot="2700000">
                <a:off x="6085551" y="2795515"/>
                <a:ext cx="221364" cy="197256"/>
              </a:xfrm>
              <a:custGeom>
                <a:rect b="b" l="l" r="r" t="t"/>
                <a:pathLst>
                  <a:path extrusionOk="0" h="4713" w="5289">
                    <a:moveTo>
                      <a:pt x="5288" y="1"/>
                    </a:moveTo>
                    <a:lnTo>
                      <a:pt x="0" y="552"/>
                    </a:lnTo>
                    <a:lnTo>
                      <a:pt x="4085" y="4712"/>
                    </a:lnTo>
                    <a:lnTo>
                      <a:pt x="5288" y="1"/>
                    </a:lnTo>
                    <a:close/>
                  </a:path>
                </a:pathLst>
              </a:custGeom>
              <a:solidFill>
                <a:srgbClr val="135F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483" name="Google Shape;1483;p28"/>
          <p:cNvSpPr txBox="1"/>
          <p:nvPr>
            <p:ph type="title"/>
          </p:nvPr>
        </p:nvSpPr>
        <p:spPr>
          <a:xfrm>
            <a:off x="719988" y="409575"/>
            <a:ext cx="7704000" cy="433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b="0" lang="en" sz="4800">
                <a:solidFill>
                  <a:srgbClr val="674EA7"/>
                </a:solidFill>
                <a:latin typeface="Sigmar One"/>
                <a:ea typeface="Sigmar One"/>
                <a:cs typeface="Sigmar One"/>
                <a:sym typeface="Sigmar One"/>
              </a:rPr>
              <a:t>Recap</a:t>
            </a:r>
            <a:endParaRPr/>
          </a:p>
        </p:txBody>
      </p:sp>
      <p:sp>
        <p:nvSpPr>
          <p:cNvPr id="1484" name="Google Shape;1484;p28"/>
          <p:cNvSpPr txBox="1"/>
          <p:nvPr/>
        </p:nvSpPr>
        <p:spPr>
          <a:xfrm flipH="1">
            <a:off x="548525" y="3760219"/>
            <a:ext cx="1514100" cy="719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accent5"/>
                </a:solidFill>
                <a:latin typeface="Fira Sans Extra Condensed"/>
                <a:ea typeface="Fira Sans Extra Condensed"/>
                <a:cs typeface="Fira Sans Extra Condensed"/>
                <a:sym typeface="Fira Sans Extra Condensed"/>
              </a:rPr>
              <a:t>Mercury</a:t>
            </a:r>
            <a:endParaRPr b="1" i="0" sz="1800" u="none" cap="none" strike="noStrike">
              <a:solidFill>
                <a:schemeClr val="accent5"/>
              </a:solidFill>
              <a:latin typeface="Fira Sans Extra Condensed"/>
              <a:ea typeface="Fira Sans Extra Condensed"/>
              <a:cs typeface="Fira Sans Extra Condensed"/>
              <a:sym typeface="Fira Sans Extra Condensed"/>
            </a:endParaRPr>
          </a:p>
        </p:txBody>
      </p:sp>
      <p:sp>
        <p:nvSpPr>
          <p:cNvPr id="1485" name="Google Shape;1485;p28"/>
          <p:cNvSpPr txBox="1"/>
          <p:nvPr/>
        </p:nvSpPr>
        <p:spPr>
          <a:xfrm flipH="1">
            <a:off x="548525" y="1514026"/>
            <a:ext cx="1514100" cy="719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Fira Sans Extra Condensed"/>
                <a:ea typeface="Fira Sans Extra Condensed"/>
                <a:cs typeface="Fira Sans Extra Condensed"/>
                <a:sym typeface="Fira Sans Extra Condensed"/>
              </a:rPr>
              <a:t>What is a Debate?</a:t>
            </a:r>
            <a:endParaRPr b="1" i="0" sz="1800" u="none" cap="none" strike="noStrike">
              <a:solidFill>
                <a:schemeClr val="dk2"/>
              </a:solidFill>
              <a:latin typeface="Fira Sans Extra Condensed"/>
              <a:ea typeface="Fira Sans Extra Condensed"/>
              <a:cs typeface="Fira Sans Extra Condensed"/>
              <a:sym typeface="Fira Sans Extra Condensed"/>
            </a:endParaRPr>
          </a:p>
        </p:txBody>
      </p:sp>
      <p:sp>
        <p:nvSpPr>
          <p:cNvPr id="1486" name="Google Shape;1486;p28"/>
          <p:cNvSpPr txBox="1"/>
          <p:nvPr/>
        </p:nvSpPr>
        <p:spPr>
          <a:xfrm>
            <a:off x="7080975" y="1514055"/>
            <a:ext cx="1514100" cy="719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accent1"/>
                </a:solidFill>
                <a:latin typeface="Fira Sans Extra Condensed"/>
                <a:ea typeface="Fira Sans Extra Condensed"/>
                <a:cs typeface="Fira Sans Extra Condensed"/>
                <a:sym typeface="Fira Sans Extra Condensed"/>
              </a:rPr>
              <a:t>Di</a:t>
            </a:r>
            <a:endParaRPr b="1" i="0" sz="1800" u="none" cap="none" strike="noStrike">
              <a:solidFill>
                <a:schemeClr val="accent1"/>
              </a:solidFill>
              <a:latin typeface="Fira Sans Extra Condensed"/>
              <a:ea typeface="Fira Sans Extra Condensed"/>
              <a:cs typeface="Fira Sans Extra Condensed"/>
              <a:sym typeface="Fira Sans Extra Condensed"/>
            </a:endParaRPr>
          </a:p>
        </p:txBody>
      </p:sp>
      <p:pic>
        <p:nvPicPr>
          <p:cNvPr id="1487" name="Google Shape;1487;p28"/>
          <p:cNvPicPr preferRelativeResize="0"/>
          <p:nvPr/>
        </p:nvPicPr>
        <p:blipFill rotWithShape="1">
          <a:blip r:embed="rId3">
            <a:alphaModFix/>
          </a:blip>
          <a:srcRect b="0" l="0" r="0" t="0"/>
          <a:stretch/>
        </p:blipFill>
        <p:spPr>
          <a:xfrm>
            <a:off x="7806775" y="126450"/>
            <a:ext cx="1255551" cy="283125"/>
          </a:xfrm>
          <a:prstGeom prst="rect">
            <a:avLst/>
          </a:prstGeom>
          <a:noFill/>
          <a:ln>
            <a:noFill/>
          </a:ln>
        </p:spPr>
      </p:pic>
      <p:grpSp>
        <p:nvGrpSpPr>
          <p:cNvPr id="1488" name="Google Shape;1488;p28"/>
          <p:cNvGrpSpPr/>
          <p:nvPr/>
        </p:nvGrpSpPr>
        <p:grpSpPr>
          <a:xfrm>
            <a:off x="457175" y="1468700"/>
            <a:ext cx="8229623" cy="3149800"/>
            <a:chOff x="457175" y="1468700"/>
            <a:chExt cx="8229623" cy="3149800"/>
          </a:xfrm>
        </p:grpSpPr>
        <p:sp>
          <p:nvSpPr>
            <p:cNvPr id="1489" name="Google Shape;1489;p28"/>
            <p:cNvSpPr/>
            <p:nvPr/>
          </p:nvSpPr>
          <p:spPr>
            <a:xfrm>
              <a:off x="457175" y="3714900"/>
              <a:ext cx="1697100" cy="903600"/>
            </a:xfrm>
            <a:prstGeom prst="wedgeRectCallout">
              <a:avLst>
                <a:gd fmla="val -20833" name="adj1"/>
                <a:gd fmla="val 625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0" name="Google Shape;1490;p28"/>
            <p:cNvSpPr/>
            <p:nvPr/>
          </p:nvSpPr>
          <p:spPr>
            <a:xfrm>
              <a:off x="457185" y="1468700"/>
              <a:ext cx="1697100" cy="903600"/>
            </a:xfrm>
            <a:prstGeom prst="wedgeRectCallout">
              <a:avLst>
                <a:gd fmla="val -20833" name="adj1"/>
                <a:gd fmla="val 625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1" name="Google Shape;1491;p28"/>
            <p:cNvSpPr/>
            <p:nvPr/>
          </p:nvSpPr>
          <p:spPr>
            <a:xfrm>
              <a:off x="6989698" y="1468700"/>
              <a:ext cx="1697100" cy="903600"/>
            </a:xfrm>
            <a:prstGeom prst="wedgeRectCallout">
              <a:avLst>
                <a:gd fmla="val -20833" name="adj1"/>
                <a:gd fmla="val 62500"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492" name="Google Shape;1492;p28"/>
            <p:cNvCxnSpPr/>
            <p:nvPr/>
          </p:nvCxnSpPr>
          <p:spPr>
            <a:xfrm>
              <a:off x="2154285" y="1920500"/>
              <a:ext cx="1051500" cy="469500"/>
            </a:xfrm>
            <a:prstGeom prst="bentConnector3">
              <a:avLst>
                <a:gd fmla="val 50000" name="adj1"/>
              </a:avLst>
            </a:prstGeom>
            <a:noFill/>
            <a:ln cap="flat" cmpd="sng" w="9525">
              <a:solidFill>
                <a:schemeClr val="dk1"/>
              </a:solidFill>
              <a:prstDash val="solid"/>
              <a:round/>
              <a:headEnd len="sm" w="sm" type="none"/>
              <a:tailEnd len="med" w="med" type="oval"/>
            </a:ln>
          </p:spPr>
        </p:cxnSp>
        <p:cxnSp>
          <p:nvCxnSpPr>
            <p:cNvPr id="1493" name="Google Shape;1493;p28"/>
            <p:cNvCxnSpPr/>
            <p:nvPr/>
          </p:nvCxnSpPr>
          <p:spPr>
            <a:xfrm flipH="1" rot="10800000">
              <a:off x="2154275" y="3926100"/>
              <a:ext cx="2007600" cy="240600"/>
            </a:xfrm>
            <a:prstGeom prst="bentConnector3">
              <a:avLst>
                <a:gd fmla="val 50000" name="adj1"/>
              </a:avLst>
            </a:prstGeom>
            <a:noFill/>
            <a:ln cap="flat" cmpd="sng" w="9525">
              <a:solidFill>
                <a:schemeClr val="dk1"/>
              </a:solidFill>
              <a:prstDash val="solid"/>
              <a:round/>
              <a:headEnd len="sm" w="sm" type="none"/>
              <a:tailEnd len="med" w="med" type="oval"/>
            </a:ln>
          </p:spPr>
        </p:cxnSp>
        <p:cxnSp>
          <p:nvCxnSpPr>
            <p:cNvPr id="1494" name="Google Shape;1494;p28"/>
            <p:cNvCxnSpPr>
              <a:stCxn id="1491" idx="1"/>
            </p:cNvCxnSpPr>
            <p:nvPr/>
          </p:nvCxnSpPr>
          <p:spPr>
            <a:xfrm flipH="1">
              <a:off x="5366698" y="1920500"/>
              <a:ext cx="1623000" cy="941400"/>
            </a:xfrm>
            <a:prstGeom prst="bentConnector3">
              <a:avLst>
                <a:gd fmla="val 50000" name="adj1"/>
              </a:avLst>
            </a:prstGeom>
            <a:noFill/>
            <a:ln cap="flat" cmpd="sng" w="9525">
              <a:solidFill>
                <a:schemeClr val="dk1"/>
              </a:solidFill>
              <a:prstDash val="solid"/>
              <a:round/>
              <a:headEnd len="sm" w="sm" type="none"/>
              <a:tailEnd len="med" w="med" type="oval"/>
            </a:ln>
          </p:spPr>
        </p:cxnSp>
        <p:cxnSp>
          <p:nvCxnSpPr>
            <p:cNvPr id="1495" name="Google Shape;1495;p28"/>
            <p:cNvCxnSpPr>
              <a:stCxn id="1496" idx="1"/>
            </p:cNvCxnSpPr>
            <p:nvPr/>
          </p:nvCxnSpPr>
          <p:spPr>
            <a:xfrm rot="10800000">
              <a:off x="5015998" y="3148500"/>
              <a:ext cx="1973700" cy="1018200"/>
            </a:xfrm>
            <a:prstGeom prst="bentConnector3">
              <a:avLst>
                <a:gd fmla="val 50000" name="adj1"/>
              </a:avLst>
            </a:prstGeom>
            <a:noFill/>
            <a:ln cap="flat" cmpd="sng" w="9525">
              <a:solidFill>
                <a:schemeClr val="dk1"/>
              </a:solidFill>
              <a:prstDash val="solid"/>
              <a:round/>
              <a:headEnd len="sm" w="sm" type="none"/>
              <a:tailEnd len="med" w="med" type="oval"/>
            </a:ln>
          </p:spPr>
        </p:cxnSp>
        <p:sp>
          <p:nvSpPr>
            <p:cNvPr id="1496" name="Google Shape;1496;p28"/>
            <p:cNvSpPr/>
            <p:nvPr/>
          </p:nvSpPr>
          <p:spPr>
            <a:xfrm>
              <a:off x="6989698" y="3714900"/>
              <a:ext cx="1697100" cy="903600"/>
            </a:xfrm>
            <a:prstGeom prst="wedgeRectCallout">
              <a:avLst>
                <a:gd fmla="val -20833" name="adj1"/>
                <a:gd fmla="val 62500" name="adj2"/>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570E94"/>
                  </a:solidFill>
                  <a:latin typeface="Roboto"/>
                  <a:ea typeface="Roboto"/>
                  <a:cs typeface="Roboto"/>
                  <a:sym typeface="Roboto"/>
                </a:rPr>
                <a:t>Exit Ticket: </a:t>
              </a:r>
              <a:r>
                <a:rPr b="1" i="0" lang="en" sz="1200" u="sng" cap="none" strike="noStrike">
                  <a:solidFill>
                    <a:schemeClr val="hlink"/>
                  </a:solidFill>
                  <a:latin typeface="Roboto"/>
                  <a:ea typeface="Roboto"/>
                  <a:cs typeface="Roboto"/>
                  <a:sym typeface="Roboto"/>
                  <a:hlinkClick r:id="rId4"/>
                </a:rPr>
                <a:t>https://forms.gle/63Dt9a335JErfTDE7</a:t>
              </a:r>
              <a:r>
                <a:rPr b="1" i="0" lang="en" sz="1200" u="none" cap="none" strike="noStrike">
                  <a:solidFill>
                    <a:srgbClr val="570E94"/>
                  </a:solidFill>
                  <a:latin typeface="Roboto"/>
                  <a:ea typeface="Roboto"/>
                  <a:cs typeface="Roboto"/>
                  <a:sym typeface="Roboto"/>
                </a:rPr>
                <a:t> </a:t>
              </a:r>
              <a:endParaRPr b="1" i="0" sz="1200" u="none" cap="none" strike="noStrike">
                <a:solidFill>
                  <a:srgbClr val="570E94"/>
                </a:solidFill>
                <a:latin typeface="Roboto"/>
                <a:ea typeface="Roboto"/>
                <a:cs typeface="Roboto"/>
                <a:sym typeface="Roboto"/>
              </a:endParaRPr>
            </a:p>
          </p:txBody>
        </p:sp>
      </p:grpSp>
      <p:sp>
        <p:nvSpPr>
          <p:cNvPr id="1497" name="Google Shape;1497;p28"/>
          <p:cNvSpPr txBox="1"/>
          <p:nvPr/>
        </p:nvSpPr>
        <p:spPr>
          <a:xfrm>
            <a:off x="457175" y="3760225"/>
            <a:ext cx="1605600" cy="7389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rgbClr val="570E94"/>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570E94"/>
                </a:solidFill>
                <a:latin typeface="Roboto"/>
                <a:ea typeface="Roboto"/>
                <a:cs typeface="Roboto"/>
                <a:sym typeface="Roboto"/>
              </a:rPr>
              <a:t>Writing a Script for policy Debate</a:t>
            </a:r>
            <a:endParaRPr b="1" i="0" sz="1200" u="none" cap="none" strike="noStrike">
              <a:solidFill>
                <a:srgbClr val="570E94"/>
              </a:solidFill>
              <a:latin typeface="Roboto"/>
              <a:ea typeface="Roboto"/>
              <a:cs typeface="Roboto"/>
              <a:sym typeface="Roboto"/>
            </a:endParaRPr>
          </a:p>
        </p:txBody>
      </p:sp>
      <p:sp>
        <p:nvSpPr>
          <p:cNvPr id="1498" name="Google Shape;1498;p28"/>
          <p:cNvSpPr txBox="1"/>
          <p:nvPr/>
        </p:nvSpPr>
        <p:spPr>
          <a:xfrm>
            <a:off x="7035225" y="1603050"/>
            <a:ext cx="1605600" cy="7389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rgbClr val="570E94"/>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570E94"/>
                </a:solidFill>
                <a:latin typeface="Roboto"/>
                <a:ea typeface="Roboto"/>
                <a:cs typeface="Roboto"/>
                <a:sym typeface="Roboto"/>
              </a:rPr>
              <a:t>Format of a policy Debate</a:t>
            </a:r>
            <a:endParaRPr b="1" i="0" sz="1200" u="none" cap="none" strike="noStrike">
              <a:solidFill>
                <a:srgbClr val="570E94"/>
              </a:solidFill>
              <a:latin typeface="Roboto"/>
              <a:ea typeface="Roboto"/>
              <a:cs typeface="Roboto"/>
              <a:sym typeface="Roboto"/>
            </a:endParaRPr>
          </a:p>
        </p:txBody>
      </p:sp>
      <p:sp>
        <p:nvSpPr>
          <p:cNvPr id="1499" name="Google Shape;1499;p28"/>
          <p:cNvSpPr txBox="1"/>
          <p:nvPr/>
        </p:nvSpPr>
        <p:spPr>
          <a:xfrm>
            <a:off x="503150" y="1603050"/>
            <a:ext cx="1605600" cy="554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570E94"/>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570E94"/>
                </a:solidFill>
                <a:latin typeface="Roboto"/>
                <a:ea typeface="Roboto"/>
                <a:cs typeface="Roboto"/>
                <a:sym typeface="Roboto"/>
              </a:rPr>
              <a:t>Policy Debate</a:t>
            </a:r>
            <a:endParaRPr b="1" i="0" sz="1200" u="none" cap="none" strike="noStrike">
              <a:solidFill>
                <a:srgbClr val="570E94"/>
              </a:solidFill>
              <a:latin typeface="Roboto"/>
              <a:ea typeface="Roboto"/>
              <a:cs typeface="Roboto"/>
              <a:sym typeface="Roboto"/>
            </a:endParaRPr>
          </a:p>
        </p:txBody>
      </p:sp>
      <p:pic>
        <p:nvPicPr>
          <p:cNvPr id="1500" name="Google Shape;1500;p28"/>
          <p:cNvPicPr preferRelativeResize="0"/>
          <p:nvPr/>
        </p:nvPicPr>
        <p:blipFill rotWithShape="1">
          <a:blip r:embed="rId5">
            <a:alphaModFix/>
          </a:blip>
          <a:srcRect b="0" l="0" r="0" t="0"/>
          <a:stretch/>
        </p:blipFill>
        <p:spPr>
          <a:xfrm>
            <a:off x="83628" y="126449"/>
            <a:ext cx="638322" cy="602644"/>
          </a:xfrm>
          <a:prstGeom prst="rect">
            <a:avLst/>
          </a:prstGeom>
          <a:noFill/>
          <a:ln>
            <a:noFill/>
          </a:ln>
        </p:spPr>
      </p:pic>
      <p:sp>
        <p:nvSpPr>
          <p:cNvPr id="1501" name="Google Shape;1501;p28"/>
          <p:cNvSpPr txBox="1"/>
          <p:nvPr/>
        </p:nvSpPr>
        <p:spPr>
          <a:xfrm>
            <a:off x="83625" y="729100"/>
            <a:ext cx="130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400" u="none" cap="none" strike="noStrike">
                <a:solidFill>
                  <a:srgbClr val="202426"/>
                </a:solidFill>
                <a:latin typeface="Raleway Black"/>
                <a:ea typeface="Raleway Black"/>
                <a:cs typeface="Raleway Black"/>
                <a:sym typeface="Raleway Black"/>
              </a:rPr>
              <a:t>3 mins</a:t>
            </a:r>
            <a:endParaRPr b="0" i="0" sz="1400" u="none" cap="none" strike="noStrike">
              <a:solidFill>
                <a:srgbClr val="202426"/>
              </a:solidFill>
              <a:latin typeface="Raleway Black"/>
              <a:ea typeface="Raleway Black"/>
              <a:cs typeface="Raleway Black"/>
              <a:sym typeface="Raleway Black"/>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ublic Speaking Infographics by Slidesgo">
  <a:themeElements>
    <a:clrScheme name="Simple Light">
      <a:dk1>
        <a:srgbClr val="000000"/>
      </a:dk1>
      <a:lt1>
        <a:srgbClr val="FFFFFF"/>
      </a:lt1>
      <a:dk2>
        <a:srgbClr val="3E49E3"/>
      </a:dk2>
      <a:lt2>
        <a:srgbClr val="6275EE"/>
      </a:lt2>
      <a:accent1>
        <a:srgbClr val="C84CAB"/>
      </a:accent1>
      <a:accent2>
        <a:srgbClr val="DB76C4"/>
      </a:accent2>
      <a:accent3>
        <a:srgbClr val="FFAC51"/>
      </a:accent3>
      <a:accent4>
        <a:srgbClr val="F7B681"/>
      </a:accent4>
      <a:accent5>
        <a:srgbClr val="498699"/>
      </a:accent5>
      <a:accent6>
        <a:srgbClr val="63A4B8"/>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